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EA580C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7C2D12"/>
                </a:solidFill>
                <a:latin typeface="Times New Roman"/>
              </a:rPr>
              <a:t>ROBOTICS 8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A580C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Thiet ke &amp; Lap trinh Robot nang cao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2D12"/>
                </a:solidFill>
                <a:latin typeface="Times New Roman"/>
              </a:rPr>
              <a:t>📚  Tổng quan chương trình Robotics Lớp 8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7C2D12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EA580C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2D12"/>
                </a:solidFill>
                <a:latin typeface="Times New Roman"/>
              </a:rPr>
              <a:t>📌  Ghi nhớ — Robotics Lớp 8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EA580C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