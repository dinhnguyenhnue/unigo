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78350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D97706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78350F"/>
                </a:solidFill>
                <a:latin typeface="Times New Roman"/>
              </a:rPr>
              <a:t>ROBOTICS 2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D97706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Robot &amp; Co che thong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2563EB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8350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8350F"/>
                </a:solidFill>
                <a:latin typeface="Times New Roman"/>
              </a:rPr>
              <a:t>📚  Tổng quan chương trình Robotics Lớp 2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97706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kit_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II. Quy định Kit OLLO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Dùng dụng cụ tháo rivet chuyên dụng; không dùng răng/móng tay cạy.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Làm việc trên khay/hộp; không để linh kiện rơi xuống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Cắm/rút dây cáp nhẹ nhàng, thẳng góc vào đúng cổng.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khi lắp ráp; báo ngay nếu pin nóng/phồng bất thường.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III. Trong giờ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Ngồi đúng vị trí nhóm/cá nhân được phân công.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Thử nghiệm Robot trên thảm/bàn chuyên dụng, không cho chạy dưới sàn.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Chỉ dùng phần mềm được chỉ định (R+ Task, ROBOTIS BLOCK...).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B91C1C"/>
                </a:solidFill>
                <a:latin typeface="Times New Roman"/>
              </a:rPr>
              <a:t>⚠️  IV. Sau thực hành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Tháo dỡ Robot nhẹ nhàng; phân loại linh kiện về đúng ngăn hộp.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Tắt nguồn Robot, tháo dây sạc/kết nối.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Kiểm tra đủ số lượng linh kiện cùng giáo viên trước khi rời.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600">
                <a:solidFill>
                  <a:srgbClr val="1E293B"/>
                </a:solidFill>
                <a:latin typeface="Times New Roman"/>
              </a:rPr>
              <a:t>Vệ sinh mặt bàn, thu dọn rác và xếp ghế gọn gàng.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8350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78350F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8350F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D97706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9770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2563EB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8350F"/>
                </a:solidFill>
                <a:latin typeface="Times New Roman"/>
              </a:rPr>
              <a:t>📌  Ghi nhớ — Robotics Lớp 2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563EB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D97706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