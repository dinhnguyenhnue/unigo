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064E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059669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064E3B"/>
                </a:solidFill>
                <a:latin typeface="Times New Roman"/>
              </a:rPr>
              <a:t>ROBOTICS 5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059669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Sang tao Robot &amp; Tu duy ky thuat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97706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64E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64E3B"/>
                </a:solidFill>
                <a:latin typeface="Times New Roman"/>
              </a:rPr>
              <a:t>📚  Tổng quan chương trình Robotics Lớp 5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64E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64E3B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64E3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59669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97706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64E3B"/>
                </a:solidFill>
                <a:latin typeface="Times New Roman"/>
              </a:rPr>
              <a:t>📌  Ghi nhớ — Robotics Lớp 5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059669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