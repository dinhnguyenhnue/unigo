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284C7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0C4A6E"/>
                </a:solidFill>
                <a:latin typeface="Times New Roman"/>
              </a:rPr>
              <a:t>ROBOTICS 1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284C7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Kham pha the gioi Robot &amp; Co che co 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C4A6E"/>
                </a:solidFill>
                <a:latin typeface="Times New Roman"/>
              </a:rPr>
              <a:t>📚  Tổng quan chương trình Robotics Lớp 1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284C7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C4A6E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C4A6E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284C7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284C7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EA580C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C4A6E"/>
                </a:solidFill>
                <a:latin typeface="Times New Roman"/>
              </a:rPr>
              <a:t>📌  Ghi nhớ — Robotics Lớp 1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A580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284C7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