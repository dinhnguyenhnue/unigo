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64592" cy="4389120"/>
            </a:xfrm>
            <a:prstGeom prst="rect">
              <a:avLst/>
            </a:prstGeom>
            <a:solidFill>
              <a:srgbClr val="88133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400">
                <a:solidFill>
                  <a:srgbClr val="E11D48"/>
                </a:solidFill>
                <a:latin typeface="Times New Roman"/>
              </a:rPr>
              <a:t>UNIGO COLLEGE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3600">
                <a:solidFill>
                  <a:srgbClr val="881337"/>
                </a:solidFill>
                <a:latin typeface="Times New Roman"/>
              </a:rPr>
              <a:t>ROBOTICS 6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E11D48"/>
                </a:solidFill>
                <a:latin typeface="Times New Roman"/>
              </a:rPr>
              <a:t>Tiết 0: Định hướng môn học &amp; Nội quy phòng thực hành</a:t>
            </a:r>
          </a:p>
          <a:p>
            <a:r>
              <a:rPr sz="1800">
                <a:solidFill>
                  <a:srgbClr val="475569"/>
                </a:solidFill>
                <a:latin typeface="Times New Roman"/>
              </a:rPr>
              <a:t>💡 Dong co, Cam bien &amp; Bo dieu khien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E11D48"/>
                </a:solidFill>
                <a:latin typeface="Times New Roman"/>
              </a:rPr>
              <a:t>🎯  Mục tiêu tiết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Hiểu mục tiêu &amp; vai trò của môn học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Nắm rõ phương pháp học tập trải nghiệm &amp; làm việc nhóm.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Thành thạo nội quy bảo quản bộ Kit Robotics &amp; an toàn phòng lab.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Tạo niềm hứng khởi sáng tạo công nghệ trong năm học mới.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284C7"/>
                </a:solidFill>
                <a:latin typeface="Times New Roman"/>
              </a:rPr>
              <a:t>🧠  Khởi động — Robot xung quanh ta!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Câu hỏi: Theo em, Robot là gì? Em đã gặp robot nào trong thực tế?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Chia sẻ: Tay máy công nghiệp, Robot hút bụi, Robot tự hành...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Cùng khám phá: Làm thế nào để tự tay chế tạo một Robot?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88133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881337"/>
                </a:solidFill>
                <a:latin typeface="Times New Roman"/>
              </a:rPr>
              <a:t>📚  Tổng quan chương trình Robotics Lớp 6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88133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Cơ cấu cơ khí: Động cơ, bánh răng, cơ chế truyền động.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88133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Cảm biến &amp; Bộ điều khiển: Nhận biết âm thanh, khoảng cách, màu sắc.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88133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Lập trình điều khiển: Thuật toán điều khiển Robot thông minh.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88133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Robotics UNIGO cuối năm.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E11D48"/>
                </a:solidFill>
                <a:latin typeface="Times New Roman"/>
              </a:rPr>
              <a:t>🛠️  Phương pháp học tập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qua trải nghiệm (Experiential Learning): Lắp ráp &amp; Lập trình.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theo nhóm (Teamwork): Phân công vai trò kỹ sư &amp; lập trình viên.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Giải quyết vấn đề (Problem Solving): Thử nghiệm &amp; cải tiến mô hình.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kit_o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II. Quy định Kit OLLO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Dùng dụng cụ tháo rivet chuyên dụng; không dùng răng/móng tay cạy.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Làm việc trên khay/hộp; không để linh kiện rơi xuống sàn.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Cắm/rút dây cáp nhẹ nhàng, thẳng góc vào đúng cổng.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Tắt nguồn khi lắp ráp; báo ngay nếu pin nóng/phồng bất thường.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during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III. Trong giờ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Ngồi đúng vị trí nhóm/cá nhân được phân công.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Thử nghiệm Robot trên thảm/bàn chuyên dụng, không cho chạy dưới sàn.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Chỉ dùng phần mềm được chỉ định (R+ Task, ROBOTIS BLOCK...).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aft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IV. Sau thực hành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Tháo dỡ Robot nhẹ nhàng; phân loại linh kiện về đúng ngăn hộp.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Tắt nguồn Robot, tháo dây sạc/kết nối.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Kiểm tra đủ số lượng linh kiện cùng giáo viên trước khi rời.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Vệ sinh mặt bàn, thu dọn rác và xếp ghế gọn gàng.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88133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881337"/>
                </a:solidFill>
                <a:latin typeface="Times New Roman"/>
              </a:rPr>
              <a:t>📊  Đánh giá môn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88133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Đánh giá kĩ năng thực hành lắp ráp.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88133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Sản phẩm Robot hoàn thiện theo bài.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88133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cuối năm.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7" name="Rounded Rectangle 6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217920" y="1188720"/>
              <a:ext cx="109728" cy="438912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E11D48"/>
                </a:solidFill>
                <a:latin typeface="Times New Roman"/>
              </a:rPr>
              <a:t>🧰  Đồ dùng cần có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Bộ Kit Robotics UNIGO.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Vở ghi &amp; Sổ tay ý tưởng sáng chế.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Máy tính/Máy tính bảng lập trình.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284C7"/>
                </a:solidFill>
                <a:latin typeface="Times New Roman"/>
              </a:rPr>
              <a:t>📝  Nhiệm vụ mở rộng (Homework)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Phác thảo ý tưởng 1 mô hình Robot em ước mơ chế tạo.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Đặt tên và mô tả tính năng chính của Robot đó.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Cam kết thực hiện đúng nội quy bảo quản bộ Kit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Xem trước Bài 1 trong chương trình Robotics.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4" name="Rounded Rectangle 3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1371600"/>
              <a:ext cx="164592" cy="41148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881337"/>
                </a:solidFill>
                <a:latin typeface="Times New Roman"/>
              </a:rPr>
              <a:t>📌  Ghi nhớ — Robotics Lớp 6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Robotics giúp em tự tay biến ý tưởng thành hiện thực.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Cẩn thận, tỉ mỉ &amp; tuân thủ an toàn thiết bị.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Đam mê sáng tạo — Chinh phục công nghệ!</a:t>
            </a:r>
          </a:p>
          <a:p>
            <a:pPr algn="ctr">
              <a:spcBef>
                <a:spcPts val="2000"/>
              </a:spcBef>
            </a:pPr>
            <a:r>
              <a:rPr sz="2200">
                <a:solidFill>
                  <a:srgbClr val="E11D48"/>
                </a:solidFill>
                <a:latin typeface="Times New Roman"/>
              </a:rPr>
              <a:t>Chúc các em một năm học Robotics bùng nổ! 🚀🤖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