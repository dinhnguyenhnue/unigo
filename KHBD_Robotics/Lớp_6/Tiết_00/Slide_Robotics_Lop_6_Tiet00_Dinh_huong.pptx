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8813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E11D48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881337"/>
                </a:solidFill>
                <a:latin typeface="Times New Roman"/>
              </a:rPr>
              <a:t>ROBOTICS 6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E11D48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Dong co, Cam bien &amp; Bo dieu khien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11D48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8813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881337"/>
                </a:solidFill>
                <a:latin typeface="Times New Roman"/>
              </a:rPr>
              <a:t>📚  Tổng quan chương trình Robotics Lớp 6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11D48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B91C1C"/>
                </a:solidFill>
                <a:latin typeface="Times New Roman"/>
              </a:rPr>
              <a:t>⚠️  Nội quy phòng Thực hành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Bảo quản bộ Kit Robotics: Phân loại chi tiết đúng ô khay đựng.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KHÔNG làm rơi vỡ động cơ, cảm biến hay mạch điều khiển.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Tắt nguồn pin/bộ điều khiển sau khi kết thúc giờ thực hành.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Gặp sự cố kỹ thuật → BÁO NGAY cho Giáo viên hướng dẫn.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8813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881337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88133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E11D48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11D4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881337"/>
                </a:solidFill>
                <a:latin typeface="Times New Roman"/>
              </a:rPr>
              <a:t>📌  Ghi nhớ — Robotics Lớp 6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E11D48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