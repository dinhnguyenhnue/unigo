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134E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0D9488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134E4A"/>
                </a:solidFill>
                <a:latin typeface="Times New Roman"/>
              </a:rPr>
              <a:t>ROBOTICS 4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0D9488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Robot cam bien &amp; Tu dong hoa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D9488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C2626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134E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134E4A"/>
                </a:solidFill>
                <a:latin typeface="Times New Roman"/>
              </a:rPr>
              <a:t>📚  Tổng quan chương trình Robotics Lớp 4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D9488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kit_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II. Quy định Kit OLLO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Dùng dụng cụ tháo rivet chuyên dụng; không dùng răng/móng tay cạy.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Làm việc trên khay/hộp; không để linh kiện rơi xuống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Cắm/rút dây cáp nhẹ nhàng, thẳng góc vào đúng cổng.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khi lắp ráp; báo ngay nếu pin nóng/phồng bất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III. Trong giờ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Ngồi đúng vị trí nhóm/cá nhân được phân công.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Thử nghiệm Robot trên thảm/bàn chuyên dụng, không cho chạy dưới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Chỉ dùng phần mềm được chỉ định (R+ Task, ROBOTIS BLOCK...).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IV. Sau thực hành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Tháo dỡ Robot nhẹ nhàng; phân loại linh kiện về đúng ngăn hộp.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Robot, tháo dây sạc/kết nối.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Kiểm tra đủ số lượng linh kiện cùng giáo viên trước khi rời.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Vệ sinh mặt bàn, thu dọn rác và xếp ghế gọn gàng.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134E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34E4A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D9488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C2626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134E4A"/>
                </a:solidFill>
                <a:latin typeface="Times New Roman"/>
              </a:rPr>
              <a:t>📌  Ghi nhớ — Robotics Lớp 4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0D9488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