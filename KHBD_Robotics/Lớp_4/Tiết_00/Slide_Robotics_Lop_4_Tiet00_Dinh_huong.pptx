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134E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0D9488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134E4A"/>
                </a:solidFill>
                <a:latin typeface="Times New Roman"/>
              </a:rPr>
              <a:t>ROBOTICS 4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0D9488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Robot cam bien &amp; Tu dong hoa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D9488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C2626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134E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134E4A"/>
                </a:solidFill>
                <a:latin typeface="Times New Roman"/>
              </a:rPr>
              <a:t>📚  Tổng quan chương trình Robotics Lớp 4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D9488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B91C1C"/>
                </a:solidFill>
                <a:latin typeface="Times New Roman"/>
              </a:rPr>
              <a:t>⚠️  Nội quy phòng Thực hành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Bảo quản bộ Kit Robotics: Phân loại chi tiết đúng ô khay đựng.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KHÔNG làm rơi vỡ động cơ, cảm biến hay mạch điều khiển.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Tắt nguồn pin/bộ điều khiển sau khi kết thúc giờ thực hành.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Gặp sự cố kỹ thuật → BÁO NGAY cho Giáo viên hướng dẫn.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134E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134E4A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134E4A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0D9488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DC2626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134E4A"/>
                </a:solidFill>
                <a:latin typeface="Times New Roman"/>
              </a:rPr>
              <a:t>📌  Ghi nhớ — Robotics Lớp 4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DC262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0D9488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