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6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THÔNG TIN VÀ DỮ LIỆU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cộng đồng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6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Thông tin &amp; Dữ liệu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Nhận biết được sự khác nhau căn bản giữa thông tin và dữ liệu.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Vật mang thông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Phân biệt được thông tin và phương tiện lưu trữ (vật mang tin).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Tầm quan trọng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Nêu được ví dụ minh họa tầm quan trọng của thông tin trong xã hội.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🚦 Tình huống qua ngã tư: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Minh đi qua ngã tư đông đúc. Quan sát thấy đèn tín hiệu chuyển sang màu xanh, Minh biết có thể qua đường an toàn và quyết định đi tiếp.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1. Bạn Minh đã thấy những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2. Và biết được điều gì để quyết định qua đường?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6_thong_tin_du_l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KHÁI NIỆM THÔNG TIN VÀ DỮ LIỆU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💡 THÔNG TIN (Information)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Là những hiểu biết của con người về thế giới xung quanh và về chính bản thân mình.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F59E0B"/>
                </a:solidFill>
                <a:latin typeface="Arial"/>
              </a:defRPr>
            </a:pPr>
            <a:r>
              <a:rPr>
                <a:latin typeface="Arial"/>
              </a:rPr>
              <a:t>📊 DỮ LIỆU (Data)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Là những gì con người tiếp nhận để có thông tin (con số, chữ viết, hình ảnh, âm thanh).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THÔNG TIN CÓ NGUỒN GỐC TỪ DỮ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VẬT MANG THÔNG TIN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📻 Phương tiện lưu trữ &amp; Truyền tải:</a:t>
            </a:r>
            <a:br/>
            <a:r>
              <a:rPr>
                <a:latin typeface="Arial"/>
              </a:rPr>
              <a:t>• Giấy viết, đĩa CD, thẻ nhớ, USB, bảng tin, màn hình TV...</a:t>
            </a:r>
            <a:br/>
            <a:r>
              <a:rPr>
                <a:latin typeface="Arial"/>
              </a:rPr>
              <a:t>• Bản thân tín hiệu đèn giao thông cũng là vật mang tin!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📌 VẬT MANG TIN LÀ PHƯƠNG TIỆN ĐỂ LƯU TRỮ VÀ TRUYỀN TẢI DỮ LIỆU/THÔNG TIN!</a:t>
            </a:r>
            <a:br/>
            <a:r>
              <a:rPr>
                <a:latin typeface="Arial"/>
              </a:rPr>
              <a:t>Giúp thông tin được lan tỏa và lưu trữ lâu dài.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PHÂN BIỆT 3 KHÁI NIỆM CỐT LÕI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📊 DỮ LIỆU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Số 31°C hiển thị trên màn hình dự báo thời tiết.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F59E0B"/>
                </a:solidFill>
                <a:latin typeface="Arial"/>
              </a:defRPr>
            </a:pPr>
            <a:r>
              <a:rPr>
                <a:latin typeface="Arial"/>
              </a:rPr>
              <a:t>💡 THÔNG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Hiểu rằng hôm nay thời tiết trời nắng nóng.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📺 VẬT MANG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Chiếc màn hình Ti vi phát bản tin thời tiết.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❓ Bài 1: Xác định trong tình huống đọc sách lịch sử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• Trang sách = Vật mang tin | Dòng chữ = Dữ liệu | Kiến thức hiểu được = Thông 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❓ Bài 2: Phát biểu nào đúng?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Dữ liệu là nguồn gốc tạo nên thông tin.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Tìm 3 ví dụ về vật mang thông tin đang có trong gia đình hoặc lớp học của 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1. Thông tin &amp; Dữ liệu: Nhận biết được sự khác nhau căn bản giữa thông tin và dữ liệu.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2. Vật mang thông tin: Phân biệt được thông tin và phương tiện lưu trữ (vật mang tin).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3. Tầm quan trọng: Nêu được ví dụ minh họa tầm quan trọng của thông tin trong xã hội.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0D9488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1E1B4B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