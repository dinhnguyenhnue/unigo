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8288000" cy="10287000"/>
  <p:notesSz cx="6858000" cy="9144000"/>
  <p:embeddedFontLst>
    <p:embeddedFont>
      <p:font typeface="Aileron Heavy" panose="020B0604020202020204" charset="0"/>
      <p:regular r:id="rId6"/>
    </p:embeddedFont>
    <p:embeddedFont>
      <p:font typeface="Monggirella script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22" autoAdjust="0"/>
  </p:normalViewPr>
  <p:slideViewPr>
    <p:cSldViewPr>
      <p:cViewPr varScale="1">
        <p:scale>
          <a:sx n="68" d="100"/>
          <a:sy n="68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1C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0000" y="1080000"/>
            <a:ext cx="15407999" cy="7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0" y="1080000"/>
            <a:ext cx="432000" cy="72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0" y="1620000"/>
            <a:ext cx="5040000" cy="43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TIN HỌC 8  •  BÀI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8000" y="2340000"/>
            <a:ext cx="900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3200" b="1" i="0">
                <a:solidFill>
                  <a:srgbClr val="581C87"/>
                </a:solidFill>
                <a:latin typeface="Arial"/>
              </a:defRPr>
            </a:pPr>
            <a:r>
              <a:rPr>
                <a:latin typeface="Arial"/>
              </a:rPr>
              <a:t>LƯỢC SỬ CÔNG CỤ TÍNH TOÁN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 b="0" i="1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Chủ đề 1: Máy tính và cộng đồng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0000" y="1800000"/>
            <a:ext cx="4320000" cy="36000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60000" y="2160000"/>
            <a:ext cx="396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581C87"/>
                </a:solidFill>
                <a:latin typeface="Arial"/>
              </a:defRPr>
            </a:pPr>
            <a:r>
              <a:rPr>
                <a:latin typeface="Arial"/>
              </a:rPr>
              <a:t>🏫 TRƯỜNG UNIGO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1" i="0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👤 Giáo viên giảng dạy: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Tổ Bộ Môn Tin Học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📅 Năm học: 2026 - 2027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MỤC TIÊU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TIN HỌC 8 • BÀI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2160000"/>
            <a:ext cx="216000" cy="648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000" y="2700000"/>
            <a:ext cx="792000" cy="79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Tiến trình lịch sử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Trình bày được sơ lược lịch sử phát triển của các công cụ tính toán và máy tính.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8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8000" y="2160000"/>
            <a:ext cx="216000" cy="648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40000" y="2700000"/>
            <a:ext cx="792000" cy="792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8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Các mốc đột phá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Nhận biết các thế hệ máy tính từ máy cơ học đến máy tính điện tử hiện đại.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96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096000" y="2160000"/>
            <a:ext cx="216000" cy="6480000"/>
          </a:xfrm>
          <a:prstGeom prst="round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28000" y="2700000"/>
            <a:ext cx="792000" cy="792000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6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Tác động xã hội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Nêu ví dụ sự phát triển máy tính đem lại thay đổi lớn lao cho xã hội.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KHỞI ĐỘNG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KHỞI ĐỘNG 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9000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684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340000"/>
            <a:ext cx="8280000" cy="61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20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🧮 Từ Bàn tính đến Laptop: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17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So sánh Bàn tính Abacus cổ đại và chiếc Laptop mỏng nhẹ ngày nay.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581C87"/>
                </a:solidFill>
                <a:latin typeface="Arial"/>
              </a:defRPr>
            </a:pPr>
            <a:r>
              <a:rPr>
                <a:latin typeface="Arial"/>
              </a:rPr>
              <a:t>❓ Câu hỏi suy nghĩ: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👉 1. Hai công cụ này có điểm gì CHUNG?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1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👉 2. Khác biệt lớn nhất về tốc độ và khả năng là gì?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0000" y="1980000"/>
            <a:ext cx="7308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p8_lich_su_may_t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2160000"/>
            <a:ext cx="6948000" cy="648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1. CÁC CÔNG CỤ TÍNH TOÁN THỜI CỔ ĐẠI &amp; CƠ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7920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24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232000"/>
            <a:ext cx="720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🧮 BÀN TÍNH ABACUS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Xuất hiện khoảng 3000 TCN, công cụ tính toán hạt cơ bản đầu tiên.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60000" y="1980000"/>
            <a:ext cx="820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60000" y="1980000"/>
            <a:ext cx="216000" cy="324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2000" y="2232000"/>
            <a:ext cx="7488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10B981"/>
                </a:solidFill>
                <a:latin typeface="Arial"/>
              </a:defRPr>
            </a:pPr>
            <a:r>
              <a:rPr>
                <a:latin typeface="Arial"/>
              </a:rPr>
              <a:t>⚙️ MÁY CƠ HỌC PASCAL &amp; BABBAGE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Máy Pascaline (1642) dùng bánh răng | Máy Babbage (1837) có bộ nhớ &amp; xử lý.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5760000"/>
            <a:ext cx="16848000" cy="28800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6192000"/>
            <a:ext cx="1548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581C87"/>
                </a:solidFill>
                <a:latin typeface="Arial"/>
              </a:defRPr>
            </a:pPr>
            <a:r>
              <a:rPr>
                <a:latin typeface="Arial"/>
              </a:rPr>
              <a:t>🌟 GHI NHỚ CỐT LÕI: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BABBAGE ĐƯỢC COI LÀ "CHA ĐẺ" CỦA NỀN TIN HỌC MÁY TÍNH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2. KỶ NGUYÊN MÁY TÍNH ĐIỆN TỬ HIỆN ĐẠI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30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06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32000"/>
            <a:ext cx="1584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📖 NỘI DUNG NỔI BẬT: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💡 Các thế hệ máy tính điện tử:</a:t>
            </a:r>
            <a:br/>
            <a:r>
              <a:rPr>
                <a:latin typeface="Arial"/>
              </a:rPr>
              <a:t>• ENIAC (1946): Máy tính điện tử đầu tiên, nặng 30 tấn!</a:t>
            </a:r>
            <a:br/>
            <a:r>
              <a:rPr>
                <a:latin typeface="Arial"/>
              </a:rPr>
              <a:t>• Máy tính cá nhân PC (1980s): Nhỏ gọn trên bàn làm việc.</a:t>
            </a:r>
            <a:br/>
            <a:r>
              <a:rPr>
                <a:latin typeface="Arial"/>
              </a:rPr>
              <a:t>• Laptop &amp; Smartphone (2000s→): Di động, siêu mạnh mẽ.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400000"/>
            <a:ext cx="16848000" cy="32400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5688000"/>
            <a:ext cx="1548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581C87"/>
                </a:solidFill>
                <a:latin typeface="Arial"/>
              </a:defRPr>
            </a:pPr>
            <a:r>
              <a:rPr>
                <a:latin typeface="Arial"/>
              </a:rPr>
              <a:t>📌 XU HƯỚNG PHÁT TRIỂN:</a:t>
            </a:r>
            <a:br/>
            <a:r>
              <a:rPr>
                <a:latin typeface="Arial"/>
              </a:rPr>
              <a:t>Ngày càng NHỎ GỌN HƠN - NHANH HƠN - MẠNH HƠN - THÔNG MINH HƠN!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3. MÁY TÍNH THAY ĐỔI TOÀN DIỆN XÃ HỘI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43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🎓 GIÁO DỤC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Học trực tuyến, sách số, trợ lý AI hỗ trợ học tập.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8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8000" y="1980000"/>
            <a:ext cx="216000" cy="432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8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10B981"/>
                </a:solidFill>
                <a:latin typeface="Arial"/>
              </a:defRPr>
            </a:pPr>
            <a:r>
              <a:rPr>
                <a:latin typeface="Arial"/>
              </a:rPr>
              <a:t>🏥 Y TẾ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Chẩn đoán hình ảnh AI, robot phẫu thuật chính xác.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96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96000" y="1980000"/>
            <a:ext cx="216000" cy="4320000"/>
          </a:xfrm>
          <a:prstGeom prst="round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56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581C87"/>
                </a:solidFill>
                <a:latin typeface="Arial"/>
              </a:defRPr>
            </a:pPr>
            <a:r>
              <a:rPr>
                <a:latin typeface="Arial"/>
              </a:rPr>
              <a:t>🚗 GIAO THÔNG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Xe tự lái, hệ thống định vị GPS toàn cầu.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LUYỆN TẬP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LUYỆN TẬP 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29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6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581C87"/>
                </a:solidFill>
                <a:latin typeface="Arial"/>
              </a:defRPr>
            </a:pPr>
            <a:r>
              <a:rPr>
                <a:latin typeface="Arial"/>
              </a:rPr>
              <a:t>❓ Bài 1: Sắp xếp theo thứ tự thời gian xuất hiện: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Bàn tính Abacus ➔ Máy Pascaline ➔ ENIAC ➔ Máy tính PC ➔ Smartphone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22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0000" y="5220000"/>
            <a:ext cx="216000" cy="295199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550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581C87"/>
                </a:solidFill>
                <a:latin typeface="Arial"/>
              </a:defRPr>
            </a:pPr>
            <a:r>
              <a:rPr>
                <a:latin typeface="Arial"/>
              </a:rPr>
              <a:t>❓ Bài 2: Đột phá lớn nhất của ENIAC là gì?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Là máy tính sử dụng linh kiện ĐIỆN TỬ thay cho cơ học.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VẬN DỤNG &amp; TRẢI NGHIỆM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VẬN DỤNG 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0000" y="2160000"/>
            <a:ext cx="216000" cy="6120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🌟 THỬ THÁCH THỰC TẾ DÀNH CHO EM: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Tìm hiểu về trí tuệ nhân tạo (AI) và dự đoán máy tính trong tương lai sẽ phát triển như thế nào.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TỔNG KẾT BÀI HỌC GHI NHỚ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TỔNG KẾT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581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581C87"/>
                </a:solidFill>
                <a:latin typeface="Arial"/>
              </a:defRPr>
            </a:pPr>
            <a:r>
              <a:rPr>
                <a:latin typeface="Arial"/>
              </a:rPr>
              <a:t>⭐ TÓM TẮT KIẾN THỨC CỐT LÕI: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1. Tiến trình lịch sử: Trình bày được sơ lược lịch sử phát triển của các công cụ tính toán và máy tính.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2. Các mốc đột phá: Nhận biết các thế hệ máy tính từ máy cơ học đến máy tính điện tử hiện đại.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3. Tác động xã hội: Nêu ví dụ sự phát triển máy tính đem lại thay đổi lớn lao cho xã hội.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1C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60000" y="1800000"/>
            <a:ext cx="13967999" cy="57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0" y="2880000"/>
            <a:ext cx="12527999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3200" b="1" i="0">
                <a:solidFill>
                  <a:srgbClr val="2563EB"/>
                </a:solidFill>
                <a:latin typeface="Arial"/>
              </a:defRPr>
            </a:pPr>
            <a:r>
              <a:rPr>
                <a:latin typeface="Arial"/>
              </a:rPr>
              <a:t>🌟 CẢM ƠN CÁC EM ĐÃ THEO DÕI! 🌟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2000" b="0" i="1">
                <a:solidFill>
                  <a:srgbClr val="3B0764"/>
                </a:solidFill>
                <a:latin typeface="Arial"/>
              </a:defRPr>
            </a:pPr>
            <a:r>
              <a:rPr>
                <a:latin typeface="Arial"/>
              </a:rPr>
              <a:t>Chúc các em luôn học giỏi và hăng hái khám phá thế giới Tin học!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581C87"/>
                </a:solidFill>
                <a:latin typeface="Arial"/>
              </a:defRPr>
            </a:pPr>
            <a:r>
              <a:rPr>
                <a:latin typeface="Arial"/>
              </a:rPr>
              <a:t>TRƯỜNG TIỂU HỌC VÀ THCS UNIGO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17</Words>
  <Application>Microsoft Office PowerPoint</Application>
  <PresentationFormat>Custom</PresentationFormat>
  <Paragraphs>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Aileron Heavy</vt:lpstr>
      <vt:lpstr>Arial</vt:lpstr>
      <vt:lpstr>Monggirella script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UNIGO COLLEGE</dc:title>
  <dc:creator>Admin</dc:creator>
  <cp:lastModifiedBy>Admin</cp:lastModifiedBy>
  <cp:revision>127</cp:revision>
  <dcterms:created xsi:type="dcterms:W3CDTF">2006-08-16T00:00:00Z</dcterms:created>
  <dcterms:modified xsi:type="dcterms:W3CDTF">2026-07-08T06:31:05Z</dcterms:modified>
  <dc:identifier>DAGcCSuIkf8</dc:identifier>
</cp:coreProperties>
</file>