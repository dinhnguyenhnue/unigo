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9" r:id="rId4"/>
    <p:sldId id="257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4" d="100"/>
          <a:sy n="64" d="100"/>
        </p:scale>
        <p:origin x="96" y="1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B2D0BA-FBE9-6E44-691F-000C693EA2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CE97D33-3B98-BBDE-4334-263FB7EE47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0CF0E5-ADF7-8470-3B9F-91C48728E4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E504DA-4D4F-4EDC-F344-F03CE86DB4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549F38-FA9E-B600-327E-9BDCCF1020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04104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DBFD97-87FB-631E-EEF8-6E51DCB457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4DE0B9-02FF-4F72-ED16-1FB31B569E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7B87DC-AA2C-EDEA-982F-36A5FDC6D2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6E27A9-4B0A-C4FB-C65C-DD407FABC5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47FF0C-E183-66BE-709C-448A4AC577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660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6744FD-7E48-FCDF-CF0B-2B23DE1327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94DECC-CB72-B397-C02A-C5108354BF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31C495-26F5-512C-E243-F8AA335A8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8E351D-6FC7-D545-DF8A-EB162F5B4D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B95763-201D-C4E1-EB65-4B88B137B0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70148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5217B-8EC9-4EA4-9045-0C817687E4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88FE9A-0D5F-7AE0-E7C8-A53EE8AF7E3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4AE5D0-63E8-DCD8-D6B8-306243F3FC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59FF46-C6D8-B70D-34CC-F0BBD25146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5A21F2-0257-6653-C1B4-BE4271B70E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888B2D-A696-926B-CB00-30CB39A210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5907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2D1804-FC72-EA87-B283-0ED24BD9CD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D6F214-B860-807F-5D59-775C2C3CD3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872204-513C-7EE5-A63F-ACD7E6F1F0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089B82-4A6B-0A50-33A8-F57C641AA40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57602B8-966B-D55B-DF46-EF8FE962A89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35D0A2-DDAB-2DEB-1654-64E2CF1352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F526C51-F9C1-C9F7-E325-9857444134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9CD2BB8-A738-B00D-CD4F-1E516729DC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95510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5058C7-EC99-CA69-69A1-B71A2EE1FB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A82FDDE-258E-65C9-5E9B-059B5310B2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688222D-5913-69EE-C0A1-2115B6A3BE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364462-4379-23E8-5042-4188F2424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80956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E2B39AE-76E9-53E8-5AC2-AD6E83AE5A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8A39721-3A37-FE8B-936D-3225F2B6F9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6383E3-5325-C6DD-4FD0-655FEA72A2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87331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9B1C8-88D4-EB75-0A5A-DBF764E94A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FB7FCE-F57B-B919-56DD-5EDF6227BA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BC4E80-42F9-68B4-89A4-09F4B2E311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2E4884-0004-05C1-9162-12837C41B9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10837C-4E57-5E0F-EC87-6499BA034A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A4D633-7171-8A0D-E4C6-6D53E0859A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11064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F0E132-6996-68E8-4F29-37C27BB8EB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0434507-83A3-0D3E-B631-5AA2974E08B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62259C-71C9-5E4F-343E-C0E87D750F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081087-DD77-D63D-A0AB-E7DF40F551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755EC71-8A66-0F0A-B040-0930D31AA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332627-5E94-EEB1-7186-47F0D5C6F5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95566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121772-A9B5-C630-07CA-DECD42CD77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DBB18D-FEE1-0190-5A10-2B09E03977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CD711D-A70F-EF10-8E36-12C26924E8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F3B26D-7C72-7CF5-91E5-6B9F530321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AE76EA-4D7B-99B2-4676-A289DD637D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96339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1B24F8F-8C52-E27E-05DE-AD92E136AB9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9CCC27E-F320-1CAF-FC80-1F7384CA5E7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5A3655-F6DA-384A-BCB5-A32BD9B555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496872-344F-98B4-6458-BAACD263E5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A6A315-6909-97E2-34A8-B9CB86B9CF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54929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78B8C0F-9B11-4065-AE8C-7637290FB1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5032" y="829142"/>
            <a:ext cx="10198768" cy="86154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5FE732-1FF5-3147-A7B1-F7E2E0778B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D77A1F-9F08-BD8F-DAF3-65DDCDFC4FE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665A47-83AD-EE80-1199-0CCBE3548BC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F62C6C-6174-7774-F45D-8725FE4A30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D2C332A-3D9A-458F-2703-2BC4602A665E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940" y="136525"/>
            <a:ext cx="867744" cy="86154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0712185-E163-EB6D-9E42-C99AF00858F6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81" t="23826" r="6770" b="30087"/>
          <a:stretch>
            <a:fillRect/>
          </a:stretch>
        </p:blipFill>
        <p:spPr>
          <a:xfrm>
            <a:off x="0" y="5883441"/>
            <a:ext cx="12252960" cy="11269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03477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5">
            <a:extLst>
              <a:ext uri="{FF2B5EF4-FFF2-40B4-BE49-F238E27FC236}">
                <a16:creationId xmlns:a16="http://schemas.microsoft.com/office/drawing/2014/main" id="{261CADFC-E468-A9CF-CA9D-3603C11068A9}"/>
              </a:ext>
            </a:extLst>
          </p:cNvPr>
          <p:cNvSpPr txBox="1"/>
          <p:nvPr/>
        </p:nvSpPr>
        <p:spPr>
          <a:xfrm>
            <a:off x="844216" y="471493"/>
            <a:ext cx="10503568" cy="112870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0360"/>
              </a:lnSpc>
            </a:pPr>
            <a:r>
              <a:rPr lang="en-US" sz="4400" b="1" dirty="0">
                <a:solidFill>
                  <a:srgbClr val="244498"/>
                </a:solidFill>
                <a:latin typeface="Arial" panose="020B0604020202020204" pitchFamily="34" charset="0"/>
                <a:ea typeface="Crimson Pro Bold"/>
                <a:cs typeface="Arial" panose="020B0604020202020204" pitchFamily="34" charset="0"/>
                <a:sym typeface="Crimson Pro Bold"/>
              </a:rPr>
              <a:t>TRƯỜNG TIỂU HỌC VÀ THCS UNIGO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ACCC6F9-9D0B-8FA1-C7A3-6C656AB9CDE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" y="1780673"/>
            <a:ext cx="11887200" cy="37646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62458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A0AB71-A960-5C29-67C4-E061282DF7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30315" y="215531"/>
            <a:ext cx="3826042" cy="861546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Môn Tin </a:t>
            </a:r>
            <a:r>
              <a:rPr lang="en-US" dirty="0" err="1">
                <a:solidFill>
                  <a:schemeClr val="tx2">
                    <a:lumMod val="75000"/>
                    <a:lumOff val="25000"/>
                  </a:schemeClr>
                </a:solidFill>
              </a:rPr>
              <a:t>học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 </a:t>
            </a:r>
            <a:r>
              <a:rPr lang="en-US" dirty="0" err="1">
                <a:solidFill>
                  <a:schemeClr val="tx2">
                    <a:lumMod val="75000"/>
                    <a:lumOff val="25000"/>
                  </a:schemeClr>
                </a:solidFill>
              </a:rPr>
              <a:t>lớp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9146585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F3F47A-2A03-62D2-8A5D-F03932A437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DE052A-67C4-3C30-0BE8-A144FDC576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05463" y="335847"/>
            <a:ext cx="3826042" cy="861546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Môn Tin </a:t>
            </a:r>
            <a:r>
              <a:rPr lang="en-US" dirty="0" err="1">
                <a:solidFill>
                  <a:schemeClr val="tx2">
                    <a:lumMod val="75000"/>
                    <a:lumOff val="25000"/>
                  </a:schemeClr>
                </a:solidFill>
              </a:rPr>
              <a:t>học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 </a:t>
            </a:r>
            <a:r>
              <a:rPr lang="en-US" dirty="0" err="1">
                <a:solidFill>
                  <a:schemeClr val="tx2">
                    <a:lumMod val="75000"/>
                    <a:lumOff val="25000"/>
                  </a:schemeClr>
                </a:solidFill>
              </a:rPr>
              <a:t>lớp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5043046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39">
            <a:extLst>
              <a:ext uri="{FF2B5EF4-FFF2-40B4-BE49-F238E27FC236}">
                <a16:creationId xmlns:a16="http://schemas.microsoft.com/office/drawing/2014/main" id="{9F8C78EA-1C6B-6C35-6191-129F37672DA8}"/>
              </a:ext>
            </a:extLst>
          </p:cNvPr>
          <p:cNvSpPr txBox="1"/>
          <p:nvPr/>
        </p:nvSpPr>
        <p:spPr>
          <a:xfrm>
            <a:off x="320174" y="2413337"/>
            <a:ext cx="11551651" cy="1015663"/>
          </a:xfrm>
          <a:prstGeom prst="rect">
            <a:avLst/>
          </a:prstGeom>
          <a:ln>
            <a:noFill/>
          </a:ln>
        </p:spPr>
        <p:txBody>
          <a:bodyPr wrap="square" lIns="0" tIns="0" rIns="0" bIns="0" rtlCol="0" anchor="t">
            <a:spAutoFit/>
          </a:bodyPr>
          <a:lstStyle/>
          <a:p>
            <a:pPr algn="ctr"/>
            <a:r>
              <a:rPr lang="en-US" sz="6600" dirty="0">
                <a:solidFill>
                  <a:schemeClr val="tx2">
                    <a:lumMod val="75000"/>
                    <a:lumOff val="25000"/>
                  </a:schemeClr>
                </a:solidFill>
                <a:latin typeface="Monotype Corsiva" panose="03010101010201010101" pitchFamily="66" charset="0"/>
                <a:ea typeface="Monggirella script"/>
                <a:cs typeface="Monggirella script"/>
                <a:sym typeface="Monggirella script"/>
              </a:rPr>
              <a:t>Thanks for listening</a:t>
            </a:r>
          </a:p>
        </p:txBody>
      </p:sp>
    </p:spTree>
    <p:extLst>
      <p:ext uri="{BB962C8B-B14F-4D97-AF65-F5344CB8AC3E}">
        <p14:creationId xmlns:p14="http://schemas.microsoft.com/office/powerpoint/2010/main" val="12926967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</TotalTime>
  <Words>17</Words>
  <Application>Microsoft Office PowerPoint</Application>
  <PresentationFormat>Widescreen</PresentationFormat>
  <Paragraphs>4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Aptos Display</vt:lpstr>
      <vt:lpstr>Arial</vt:lpstr>
      <vt:lpstr>Monotype Corsiva</vt:lpstr>
      <vt:lpstr>Office Theme</vt:lpstr>
      <vt:lpstr>PowerPoint Presentation</vt:lpstr>
      <vt:lpstr>Môn Tin học lớp </vt:lpstr>
      <vt:lpstr>Môn Tin học lớp 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Nguyên Đậu</dc:creator>
  <cp:lastModifiedBy>Nguyên Đậu</cp:lastModifiedBy>
  <cp:revision>4</cp:revision>
  <dcterms:created xsi:type="dcterms:W3CDTF">2026-08-04T15:56:52Z</dcterms:created>
  <dcterms:modified xsi:type="dcterms:W3CDTF">2026-08-04T16:29:42Z</dcterms:modified>
</cp:coreProperties>
</file>