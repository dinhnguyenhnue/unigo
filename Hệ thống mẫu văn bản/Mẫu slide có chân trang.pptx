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83" r:id="rId4"/>
  </p:sldIdLst>
  <p:sldSz cx="18288000" cy="10287000"/>
  <p:notesSz cx="6858000" cy="9144000"/>
  <p:embeddedFontLst>
    <p:embeddedFont>
      <p:font typeface="Aileron Heavy" panose="020B0604020202020204" charset="0"/>
      <p:regular r:id="rId6"/>
    </p:embeddedFont>
    <p:embeddedFont>
      <p:font typeface="Monggirella script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22" autoAdjust="0"/>
  </p:normalViewPr>
  <p:slideViewPr>
    <p:cSldViewPr>
      <p:cViewPr varScale="1">
        <p:scale>
          <a:sx n="68" d="100"/>
          <a:sy n="68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209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-528330" y="1943100"/>
            <a:ext cx="19583400" cy="1240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2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2700"/>
            <a:ext cx="18526740" cy="5867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0206D5-F04F-42D7-36AB-302483C33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1600" y="7886700"/>
            <a:ext cx="21179586" cy="3810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1A0738-5AEE-FABC-0909-AFD99C6B7F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1"/>
            <a:ext cx="1534963" cy="1523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0ED917-1730-5A0B-4694-367A2FE03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1600" y="7886700"/>
            <a:ext cx="21179586" cy="381072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04D1D73-0212-DF28-00AC-67DBF90426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1"/>
            <a:ext cx="1534963" cy="1523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160321" y="5074525"/>
            <a:ext cx="3191556" cy="37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Impact on Fisheries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30043" y="5051950"/>
            <a:ext cx="3209709" cy="37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 u="none" strike="noStrike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Adaptation Costs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48218" y="2933700"/>
            <a:ext cx="14391564" cy="407803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68"/>
              </a:lnSpc>
            </a:pPr>
            <a:r>
              <a:rPr lang="en-US" sz="35000" dirty="0">
                <a:solidFill>
                  <a:schemeClr val="tx2"/>
                </a:solidFill>
                <a:latin typeface="Monggirella script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344B0C-58E8-5EE4-B3E6-BBD20C575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1600" y="7886700"/>
            <a:ext cx="21179586" cy="38107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72B83FA-0BDD-163E-7ACF-0622E7FA5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1"/>
            <a:ext cx="1534963" cy="152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17</Words>
  <Application>Microsoft Office PowerPoint</Application>
  <PresentationFormat>Custom</PresentationFormat>
  <Paragraphs>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Aileron Heavy</vt:lpstr>
      <vt:lpstr>Arial</vt:lpstr>
      <vt:lpstr>Monggirella script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UNIGO COLLEGE</dc:title>
  <dc:creator>Admin</dc:creator>
  <cp:lastModifiedBy>Admin</cp:lastModifiedBy>
  <cp:revision>127</cp:revision>
  <dcterms:created xsi:type="dcterms:W3CDTF">2006-08-16T00:00:00Z</dcterms:created>
  <dcterms:modified xsi:type="dcterms:W3CDTF">2026-07-08T06:31:05Z</dcterms:modified>
  <dc:identifier>DAGcCSuIkf8</dc:identifier>
</cp:coreProperties>
</file>