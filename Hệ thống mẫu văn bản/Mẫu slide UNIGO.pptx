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958" y="540384"/>
            <a:ext cx="3826042" cy="861546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3</cp:revision>
  <dcterms:created xsi:type="dcterms:W3CDTF">2026-08-04T15:56:52Z</dcterms:created>
  <dcterms:modified xsi:type="dcterms:W3CDTF">2026-08-04T16:05:15Z</dcterms:modified>
</cp:coreProperties>
</file>