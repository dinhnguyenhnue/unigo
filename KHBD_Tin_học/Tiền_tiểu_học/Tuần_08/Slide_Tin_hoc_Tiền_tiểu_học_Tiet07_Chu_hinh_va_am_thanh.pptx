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TIỀN TIỂU HỌC •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C4614"/>
                </a:solidFill>
                <a:latin typeface="Arial"/>
              </a:defRPr>
            </a:pPr>
            <a:r>
              <a:t>BÀI 7: CHỮ, HÌNH</a:t>
            </a:r>
            <a:br/>
            <a:r>
              <a:t>VÀ ÂM THANH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Khám phá thế giới đa sắc màu và âm thanh kỳ diệu!</a:t>
            </a:r>
          </a:p>
        </p:txBody>
      </p:sp>
      <p:pic>
        <p:nvPicPr>
          <p:cNvPr id="6" name="Picture 5" descr="tth_chu_hinh_amthan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Mắt nhìn gì, tai nghe gì khi xem hoạt hình?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👀 Các con hãy nhìn lên màn hình:</a:t>
            </a:r>
            <a:br/>
            <a:br/>
            <a:r>
              <a:t>• Mắt chúng mình thấy những chữ cái nhảy múa.</a:t>
            </a:r>
            <a:br/>
            <a:r>
              <a:t>• Mắt thấy bạn gấu và cầu vồng rực rỡ.</a:t>
            </a:r>
            <a:br/>
            <a:r>
              <a:t>• Tai nghe thấy tiếng nhạc vui tươi phát ra từ loa!</a:t>
            </a:r>
            <a:br/>
            <a:br/>
            <a:r>
              <a:t>👉 Đó là 3 người bạn: CHỮ, HÌNH, ÂM THANH!</a:t>
            </a:r>
          </a:p>
        </p:txBody>
      </p:sp>
      <p:pic>
        <p:nvPicPr>
          <p:cNvPr id="6" name="Picture 5" descr="tth_chu_hinh_amthan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Ba món quà kỳ diệu của máy tính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EBF8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1. CHỮ VIẾT 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323232"/>
                </a:solidFill>
                <a:latin typeface="Arial"/>
              </a:defRPr>
            </a:pPr>
            <a:r>
              <a:t>Chữ cái A, B, C, tên em, lời kể chuyện cổ tích.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EBFF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2. HÌNH ẢNH 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323232"/>
                </a:solidFill>
                <a:latin typeface="Arial"/>
              </a:defRPr>
            </a:pPr>
            <a:r>
              <a:t>Tranh vẽ, ảnh chụp gia đình, phim hoạt hình sắc màu.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FF8EB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3. ÂM THANH 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323232"/>
                </a:solidFill>
                <a:latin typeface="Arial"/>
              </a:defRPr>
            </a:pPr>
            <a:r>
              <a:t>Tiếng chim hót, bài hát thiếu nhi, giọng nói của cô.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THỬ THÁCH 🕵️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Trò chơi: Bé làm Thám tử nhí đoán đúng!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48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Bức tranh chú mèo con là dạng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👉 HÌNH ẢNH 🖼️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Tiếng còi tàu hỏa tu tu là dạng gì?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👉 ÂM THANH 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526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Dòng chữ "BÉ NGOAN" là dạng gì?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👉 CHỮ VIẾT 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điều bé ghi nhớ sau bài học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BÉ GHI NHỚ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Máy tính có 3 người bạn kỳ diệu: Chữ viết, Hình ảnh và Âm thanh.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Mắt dùng để đọc Chữ và xem Hình ảnh.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Tai dùng để lắng nghe Âm thanh phát ra từ Loa máy tính.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Không mở âm thanh quá to để bảo vệ đôi tai xinh xắn!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4614"/>
                </a:solidFill>
                <a:latin typeface="Arial"/>
              </a:defRPr>
            </a:pPr>
            <a:r>
              <a:t>CÁC CON RẤT GIỎI!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Về nhà hãy cùng bố mẹ nhận biết chữ, hình và âm thanh nhé!</a:t>
            </a:r>
            <a:br/>
            <a:br/>
            <a:r>
              <a:t>Hẹn gặp lại các con ở tiết học tuần sau! 👋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