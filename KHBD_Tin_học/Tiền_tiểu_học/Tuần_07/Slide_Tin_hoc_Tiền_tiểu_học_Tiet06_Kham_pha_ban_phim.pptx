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TIỀN TIỂU HỌC • TUẦN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C4614"/>
                </a:solidFill>
                <a:latin typeface="Arial"/>
              </a:defRPr>
            </a:pPr>
            <a:r>
              <a:t>BÀI 6: KHÁM PHÁ</a:t>
            </a:r>
            <a:br/>
            <a:r>
              <a:t>BÀN PHÍM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5050"/>
                </a:solidFill>
                <a:latin typeface="Arial"/>
              </a:defRPr>
            </a:pPr>
            <a:r>
              <a:t>⌨️ Cùng làm quen với các phím chữ và phím số dễ thương nào!</a:t>
            </a:r>
          </a:p>
        </p:txBody>
      </p:sp>
      <p:pic>
        <p:nvPicPr>
          <p:cNvPr id="6" name="Picture 5" descr="tth_keyboard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Đố các con: Làm sao để gõ chữ vào máy tính?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23232"/>
                </a:solidFill>
                <a:latin typeface="Arial"/>
              </a:defRPr>
            </a:pPr>
            <a:r>
              <a:t>🤔 Bạn nhỏ ơi!</a:t>
            </a:r>
            <a:br/>
            <a:br/>
            <a:r>
              <a:t>Khi con muốn viết tên mình lên màn hình máy tính, con sẽ dùng đồ vật nào?</a:t>
            </a:r>
            <a:br/>
            <a:br/>
            <a:r>
              <a:t>A. Chuột máy tính 🖱️</a:t>
            </a:r>
            <a:br/>
            <a:r>
              <a:t>B. Bàn phím máy tính ⌨️</a:t>
            </a:r>
            <a:br/>
            <a:r>
              <a:t>C. Loa máy tính 🔊</a:t>
            </a:r>
            <a:br/>
            <a:br/>
            <a:r>
              <a:t>👉 Con đoán thử xem!</a:t>
            </a:r>
          </a:p>
        </p:txBody>
      </p:sp>
      <p:pic>
        <p:nvPicPr>
          <p:cNvPr id="6" name="Picture 5" descr="keyboard_typing_ki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8463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BẢN ĐỒ BÀI HỌC 🗺️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Hôm nay chúng mình sẽ khám phá 4 điều kỳ diệu!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1. BÀN PHÍM LÀ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64646"/>
                </a:solidFill>
                <a:latin typeface="Arial"/>
              </a:defRPr>
            </a:pPr>
            <a:r>
              <a:t>Thiết bị gõ chữ và số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2. CÁC PHÍM QUEN THUỘC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64646"/>
                </a:solidFill>
                <a:latin typeface="Arial"/>
              </a:defRPr>
            </a:pPr>
            <a:r>
              <a:t>Phím Chữ, Số, Cách, Enter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3. TẬP GÕ NHẸ NHÀNG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64646"/>
                </a:solidFill>
                <a:latin typeface="Arial"/>
              </a:defRPr>
            </a:pPr>
            <a:r>
              <a:t>Dùng đầu ngón tay xinh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19456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23960" y="21945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4. TRÒ CHƠI AI NHANH HƠN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64646"/>
                </a:solidFill>
                <a:latin typeface="Arial"/>
              </a:defRPr>
            </a:pPr>
            <a:r>
              <a:t>Tìm phím siêu tốc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1 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Toàn cảnh bàn phím máy tính thân quen</a:t>
            </a:r>
          </a:p>
        </p:txBody>
      </p:sp>
      <p:pic>
        <p:nvPicPr>
          <p:cNvPr id="4" name="Picture 3" descr="keyboard_diagram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6984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2 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Phím chữ cái và Phím số nằm ở đâu?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0F8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4846320" cy="457200"/>
          </a:xfrm>
          <a:prstGeom prst="roundRect">
            <a:avLst>
              <a:gd name="adj" fmla="val 1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🔤 VÙNG PHÍM CHỮ CÁI (A - 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• Nằm ở vị trí trung tâm bàn phím.</a:t>
            </a:r>
            <a:br/>
            <a:r>
              <a:t>• Gồm đầy đủ các chữ cái từ A đến Z.</a:t>
            </a:r>
            <a:br/>
            <a:r>
              <a:t>• Giúp con gõ tên mình, tên bạn, tên bố mẹ lên máy tính!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FFAEB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194560"/>
            <a:ext cx="4846320" cy="45720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🔢 VÙNG PHÍM SỐ (0 - 9)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• Nằm ở hàng trên cùng của bàn phím.</a:t>
            </a:r>
            <a:br/>
            <a:r>
              <a:t>• Gồm các số từ 1, 2, 3... đến 9, 0.</a:t>
            </a:r>
            <a:br/>
            <a:r>
              <a:t>• Giúp con gõ số tuổi, số ngày sinh và các phép tính!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3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Hai người bạn đặc biệt: Phím Cách &amp; Phím 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FFFE6"/>
          </a:solidFill>
          <a:ln w="25400">
            <a:solidFill>
              <a:srgbClr val="D2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23232"/>
                </a:solidFill>
                <a:latin typeface="Arial"/>
              </a:defRPr>
            </a:pPr>
            <a:r>
              <a:t>🟡 PHÍM CÁCH (SPACEBAR)</a:t>
            </a:r>
            <a:br/>
            <a:br/>
            <a:r>
              <a:t>• Là PHÍM DÀI NHẤT trên bàn phím!</a:t>
            </a:r>
            <a:br/>
            <a:r>
              <a:t>• Nằm ở hàng dưới cùng.</a:t>
            </a:r>
            <a:br/>
            <a:r>
              <a:t>• Chức năng: Tạo khoảng trống giữa 2 từ.</a:t>
            </a:r>
            <a:br/>
            <a:r>
              <a:t>👉 Ví dụ: Bé (cách) Ngoan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5EB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23232"/>
                </a:solidFill>
                <a:latin typeface="Arial"/>
              </a:defRPr>
            </a:pPr>
            <a:r>
              <a:t>🟣 PHÍM ENTER (XUỐNG DÒNG)</a:t>
            </a:r>
            <a:br/>
            <a:br/>
            <a:r>
              <a:t>• Phím to có mũi tên cong ↵</a:t>
            </a:r>
            <a:br/>
            <a:r>
              <a:t>• Nằm ở mép bên phải bàn phím.</a:t>
            </a:r>
            <a:br/>
            <a:r>
              <a:t>• Chức năng: Xuống dòng mới để viết tiếp!</a:t>
            </a:r>
            <a:br/>
            <a:r>
              <a:t>👉 Giống như lật sang trang mới.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THỰC HÀNH 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Bí quyết đặt tay và gõ phím nhẹ nhàng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82828"/>
                </a:solidFill>
                <a:latin typeface="Arial"/>
              </a:defRPr>
            </a:pPr>
            <a:r>
              <a:t>🌿 Quy tắc bàn tay xinh:</a:t>
            </a:r>
            <a:br/>
            <a:br/>
            <a:r>
              <a:t>1. Đặt nhẹ các ngón tay lên bàn phím.</a:t>
            </a:r>
            <a:br/>
            <a:r>
              <a:t>2. Dùng ĐẦU NGÓN TAY gõ nhẹ từng phím.</a:t>
            </a:r>
            <a:br/>
            <a:r>
              <a:t>3. ❌ Không đập mạnh hay gõ dồn dập.</a:t>
            </a:r>
            <a:br/>
            <a:r>
              <a:t>4. Gõ xong 1 chữ thì nhấn PHÍM CÁCH 1 lần nhé!</a:t>
            </a:r>
          </a:p>
        </p:txBody>
      </p:sp>
      <p:pic>
        <p:nvPicPr>
          <p:cNvPr id="6" name="Picture 5" descr="keyboard_typing_ki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48463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THỬ THÁCH 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Trò chơi: Bé nhanh mắt tìm phím!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Câu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148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Phím nào DÀI NHẤT trên bàn phím?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48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Arial"/>
              </a:defRPr>
            </a:pPr>
            <a:r>
              <a:t>👉 Phím Cách (Space)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Câu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337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Muốn xuống dòng mới, bé bấm phím gì?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Arial"/>
              </a:defRPr>
            </a:pPr>
            <a:r>
              <a:t>👉 Phím Enter 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Câu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526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Muốn gõ số tuổi của mình (5, 6), bé tìm ở đâu?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26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Arial"/>
              </a:defRPr>
            </a:pPr>
            <a:r>
              <a:t>👉 Hàng phím số trên cùng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Những điều bé ghi nhớ sau bài học hôm nay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EM GHI NHỚ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Bàn phím dùng để gõ chữ cái và số vào máy tính.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Phím cách (Space) là phím dài nhất, dùng để tạo khoảng trống.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Phím Enter dùng để xuống dòng mới.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Luôn gõ nhẹ nhàng bằng đầu ngón tay, giữ bàn phím sạch sẽ!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7"/>
                </a:solidFill>
                <a:latin typeface="Arial"/>
              </a:defRPr>
            </a:pPr>
            <a:r>
              <a:t>CÁC CON GIỎI LẮM!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Về nhà các con cùng bố mẹ đố tìm các chữ cái trên bàn phím nhé!</a:t>
            </a:r>
            <a:br/>
            <a:br/>
            <a:r>
              <a:t>Hẹn gặp lại các con ở tiết học tuần sau! 👋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