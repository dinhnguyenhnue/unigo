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Em ngồi máy tính an toàn 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Tiền Tiểu học • Bài 2</a:t>
            </a:r>
          </a:p>
        </p:txBody>
      </p:sp>
      <p:pic>
        <p:nvPicPr>
          <p:cNvPr id="6" name="Picture 5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2. EM NGỒI MÁY TÍNH AN TOÀN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Ai ngồi đúng tư thế nào?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Con hãy nhìn hai hình mẫu: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Bạn nào đang ngồi thẳng lưng, mắt cách màn hình vừa đủ?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Cùng chỉ cho cô xem nhé!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2. EM NGỒI MÁY TÍNH AN TOÀN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Tư thế ngồi chuẩn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Lưng thẳng, tựa nhẹ vào ghế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ctivity_draw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Hai chân đặt bằng phẳng trên sàn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Mắt cách màn hình 50-70cm (bằng 1 cánh tay)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ver_v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Cánh tay vuông góc khi dùng bàn phím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2. EM NGỒI MÁY TÍNH AN TOÀN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Bảo vệ đôi mắt của 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ver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Không ngồi quá gần màn hình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1_bullet1_class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Nghỉ ngơi mắt sau mỗi 15-20 phút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1_bullet2_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Nhìn ra xa cửa sổ để thư giãn mắt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1_bullet3_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Giữ phòng học đủ ánh sáng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2. EM NGỒI MÁY TÍNH AN TOÀN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An toàn điện trong phòng máy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bullet3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Không chạm tay vào ổ cắm hay dây điện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2_bullet1_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Không mang đồ ăn, nước uống gần máy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2_bullet2_key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Báo ngay cho giáo viên khi máy có sự cố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Bắt chước tư thế đúng!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Các con cùng thực hiện 4 bước: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744"/>
                </a:solidFill>
                <a:latin typeface="Arial"/>
              </a:rPr>
              <a:t>Chỉnh ghế thẳng lưng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ctivity_draw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744"/>
                </a:solidFill>
                <a:latin typeface="Arial"/>
              </a:rPr>
              <a:t>Đặt hai chân xuống sàn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744"/>
                </a:solidFill>
                <a:latin typeface="Arial"/>
              </a:rPr>
              <a:t>Đưa tay duỗi thẳng đo màn hình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ver_v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744"/>
                </a:solidFill>
                <a:latin typeface="Arial"/>
              </a:rPr>
              <a:t>Mỉm cười sẵn sàng học bài!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Trò chơi: Đúng hay Sai?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Hành động nào an toàn?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4F9B"/>
                </a:solidFill>
                <a:latin typeface="Arial"/>
              </a:rPr>
              <a:t>Hôm nay em đã nhớ!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744"/>
                </a:solidFill>
                <a:latin typeface="Arial"/>
              </a:rPr>
              <a:t>Ngồi thẳng lưng, chân chạm sàn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744"/>
                </a:solidFill>
                <a:latin typeface="Arial"/>
              </a:rPr>
              <a:t>Mắt xa màn hình một cánh tay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744"/>
                </a:solidFill>
                <a:latin typeface="Arial"/>
              </a:rPr>
              <a:t>Giữ an toàn điện tuyệt đối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Các con giỏi lắm! 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BTVN: Hướng dẫn bố mẹ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tư thế ngồi máy tính đúng ở nhà!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