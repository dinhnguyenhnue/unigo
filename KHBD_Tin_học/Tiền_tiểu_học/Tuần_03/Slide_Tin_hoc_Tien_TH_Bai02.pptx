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Máy tính quanh em 🖥️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Tiền Tiểu học • Bài 2</a:t>
            </a:r>
          </a:p>
        </p:txBody>
      </p:sp>
      <p:pic>
        <p:nvPicPr>
          <p:cNvPr id="6" name="Picture 5" descr="cover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2. MÁY TÍNH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Ai nhìn thấy máy tính rồi?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Con hãy nhìn xung quanh lớp và ở nhà mình: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Máy tính trông như thế nào?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2744"/>
                </a:solidFill>
                <a:latin typeface="Arial"/>
              </a:rPr>
              <a:t>Cùng chỉ cho cô và các bạn biết nhé!</a:t>
            </a:r>
          </a:p>
        </p:txBody>
      </p:sp>
      <p:pic>
        <p:nvPicPr>
          <p:cNvPr id="9" name="Picture 8" descr="warmup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Khám phá: Máy tính kỳ diệu!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Cùng xem video khám phá thế giới máy tính thông minh nhé!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https://www.youtube.com/watch?v=kYJ5z5_W2hY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video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2. MÁY TÍNH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4 bộ phận kỳ diệu của máy tính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Màn hình — để con nhìn tranh ảnh, video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2_lo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Bàn phím — để con gõ chữ và số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3_lo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Chuột — để con điều khiển mũi tên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4_lo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2744"/>
                </a:solidFill>
                <a:latin typeface="Arial"/>
              </a:rPr>
              <a:t>Thân máy — bộ não lưu trữ thông tin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Bé chỉ đúng bộ phận nào!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Các con cùng gọi tên 4 bộ phận nhé: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actice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Chỉ vào màn hình máy tính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actice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Chỉ vào bàn phím gõ chữ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actice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Cầm chuột máy tính trên bàn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actice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744"/>
                </a:solidFill>
                <a:latin typeface="Arial"/>
              </a:rPr>
              <a:t>Chỉ vào thân máy tính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Trò chơi: Nhanh mắt nhanh tay!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Ghép đúng công dụng của từng bộ phận: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Màn hình ↔ Xem phim hoạt hình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Bàn phím ↔ Gõ tên của em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Chuột máy ↔ Nhấp chọn tranh vẽ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Thân máy ↔ Bộ não xử lý thông minh</a:t>
            </a:r>
          </a:p>
        </p:txBody>
      </p:sp>
      <p:pic>
        <p:nvPicPr>
          <p:cNvPr id="9" name="Picture 8" descr="activity_lo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744"/>
                </a:solidFill>
                <a:latin typeface="Arial"/>
              </a:rPr>
              <a:t>Hôm nay các con đã nhớ!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EBF3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744"/>
                </a:solidFill>
                <a:latin typeface="Arial"/>
              </a:rPr>
              <a:t>Máy tính có 4 bộ phận chính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EBF3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744"/>
                </a:solidFill>
                <a:latin typeface="Arial"/>
              </a:rPr>
              <a:t>Biết gọi tên màn hình, bàn phím, chuột, thân máy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EBF3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744"/>
                </a:solidFill>
                <a:latin typeface="Arial"/>
              </a:rPr>
              <a:t>Giữ gìn máy tính cẩn thận và sạch sẽ</a:t>
            </a:r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Các con học giỏi lắm!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Kể cho bố mẹ nghe về 4 bộ phận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của chiếc máy tính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