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Em ngồi máy tính an toàn 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Tiền Tiểu học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TIỀN TIỂU HỌC • KHÁM PHÁ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Arial"/>
              </a:defRPr>
            </a:pPr>
            <a:r>
              <a:t>Bạn nào ngồi học đúng tư thế?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34747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❌ SAI</a:t>
            </a:r>
          </a:p>
        </p:txBody>
      </p:sp>
      <p:pic>
        <p:nvPicPr>
          <p:cNvPr id="9" name="Picture 8" descr="ai_bad_pos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310896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a: Ngồi sai (Gù lưng)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331720"/>
            <a:ext cx="347472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❌ SAI</a:t>
            </a:r>
          </a:p>
        </p:txBody>
      </p:sp>
      <p:pic>
        <p:nvPicPr>
          <p:cNvPr id="14" name="Picture 13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80360"/>
            <a:ext cx="310896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79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b: Ngồi sai (Cúi sát mắt)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31720"/>
            <a:ext cx="34747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331720"/>
            <a:ext cx="34747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377439"/>
            <a:ext cx="3474720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✅ ĐÚNG</a:t>
            </a:r>
          </a:p>
        </p:txBody>
      </p:sp>
      <p:pic>
        <p:nvPicPr>
          <p:cNvPr id="19" name="Picture 18" descr="ai_good_pos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2880360"/>
            <a:ext cx="3108960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46719" y="4800600"/>
            <a:ext cx="3291839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Hình c: Ngồi đúng (Thẳng lưng)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TIỀN TIỂU HỌC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A2744"/>
                </a:solidFill>
                <a:latin typeface="Arial"/>
              </a:defRPr>
            </a:pPr>
            <a:r>
              <a:t>4 Quy tắc ngồi máy tính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1. Ngồi thẳng lưng, tựa nhẹ vào ghế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2. Hai bàn chân đặt bằng phẳng trên sàn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3. Mắt cách màn hình bằng 1 cánh tay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4. Tuyệt đối không chạm vào ổ cắm điện</a:t>
            </a:r>
          </a:p>
        </p:txBody>
      </p:sp>
      <p:pic>
        <p:nvPicPr>
          <p:cNvPr id="18" name="Picture 17" descr="ai_good_pos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TIỀN TIỂU HỌC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1B4F9B"/>
                </a:solidFill>
                <a:latin typeface="Arial"/>
              </a:defRPr>
            </a:pPr>
            <a:r>
              <a:t>💬 Vì sao con phải ngồi thẳng lưng khi học máy tính?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Giúp con không bị gù lưng và vẹo cột sống.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Giúp đôi mắt của con luôn sáng và khỏe mạnh.</a:t>
            </a:r>
          </a:p>
        </p:txBody>
      </p:sp>
      <p:pic>
        <p:nvPicPr>
          <p:cNvPr id="8" name="Picture 7" descr="ai_good_pos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Ngồi thẳng lưng, mắt cách màn hình 50-70cm và luôn giữ an toàn điện!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TIỀN TIỂU HỌC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Khoảng cách an toàn từ mắt đến màn hình là bao nhiêu?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Rất gần (cúi sát mắt)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Bằng một cánh tay (50-70cm)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Nằm ra bàn để xem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Nhắm mắt lại khi dùng máy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Các con giỏi lắm!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Hãy nhắc nhở bố mẹ và anh chị ngồi đúng tư thế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