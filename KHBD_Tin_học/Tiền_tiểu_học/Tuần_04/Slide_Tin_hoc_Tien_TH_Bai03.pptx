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Em ngồi máy tính an toàn 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Tiền Tiểu học • Bài 3</a:t>
            </a:r>
          </a:p>
        </p:txBody>
      </p:sp>
      <p:pic>
        <p:nvPicPr>
          <p:cNvPr id="6" name="Picture 5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BÀI 3. EM NGỒI MÁY TÍNH AN TOÀN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Bạn nào ngồi đẹp nhất?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A2744"/>
                </a:solidFill>
                <a:latin typeface="Arial"/>
              </a:rPr>
              <a:t>Con hãy nhìn hai bức tranh: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A2744"/>
                </a:solidFill>
                <a:latin typeface="Arial"/>
              </a:rPr>
              <a:t>Bạn nào đang ngồi thẳng lưng, mắt cách màn hình một khoảng vừa đủ?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A2744"/>
                </a:solidFill>
                <a:latin typeface="Arial"/>
              </a:rPr>
              <a:t>Cùng chỉ cho cô xem nhé!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KHÁM PHÁ VIDEO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Cùng xem video: Tư thế ngồi chuẩn! 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A2744"/>
                </a:solidFill>
                <a:latin typeface="Arial"/>
              </a:rPr>
              <a:t>Video hoạt hình hướng dẫn các con ngồi đúng tư thế bảo vệ mắt và cột sống!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A2744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A2744"/>
                </a:solidFill>
                <a:latin typeface="Arial"/>
              </a:rPr>
              <a:t>🔗 Đường link video tham khảo: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A2744"/>
                </a:solidFill>
                <a:latin typeface="Arial"/>
              </a:rPr>
              <a:t>https://www.youtube.com/watch?v=FjC3m4d_F4w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A2744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A2744"/>
                </a:solidFill>
                <a:latin typeface="Arial"/>
              </a:rPr>
              <a:t>💡 Thầy/Cô sẽ chiếu video cho các em quan sát nhé!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BÀI 3. EM NGỒI MÁY TÍNH AN TOÀN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Quy tắc ngồi máy tính an toàn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91440" cy="1613915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5728"/>
            <a:ext cx="2194560" cy="13944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Ngồi thẳng lưng, tựa nhẹ vào lưng ghế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4496" y="2286000"/>
            <a:ext cx="91440" cy="1613915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arn1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395728"/>
            <a:ext cx="2194560" cy="13944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14815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Hai bàn chân đặt bằng phẳng trên sàn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01083"/>
            <a:ext cx="91440" cy="1613915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arn1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210812"/>
            <a:ext cx="2194560" cy="13944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17520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Mắt cách xa màn hình bằng một cánh tay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4496" y="4101083"/>
            <a:ext cx="91440" cy="1613915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arn1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4210812"/>
            <a:ext cx="2194560" cy="13944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14815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Không chạm tay vào ổ điện và dây cắm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Bé thực hành tư thế chuẩn!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Các con cùng thực hiện 4 động tác: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744"/>
                </a:solidFill>
                <a:latin typeface="Arial"/>
              </a:rPr>
              <a:t>Chỉnh ghế ngồi thẳng lưng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earn1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744"/>
                </a:solidFill>
                <a:latin typeface="Arial"/>
              </a:rPr>
              <a:t>Đặt hai chân chạm sàn nhà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earn1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744"/>
                </a:solidFill>
                <a:latin typeface="Arial"/>
              </a:rPr>
              <a:t>Duỗi thẳng một cánh tay đo màn hình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earn1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744"/>
                </a:solidFill>
                <a:latin typeface="Arial"/>
              </a:rPr>
              <a:t>Mỉm cười sẵn sàng học bài!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Trò chơi: Đúng hay Sai?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Hành động nào là an toàn?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Ngồi còng lưng cúi sát mắt ↔ SAI ❌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Nghỉ mắt nhìn ra cửa sổ ↔ ĐÚNG ✅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Vừa uống nước vừa dùng máy ↔ SAI ❌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Báo cô giáo khi máy hỏng ↔ ĐÚNG ✅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2744"/>
                </a:solidFill>
                <a:latin typeface="Arial"/>
              </a:rPr>
              <a:t>Hôm nay các con đã nhớ!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3331464" cy="3291839"/>
          </a:xfrm>
          <a:prstGeom prst="roundRect">
            <a:avLst/>
          </a:prstGeom>
          <a:solidFill>
            <a:srgbClr val="EBF3FE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240279"/>
            <a:ext cx="411480" cy="411480"/>
          </a:xfrm>
          <a:prstGeom prst="ellipse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2744"/>
                </a:solidFill>
                <a:latin typeface="Arial"/>
              </a:rPr>
              <a:t>Ngồi thẳng lưng, chân chạm sàn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8744" y="2103120"/>
            <a:ext cx="3331464" cy="3291839"/>
          </a:xfrm>
          <a:prstGeom prst="roundRect">
            <a:avLst/>
          </a:prstGeom>
          <a:solidFill>
            <a:srgbClr val="EBF3FE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5904" y="2240279"/>
            <a:ext cx="411480" cy="411480"/>
          </a:xfrm>
          <a:prstGeom prst="ellipse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2744"/>
                </a:solidFill>
                <a:latin typeface="Arial"/>
              </a:rPr>
              <a:t>Mắt xa màn hình một cánh tay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3088" y="2103120"/>
            <a:ext cx="3331464" cy="3291839"/>
          </a:xfrm>
          <a:prstGeom prst="roundRect">
            <a:avLst/>
          </a:prstGeom>
          <a:solidFill>
            <a:srgbClr val="EBF3FE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80248" y="2240279"/>
            <a:ext cx="411480" cy="411480"/>
          </a:xfrm>
          <a:prstGeom prst="ellipse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2744"/>
                </a:solidFill>
                <a:latin typeface="Arial"/>
              </a:rPr>
              <a:t>Giữ an toàn điện tuyệt đối</a:t>
            </a:r>
          </a:p>
        </p:txBody>
      </p:sp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Các con giỏi lắm! 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BTVN: Hướng dẫn bố mẹ tư thế ngồi máy tính đúng ở nhà nhé!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