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Em ngồi máy tính an toàn 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Tiền Tiểu học • Bài 3</a:t>
            </a:r>
          </a:p>
        </p:txBody>
      </p:sp>
      <p:pic>
        <p:nvPicPr>
          <p:cNvPr id="6" name="Picture 5" descr="cover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3. EM NGỒI MÁY TÍNH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Bạn nào ngồi đẹp nhất?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Con hãy nhìn hai bức tranh: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Bạn nào đang ngồi thẳng lưng, mắt cách màn hình một khoảng vừa đủ?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Cùng chỉ cho cô xem nhé!</a:t>
            </a:r>
          </a:p>
        </p:txBody>
      </p:sp>
      <p:pic>
        <p:nvPicPr>
          <p:cNvPr id="9" name="Picture 8" descr="cover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Cùng xem video: Tư thế ngồi chuẩn!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Video hoạt hình hướng dẫn các con ngồi đúng tư thế bảo vệ mắt và cột sống!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https://www.youtube.com/watch?v=FjC3m4d_F4w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cover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3. EM NGỒI MÁY TÍNH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Quy tắc ngồi máy tính an toàn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Ngồi thẳng lưng, tựa nhẹ vào lưng ghế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Hai bàn chân đặt bằng phẳng trên sàn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Mắt cách xa màn hình bằng một cánh tay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Không chạm tay vào ổ điện và dây cắm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Bé thực hành tư thế chuẩn!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Các con cùng thực hiện 4 động tác: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Chỉnh ghế ngồi thẳng lưng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Đặt hai chân chạm sàn nhà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Duỗi thẳng một cánh tay đo màn hình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Mỉm cười sẵn sàng học bài!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Trò chơi: Đúng hay Sai?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Hành động nào là an toàn?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Ngồi còng lưng cúi sát mắt ↔ SAI 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Nghỉ mắt nhìn ra cửa sổ ↔ ĐÚNG ✅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Vừa uống nước vừa dùng máy ↔ SAI 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Báo cô giáo khi máy hỏng ↔ ĐÚNG ✅</a:t>
            </a:r>
          </a:p>
        </p:txBody>
      </p:sp>
      <p:pic>
        <p:nvPicPr>
          <p:cNvPr id="9" name="Picture 8" descr="cover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744"/>
                </a:solidFill>
                <a:latin typeface="Arial"/>
              </a:rPr>
              <a:t>Hôm nay các con đã nhớ!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EBF3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744"/>
                </a:solidFill>
                <a:latin typeface="Arial"/>
              </a:rPr>
              <a:t>Ngồi thẳng lưng, chân chạm sàn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EBF3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744"/>
                </a:solidFill>
                <a:latin typeface="Arial"/>
              </a:rPr>
              <a:t>Mắt xa màn hình một cánh tay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EBF3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744"/>
                </a:solidFill>
                <a:latin typeface="Arial"/>
              </a:rPr>
              <a:t>Giữ an toàn điện tuyệt đối</a:t>
            </a: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Các con giỏi lắm!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Hướng dẫn bố mẹ tư thế ngồi máy tính đúng ở nhà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