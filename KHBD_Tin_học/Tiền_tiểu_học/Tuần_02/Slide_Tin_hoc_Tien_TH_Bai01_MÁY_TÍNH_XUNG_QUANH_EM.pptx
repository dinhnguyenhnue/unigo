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080" y="1188720"/>
            <a:ext cx="4572000" cy="4572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797040" y="1097280"/>
            <a:ext cx="5212080" cy="4754880"/>
          </a:xfrm>
          <a:prstGeom prst="roundRect">
            <a:avLst>
              <a:gd name="adj" fmla="val 3000"/>
            </a:avLst>
          </a:prstGeom>
          <a:noFill/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68580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TIN HỌC TIỀN TIỂU HỌC  •  NĂM HỌC 2026 –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6B6B"/>
                </a:solidFill>
                <a:latin typeface="Times New Roman"/>
              </a:rPr>
              <a:t>Bài 1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2D133A"/>
                </a:solidFill>
                <a:latin typeface="Times New Roman"/>
              </a:rPr>
              <a:t>MÁY TÍNH XUNG QUANH EM</a:t>
            </a:r>
          </a:p>
          <a:p>
            <a:pPr>
              <a:spcBef>
                <a:spcPts val="800"/>
              </a:spcBef>
            </a:pPr>
            <a:r>
              <a:rPr sz="1600" i="1">
                <a:solidFill>
                  <a:srgbClr val="666666"/>
                </a:solidFill>
                <a:latin typeface="Times New Roman"/>
              </a:rPr>
              <a:t>Chủ đề: Làm quen với công nghệ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133A"/>
                </a:solidFill>
                <a:latin typeface="Times New Roman"/>
              </a:rPr>
              <a:t>Trường TH &amp; THCS UNIGO</a:t>
            </a:r>
          </a:p>
          <a:p>
            <a:r>
              <a:rPr sz="1600">
                <a:solidFill>
                  <a:srgbClr val="666666"/>
                </a:solidFill>
                <a:latin typeface="Times New Roman"/>
              </a:rPr>
              <a:t>Giáo viên: Đậu Đình Nguyên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71323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6B"/>
                </a:solidFill>
                <a:latin typeface="Times New Roman"/>
              </a:defRPr>
            </a:pPr>
            <a:r>
              <a:t>🎯  Mục tiêu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Chăm chỉ: Tích cực tham gia các hoạt động học tập, hoàn thành nhiệm vụ được giao.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Nhân ái: Biết chia sẻ, hợp tác với bạn bè trong các hoạt động nhóm.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Trách nhiệm: Giữ gìn thiết bị máy tính, sử dụng đúng cách.</a:t>
            </a:r>
          </a:p>
        </p:txBody>
      </p:sp>
      <p:pic>
        <p:nvPicPr>
          <p:cNvPr id="6" name="Picture 5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287780"/>
            <a:ext cx="4191000" cy="419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Times New Roman"/>
              </a:defRPr>
            </a:pPr>
            <a:r>
              <a:t>🎮 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Chiếu hình ảnh nhiều loại máy tính (laptop, máy tính bảng, điện thoại).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Hỏi: "Em đã thấy những thiết bị này ở đâu chưa?"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Nhận xét, dẫn vào bài: Hôm nay chúng ta cùng khám phá máy tính xung quanh em!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778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1188720"/>
            <a:ext cx="109728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Times New Roman"/>
              </a:defRPr>
            </a:pPr>
            <a:r>
              <a:t>📖  Nhận biết các loại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Giới thiệu từng loại máy tính qua hình ảnh lớn trên màn chiếu.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Đặt câu hỏi: "Cái này gọi là gì? Để làm gì?"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Kết luận tên gọi và chức năng từng loại.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Times New Roman"/>
              </a:defRPr>
            </a:pPr>
            <a:r>
              <a:t>📝  Các bộ phận của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Chỉ vào máy tính thật, giới thiệu: màn hình, bàn phím, chuột.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Cho HS lần lượt lên chỉ và gọi tên bộ phận.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778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1188720"/>
            <a:ext cx="109728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Times New Roman"/>
              </a:defRPr>
            </a:pPr>
            <a:r>
              <a:t>✏️  Trò chơi: Tìm đúng tên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Phát thẻ hình ảnh thiết bị, HS ghép với thẻ tên tương ứng.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Nhận xét, chữa bài, tuyên dương nhóm đúng nhanh nhất.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Times New Roman"/>
              </a:defRPr>
            </a:pPr>
            <a:r>
              <a:t>🎯  Em tô màu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Phát phiếu tô màu hình máy tính.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Nhận xét sản phẩm của 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Times New Roman"/>
              </a:defRPr>
            </a:pPr>
            <a:r>
              <a:t>🚀 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4. HOẠT ĐỘNG VẬN DỤNG, TRẢI NGHIỆM (5 phút)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Hỏi: "Về nhà, em thấy máy tính/điện thoại ở đâu? Ai dùng?"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Dặn dò: Về nhà kể cho bố mẹ nghe tên 3 bộ phận của máy tính.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73152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6B"/>
                </a:solidFill>
                <a:latin typeface="Times New Roman"/>
              </a:defRPr>
            </a:pPr>
            <a:r>
              <a:t>📌  Ghi nhớ — MÁY TÍNH XUNG QUANH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Chăm chỉ: Tích cực tham gia các hoạt động học tập, hoàn thành nhiệm vụ được giao.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Nhân ái: Biết chia sẻ, hợp tác với bạn bè trong các hoạt động nhóm.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📚 Bài tập về nhà: Xem lại nội dung bài học và chuẩn bị bài tiếp theo.</a:t>
            </a:r>
          </a:p>
        </p:txBody>
      </p:sp>
      <p:pic>
        <p:nvPicPr>
          <p:cNvPr id="6" name="Picture 5" descr="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9220"/>
            <a:ext cx="4008120" cy="4008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1371600"/>
            <a:ext cx="4114800" cy="411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62800" y="1371600"/>
            <a:ext cx="4572000" cy="4114800"/>
          </a:xfrm>
          <a:prstGeom prst="rect">
            <a:avLst/>
          </a:prstGeom>
          <a:solidFill>
            <a:srgbClr val="FF6B6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38400" y="1828800"/>
            <a:ext cx="7315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560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6B6B"/>
                </a:solidFill>
                <a:latin typeface="Times New Roman"/>
              </a:rPr>
              <a:t>CẢM ƠN CÁC EM! 🎉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
                  <a:srgbClr val="2D133A"/>
                </a:solidFill>
                <a:latin typeface="Times New Roman"/>
              </a:rPr>
              <a:t>Hẹn gặp lại ở tiết học sau!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56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99999"/>
                </a:solidFill>
                <a:latin typeface="Times New Roman"/>
              </a:rPr>
              <a:t>Trường TH &amp; THCS UNIGO  •  GV: Đậu Đình Nguyên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