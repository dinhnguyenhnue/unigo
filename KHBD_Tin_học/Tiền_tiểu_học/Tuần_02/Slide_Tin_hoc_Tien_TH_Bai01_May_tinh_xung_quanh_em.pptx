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5"/>
    <p:sldId id="257" r:id="rId4"/>
    <p:sldId id="258" r:id="rId3"/>
    <p:sldId id="259" r:id="rId2"/>
    <p:sldId id="260" r:id="rId10"/>
    <p:sldId id="261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6" y="1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4.xml"/><Relationship Id="rId3" Type="http://schemas.openxmlformats.org/officeDocument/2006/relationships/slide" Target="slides/slide3.xml"/><Relationship Id="rId4" Type="http://schemas.openxmlformats.org/officeDocument/2006/relationships/slide" Target="slides/slide2.xml"/><Relationship Id="rId5" Type="http://schemas.openxmlformats.org/officeDocument/2006/relationships/slide" Target="slides/slide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2D0BA-FBE9-6E44-691F-000C693EA2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E97D33-3B98-BBDE-4334-263FB7EE47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0CF0E5-ADF7-8470-3B9F-91C48728E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504DA-4D4F-4EDC-F344-F03CE86DB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49F38-FA9E-B600-327E-9BDCCF10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410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FD97-87FB-631E-EEF8-6E51DCB4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4DE0B9-02FF-4F72-ED16-1FB31B56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B87DC-AA2C-EDEA-982F-36A5FDC6D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6E27A9-4B0A-C4FB-C65C-DD407FABC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47FF0C-E183-66BE-709C-448A4AC57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44FD-7E48-FCDF-CF0B-2B23DE132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94DECC-CB72-B397-C02A-C5108354B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1C495-26F5-512C-E243-F8AA335A8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E351D-6FC7-D545-DF8A-EB162F5B4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B95763-201D-C4E1-EB65-4B88B137B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01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5217B-8EC9-4EA4-9045-0C817687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8FE9A-0D5F-7AE0-E7C8-A53EE8AF7E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4AE5D0-63E8-DCD8-D6B8-306243F3F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9FF46-C6D8-B70D-34CC-F0BBD251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5A21F2-0257-6653-C1B4-BE4271B70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88B2D-A696-926B-CB00-30CB39A21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9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D1804-FC72-EA87-B283-0ED24BD9CD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D6F214-B860-807F-5D59-775C2C3CD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72204-513C-7EE5-A63F-ACD7E6F1F0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089B82-4A6B-0A50-33A8-F57C641AA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7602B8-966B-D55B-DF46-EF8FE962A8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35D0A2-DDAB-2DEB-1654-64E2CF135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526C51-F9C1-C9F7-E325-985744413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CD2BB8-A738-B00D-CD4F-1E516729D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551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058C7-EC99-CA69-69A1-B71A2EE1F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82FDDE-258E-65C9-5E9B-059B5310B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88222D-5913-69EE-C0A1-2115B6A3B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364462-4379-23E8-5042-4188F242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9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2B39AE-76E9-53E8-5AC2-AD6E83AE5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39721-3A37-FE8B-936D-3225F2B6F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6383E3-5325-C6DD-4FD0-655FEA72A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733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9B1C8-88D4-EB75-0A5A-DBF764E94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B7FCE-F57B-B919-56DD-5EDF6227BA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BC4E80-42F9-68B4-89A4-09F4B2E311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E4884-0004-05C1-9162-12837C41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837C-4E57-5E0F-EC87-6499BA034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A4D633-7171-8A0D-E4C6-6D53E0859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06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0E132-6996-68E8-4F29-37C27BB8E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434507-83A3-0D3E-B631-5AA2974E0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259C-71C9-5E4F-343E-C0E87D750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81087-DD77-D63D-A0AB-E7DF40F5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5EC71-8A66-0F0A-B040-0930D31AA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332627-5E94-EEB1-7186-47F0D5C6F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5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21772-A9B5-C630-07CA-DECD42CD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DBB18D-FEE1-0190-5A10-2B09E03977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11D-A70F-EF10-8E36-12C26924E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3B26D-7C72-7CF5-91E5-6B9F53032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76EA-4D7B-99B2-4676-A289DD637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633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B24F8F-8C52-E27E-05DE-AD92E136AB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CCC27E-F320-1CAF-FC80-1F7384CA5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5A3655-F6DA-384A-BCB5-A32BD9B55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496872-344F-98B4-6458-BAACD263E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A6A315-6909-97E2-34A8-B9CB86B9CF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92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8B8C0F-9B11-4065-AE8C-7637290FB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32" y="829142"/>
            <a:ext cx="10198768" cy="8615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5FE732-1FF5-3147-A7B1-F7E2E0778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77A1F-9F08-BD8F-DAF3-65DDCDFC4F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A7EFA5-8E37-463D-AE92-97FC5095B482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5A47-83AD-EE80-1199-0CCBE354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F62C6C-6174-7774-F45D-8725FE4A3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CEFBC2-8C04-4402-ABC4-7D77DEA1AF45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2C332A-3D9A-458F-2703-2BC4602A665E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40" y="136525"/>
            <a:ext cx="867744" cy="861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0712185-E163-EB6D-9E42-C99AF00858F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81" t="23826" r="6770" b="30087"/>
          <a:stretch>
            <a:fillRect/>
          </a:stretch>
        </p:blipFill>
        <p:spPr>
          <a:xfrm>
            <a:off x="0" y="5883441"/>
            <a:ext cx="12252960" cy="1126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347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3" name="Rectangle 2"/>
          <p:cNvSpPr/>
          <p:nvPr/>
        </p:nvSpPr>
        <p:spPr>
          <a:xfrm>
            <a:off x="0" y="1051560"/>
            <a:ext cx="12188952" cy="164592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4" name="TextBox 3"/>
          <p:cNvSpPr txBox="1"/>
          <p:nvPr/>
        </p:nvSpPr>
        <p:spPr>
          <a:xfrm>
            <a:off x="1371600" y="2011680"/>
            <a:ext cx="94457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4457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  <a:latin typeface="Arial"/>
              </a:rPr>
              <a:t>Tin học • Tiền Tiểu học • Bài 1</a:t>
            </a:r>
          </a:p>
        </p:txBody>
      </p:sp>
      <p:pic>
        <p:nvPicPr>
          <p:cNvPr id="6" name="Picture 5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4152" y="1325880"/>
            <a:ext cx="3474720" cy="347472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1.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Các con ơi, nhìn xung quanh nào!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Con có thấy chiếc máy tính nào không?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Chỉ cho cô xem nhé!</a:t>
            </a:r>
          </a:p>
        </p:txBody>
      </p:sp>
      <p:pic>
        <p:nvPicPr>
          <p:cNvPr id="9" name="Picture 8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1.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Đây là máy tính!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Máy tính ở khắp nơi: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Trong phòng học của chúng mình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Ở nhà (laptop của bố mẹ)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Trên tay (điện thoại cũng là máy tính nhỏ!)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1.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Máy tính có những phần nào?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Màn hình — để con nhìn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Bàn phím — để con gõ chữ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Chuột — để con chỉ và nhấp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Thân máy — bộ não của máy tính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BÀI 1. MÁY TÍNH XUNG QUANH 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Máy tính giúp chúng ta làm gì?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286000"/>
            <a:ext cx="6858000" cy="338327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286000"/>
            <a:ext cx="109728" cy="33832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6309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Học bài vui vẻ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Vẽ tranh đẹp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Nghe nhạc hay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● Xem hoạt hình</a:t>
            </a:r>
          </a:p>
        </p:txBody>
      </p:sp>
      <p:pic>
        <p:nvPicPr>
          <p:cNvPr id="9" name="Picture 8" descr="ac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286000"/>
            <a:ext cx="4114799" cy="3383279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Cùng chơi nào!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Con hãy chỉ vào từng bộ phận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và nói tên cho cô nghe: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2004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291840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744"/>
                </a:solidFill>
                <a:latin typeface="Arial"/>
              </a:rPr>
              <a:t>Đâu là màn hình?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5916" y="32004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4516" y="3291840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744"/>
                </a:solidFill>
                <a:latin typeface="Arial"/>
              </a:rPr>
              <a:t>Đâu là bàn phím?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886200"/>
            <a:ext cx="5545836" cy="548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D7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977639"/>
            <a:ext cx="518007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2744"/>
                </a:solidFill>
                <a:latin typeface="Arial"/>
              </a:rPr>
              <a:t>Đâu là chuột?</a:t>
            </a:r>
          </a:p>
        </p:txBody>
      </p:sp>
    </p:spTree>
  </p:cSld>
  <p:clrMapOvr>
    <a:masterClrMapping/>
  </p:clrMapOvr>
  <p:transition spd="med">
    <p:wip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1097280"/>
            <a:ext cx="12188952" cy="411479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124712"/>
            <a:ext cx="116403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  TIỀN TIỂU HỌC • LUYỆN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0020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744"/>
                </a:solidFill>
                <a:latin typeface="Arial"/>
              </a:rPr>
              <a:t>Thử thách nhỏ!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Con hãy vẽ một chiếc máy tính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vào giấy của mình.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A2744"/>
                </a:solidFill>
                <a:latin typeface="Arial"/>
              </a:rPr>
              <a:t>Nhớ vẽ đủ các bộ phận nhé!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Rounded Rectangle 2"/>
          <p:cNvSpPr/>
          <p:nvPr/>
        </p:nvSpPr>
        <p:spPr>
          <a:xfrm>
            <a:off x="548640" y="1188719"/>
            <a:ext cx="11091672" cy="448055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88719"/>
            <a:ext cx="11091672" cy="91440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1371599"/>
            <a:ext cx="105430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B4F9B"/>
                </a:solidFill>
                <a:latin typeface="Arial"/>
              </a:rPr>
              <a:t>Hôm nay con đã biết!</a:t>
            </a:r>
          </a:p>
        </p:txBody>
      </p:sp>
      <p:sp>
        <p:nvSpPr>
          <p:cNvPr id="6" name="Rectangle 5"/>
          <p:cNvSpPr/>
          <p:nvPr/>
        </p:nvSpPr>
        <p:spPr>
          <a:xfrm>
            <a:off x="2377440" y="2057400"/>
            <a:ext cx="7434072" cy="9144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73152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97280" y="2286000"/>
            <a:ext cx="9994392" cy="640080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3774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Máy tính ở xung quanh chúng 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73152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97280" y="3200400"/>
            <a:ext cx="9994392" cy="640080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2918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Máy tính có: màn hình, bàn phím, chuột, thân máy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" y="4114800"/>
            <a:ext cx="73152" cy="640080"/>
          </a:xfrm>
          <a:prstGeom prst="rect">
            <a:avLst/>
          </a:prstGeom>
          <a:solidFill>
            <a:srgbClr val="2D7D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114800"/>
            <a:ext cx="9994392" cy="640080"/>
          </a:xfrm>
          <a:prstGeom prst="roundRect">
            <a:avLst/>
          </a:prstGeom>
          <a:solidFill>
            <a:srgbClr val="EBF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2744"/>
                </a:solidFill>
                <a:latin typeface="Arial"/>
              </a:rPr>
              <a:t>Máy tính giúp con học và chơi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2" name="Rectangle 1"/>
          <p:cNvSpPr/>
          <p:nvPr/>
        </p:nvSpPr>
        <p:spPr>
          <a:xfrm>
            <a:off x="0" y="1051560"/>
            <a:ext cx="12188952" cy="4754879"/>
          </a:xfrm>
          <a:prstGeom prst="rect">
            <a:avLst/>
          </a:prstGeom>
          <a:solidFill>
            <a:srgbClr val="1B4F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914400" y="1508760"/>
            <a:ext cx="103601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Các con giỏi lắm!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36876" y="3063240"/>
            <a:ext cx="7315200" cy="228599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94076" y="3337560"/>
            <a:ext cx="64008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1A2744"/>
                </a:solidFill>
                <a:latin typeface="Arial"/>
              </a:rPr>
              <a:t>Hẹn gặp lại tiết sau nhé!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17</Words>
  <Application>Microsoft Office PowerPoint</Application>
  <PresentationFormat>Widescreen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Monotype Corsiva</vt:lpstr>
      <vt:lpstr>Office Theme</vt:lpstr>
      <vt:lpstr>PowerPoint Presentation</vt:lpstr>
      <vt:lpstr>Môn Tin học lớp </vt:lpstr>
      <vt:lpstr>Môn Tin học lớp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Nguyên Đậu</dc:creator>
  <cp:lastModifiedBy>Nguyên Đậu</cp:lastModifiedBy>
  <cp:revision>4</cp:revision>
  <dcterms:created xsi:type="dcterms:W3CDTF">2026-08-04T15:56:52Z</dcterms:created>
  <dcterms:modified xsi:type="dcterms:W3CDTF">2026-08-04T16:29:42Z</dcterms:modified>
</cp:coreProperties>
</file>