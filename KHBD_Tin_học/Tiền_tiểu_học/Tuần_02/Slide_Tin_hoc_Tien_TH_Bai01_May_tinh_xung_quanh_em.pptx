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Máy tính xung quanh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Tiền Tiểu học • Bài 1</a:t>
            </a:r>
          </a:p>
        </p:txBody>
      </p:sp>
      <p:pic>
        <p:nvPicPr>
          <p:cNvPr id="6" name="Picture 5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BÀI 1. MÁY TÍNH XUNG QUANH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Các con ơi, nhìn xung quanh nào!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A2744"/>
                </a:solidFill>
                <a:latin typeface="Arial"/>
              </a:rPr>
              <a:t>Con có thấy chiếc máy tính nào không?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A2744"/>
                </a:solidFill>
                <a:latin typeface="Arial"/>
              </a:rPr>
              <a:t>Chỉ cho cô xem nhé!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BÀI 1. MÁY TÍNH XUNG QUANH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Đây là máy tính!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2744"/>
                </a:solidFill>
                <a:latin typeface="Arial"/>
              </a:rPr>
              <a:t>Trong phòng học của chúng mình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ctivity_draw_v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2744"/>
                </a:solidFill>
                <a:latin typeface="Arial"/>
              </a:rPr>
              <a:t>Ở nhà (laptop của bố mẹ)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2744"/>
                </a:solidFill>
                <a:latin typeface="Arial"/>
              </a:rPr>
              <a:t>Trên tay (điện thoại cũng là máy tính nhỏ!)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BÀI 1. MÁY TÍNH XUNG QUANH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Máy tính có những phần nào?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5522976" cy="914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ver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468879"/>
            <a:ext cx="164592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2744"/>
                </a:solidFill>
                <a:latin typeface="Arial"/>
              </a:rPr>
              <a:t>Màn hình — để con nhìn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8776" y="2331720"/>
            <a:ext cx="5522976" cy="914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arn1_bullet1_classr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304" y="2468879"/>
            <a:ext cx="164592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45936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2744"/>
                </a:solidFill>
                <a:latin typeface="Arial"/>
              </a:rPr>
              <a:t>Bàn phím — để con gõ chữ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522976" cy="914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arn1_bullet2_lap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5728" y="4297680"/>
            <a:ext cx="1645920" cy="1005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2744"/>
                </a:solidFill>
                <a:latin typeface="Arial"/>
              </a:rPr>
              <a:t>Chuột — để con chỉ và nhấp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4160520"/>
            <a:ext cx="5522976" cy="914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arn1_bullet3_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7304" y="4297680"/>
            <a:ext cx="1645920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45936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2744"/>
                </a:solidFill>
                <a:latin typeface="Arial"/>
              </a:rPr>
              <a:t>Thân máy — bộ não của máy tính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BÀI 1. MÁY TÍNH XUNG QUANH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Máy tính giúp chúng ta làm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5522976" cy="914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bullet3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468879"/>
            <a:ext cx="164592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2744"/>
                </a:solidFill>
                <a:latin typeface="Arial"/>
              </a:rPr>
              <a:t>Học bài vui vẻ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8776" y="2331720"/>
            <a:ext cx="5522976" cy="914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arn2_bullet1_mon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304" y="2468879"/>
            <a:ext cx="164592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45936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2744"/>
                </a:solidFill>
                <a:latin typeface="Arial"/>
              </a:rPr>
              <a:t>Vẽ tranh đẹp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522976" cy="914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arn2_bullet2_key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5728" y="4297680"/>
            <a:ext cx="1645920" cy="1005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2744"/>
                </a:solidFill>
                <a:latin typeface="Arial"/>
              </a:rPr>
              <a:t>Nghe nhạc hay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4160520"/>
            <a:ext cx="5522976" cy="914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arn2_bullet3_mou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7304" y="4297680"/>
            <a:ext cx="1645920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45936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2744"/>
                </a:solidFill>
                <a:latin typeface="Arial"/>
              </a:rPr>
              <a:t>Xem hoạt hình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Cùng chơi nào!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Con hãy chỉ vào từng bộ phận và nói tên cho cô nghe: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3605784" cy="16459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371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1868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744"/>
                </a:solidFill>
                <a:latin typeface="Arial"/>
              </a:rPr>
              <a:t>Đâu là màn hình?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3017520"/>
            <a:ext cx="3605784" cy="16459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ctivity_draw_v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4464" y="3154679"/>
            <a:ext cx="1280160" cy="13715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37504" y="3154679"/>
            <a:ext cx="1868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744"/>
                </a:solidFill>
                <a:latin typeface="Arial"/>
              </a:rPr>
              <a:t>Đâu là bàn phím?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5968" y="3017520"/>
            <a:ext cx="3605784" cy="16459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8847" y="3154679"/>
            <a:ext cx="1280160" cy="13715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71888" y="3154679"/>
            <a:ext cx="1868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744"/>
                </a:solidFill>
                <a:latin typeface="Arial"/>
              </a:rPr>
              <a:t>Đâu là chuột?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Thử thách nhỏ!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A2744"/>
                </a:solidFill>
                <a:latin typeface="Arial"/>
              </a:rPr>
              <a:t>Con hãy vẽ một chiếc máy tính vào giấy của mình.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A2744"/>
                </a:solidFill>
                <a:latin typeface="Arial"/>
              </a:rPr>
              <a:t>Nhớ vẽ đủ các bộ phận nhé!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B4F9B"/>
                </a:solidFill>
                <a:latin typeface="Arial"/>
              </a:rPr>
              <a:t>Hôm nay con đã biết!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42316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2744"/>
                </a:solidFill>
                <a:latin typeface="Arial"/>
              </a:rPr>
              <a:t>Máy tính ở xung quanh chúng 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91840"/>
            <a:ext cx="73152" cy="6400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91840"/>
            <a:ext cx="9994392" cy="640079"/>
          </a:xfrm>
          <a:prstGeom prst="round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2744"/>
                </a:solidFill>
                <a:latin typeface="Arial"/>
              </a:rPr>
              <a:t>Máy tính có: màn hình, bàn phím, chuột, thân máy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297680"/>
            <a:ext cx="73152" cy="64008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297680"/>
            <a:ext cx="9994392" cy="640080"/>
          </a:xfrm>
          <a:prstGeom prst="round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2744"/>
                </a:solidFill>
                <a:latin typeface="Arial"/>
              </a:rPr>
              <a:t>Máy tính giúp con học và chơi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Các con giỏi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337560"/>
            <a:ext cx="7315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611879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1A2744"/>
                </a:solidFill>
                <a:latin typeface="Arial"/>
              </a:rPr>
              <a:t>Hẹn gặp lại tiết sau nhé!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