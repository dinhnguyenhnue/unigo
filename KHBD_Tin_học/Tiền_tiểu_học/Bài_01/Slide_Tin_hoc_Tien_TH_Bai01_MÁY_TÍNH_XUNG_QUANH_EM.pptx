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280160"/>
            <a:ext cx="9144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8120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TIỀN TIỂU HỌC  •  NĂM HỌC 2026 –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2286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6B6B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2D133A"/>
                </a:solidFill>
                <a:latin typeface="Times New Roman"/>
              </a:rPr>
              <a:t>MÁY TÍNH XUNG QUANH EM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Làm quen với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133A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118872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0116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Chăm chỉ: Tích cực tham gia các hoạt động học tập, hoàn thành nhiệm vụ được giao.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Nhân ái: Biết chia sẻ, hợp tác với bạn bè trong các hoạt động nhóm.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Trách nhiệm: Giữ gìn thiết bị máy tính, sử dụng đúng cách.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Chiếu hình ảnh nhiều loại máy tính (laptop, máy tính bảng, điện thoại).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Hỏi: "Em đã thấy những thiết bị này ở đâu chưa?"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Nhận xét, dẫn vào bài: Hôm nay chúng ta cùng khám phá máy tính xung quanh em!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📖  Nhận biết các loại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Giới thiệu từng loại máy tính qua hình ảnh lớn trên màn chiếu.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Đặt câu hỏi: "Cái này gọi là gì? Để làm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Kết luận tên gọi và chức năng từng loại.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📝  Các bộ phận của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Chỉ vào máy tính thật, giới thiệu: màn hình, bàn phím, chuột.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Cho HS lần lượt lên chỉ và gọi tên bộ phận.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✏️  Trò chơi: Tìm đúng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Phát thẻ hình ảnh thiết bị, HS ghép với thẻ tên tương ứng.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Nhận xét, chữa bài, tuyên dương nhóm đúng nhanh nhất.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🎯  Em tô màu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Phát phiếu tô màu hình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Nhận xét sản phẩm của 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Hỏi: "Về nhà, em thấy máy tính/điện thoại ở đâu? Ai dùng?"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Dặn dò: Về nhà kể cho bố mẹ nghe tên 3 bộ phận của máy tính.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6B6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" y="11887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440" y="1188720"/>
            <a:ext cx="109728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9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  <a:latin typeface="Times New Roman"/>
              </a:defRPr>
            </a:pPr>
            <a:r>
              <a:t>📌  Ghi nhớ —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0116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Chăm chỉ: Tích cực tham gia các hoạt động học tập, hoàn thành nhiệm vụ được giao.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Nhân ái: Biết chia sẻ, hợp tác với bạn bè trong các hoạt động nhóm.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6B6B"/>
                </a:solidFill>
                <a:latin typeface="Times New Roman"/>
              </a:rPr>
              <a:t>●  </a:t>
            </a:r>
            <a:r>
              <a:rPr sz="1800">
                <a:solidFill>
                  <a:srgbClr val="2D133A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6B6B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2D133A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