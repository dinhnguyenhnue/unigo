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Bài 3. Máy tính và em 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3 • Bài 3</a:t>
            </a:r>
          </a:p>
        </p:txBody>
      </p:sp>
      <p:pic>
        <p:nvPicPr>
          <p:cNvPr id="6" name="Picture 5" descr="p10_img1_1140x50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BÀI 3. MÁY TÍNH VÀ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Máy tính giúp em những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31407"/>
                </a:solidFill>
                <a:latin typeface="Arial"/>
              </a:rPr>
              <a:t>Trong học tập và cuộc sống hàng ngày: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31407"/>
                </a:solidFill>
                <a:latin typeface="Arial"/>
              </a:rPr>
              <a:t>Em đã dùng máy tính để làm những việc gì?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31407"/>
                </a:solidFill>
                <a:latin typeface="Arial"/>
              </a:rPr>
              <a:t>Cùng chia sẻ với cả lớp nhé!</a:t>
            </a:r>
          </a:p>
        </p:txBody>
      </p:sp>
      <p:pic>
        <p:nvPicPr>
          <p:cNvPr id="9" name="Picture 8" descr="p10_img1_1140x50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KHÁM PHÁ VIDEO BÀI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Video: Lợi ích &amp; An toàn khi dùng máy 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431407"/>
                </a:solidFill>
                <a:latin typeface="Arial"/>
              </a:rPr>
              <a:t>Video chia sẻ cách khai thác máy tính phục vụ học tập và bảo vệ sức khỏe bản thân!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31407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31407"/>
                </a:solidFill>
                <a:latin typeface="Arial"/>
              </a:rPr>
              <a:t>🔗 Đường link video tham khảo: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31407"/>
                </a:solidFill>
                <a:latin typeface="Arial"/>
              </a:rPr>
              <a:t>https://www.youtube.com/watch?v=vVj4u6g_2Fk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31407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431407"/>
                </a:solidFill>
                <a:latin typeface="Arial"/>
              </a:rPr>
              <a:t>💡 Thầy/Cô sẽ chiếu video cho các em quan sát nhé!</a:t>
            </a:r>
          </a:p>
        </p:txBody>
      </p:sp>
      <p:pic>
        <p:nvPicPr>
          <p:cNvPr id="9" name="Picture 8" descr="p10_img1_1140x50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BÀI 3. MÁY TÍNH VÀ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Lợi ích tuyệt vời của máy tính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5522976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10_img1_1140x50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468879"/>
            <a:ext cx="164592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31407"/>
                </a:solidFill>
                <a:latin typeface="Arial"/>
              </a:rPr>
              <a:t>Học tập trực tuyến, tìm kiếm tri thức dễ dàng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8776" y="2331720"/>
            <a:ext cx="5522976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10_img2_1140x50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7304" y="2468879"/>
            <a:ext cx="1645920" cy="1005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45936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31407"/>
                </a:solidFill>
                <a:latin typeface="Arial"/>
              </a:rPr>
              <a:t>Vẽ tranh, nghe nhạc và giải trí lành mạnh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5522976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10_img3_1140x500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5728" y="4297680"/>
            <a:ext cx="1645920" cy="1005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4360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31407"/>
                </a:solidFill>
                <a:latin typeface="Arial"/>
              </a:rPr>
              <a:t>Liên lạc, kết nối với bạn bè và người thân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4160520"/>
            <a:ext cx="5522976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10_img4_1140x100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7304" y="4297680"/>
            <a:ext cx="1645920" cy="1005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45936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31407"/>
                </a:solidFill>
                <a:latin typeface="Arial"/>
              </a:rPr>
              <a:t>Lưu trữ sách vở, tài liệu và hình ảnh kỷ niệm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BÀI 3. MÁY TÍNH VÀ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Tác hại khi sử dụng máy tính sai cách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5522976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10_img4_1140x10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468879"/>
            <a:ext cx="164592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31407"/>
                </a:solidFill>
                <a:latin typeface="Arial"/>
              </a:rPr>
              <a:t>Ngồi quá lâu gây mỏi mắt, cận thị, đau lưng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8776" y="2331720"/>
            <a:ext cx="5522976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11_img1_1140x50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7304" y="2468879"/>
            <a:ext cx="1645920" cy="1005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45936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31407"/>
                </a:solidFill>
                <a:latin typeface="Arial"/>
              </a:rPr>
              <a:t>Nghiện trò chơi điện tử, lười vận động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5522976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11_img2_1140x500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5728" y="4297680"/>
            <a:ext cx="1645920" cy="1005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4360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31407"/>
                </a:solidFill>
                <a:latin typeface="Arial"/>
              </a:rPr>
              <a:t>Nguy cơ tiếp xúc với nội dung không lành mạnh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4160520"/>
            <a:ext cx="5522976" cy="914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11_img3_1140x500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7304" y="4297680"/>
            <a:ext cx="1645920" cy="1005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45936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31407"/>
                </a:solidFill>
                <a:latin typeface="Arial"/>
              </a:rPr>
              <a:t>Ảnh hưởng đến thời gian ngủ và học tập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LUYỆN TẬP TƯƠNG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Xây dựng thời gian biểu hợp lý!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7C2D12"/>
                </a:solidFill>
                <a:latin typeface="Arial"/>
              </a:rPr>
              <a:t>Thực hiện theo các nguyên tắc vàng: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10_img1_1140x50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31407"/>
                </a:solidFill>
                <a:latin typeface="Arial"/>
              </a:rPr>
              <a:t>Chỉ dùng máy tính tối đa 30-45 phút mỗi lần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10_img2_1140x50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31407"/>
                </a:solidFill>
                <a:latin typeface="Arial"/>
              </a:rPr>
              <a:t>Nghỉ ngơi 5-10 phút giữa các giờ học máy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10_img3_1140x500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31407"/>
                </a:solidFill>
                <a:latin typeface="Arial"/>
              </a:rPr>
              <a:t>Ngồi đúng tư thế ở nơi đủ ánh sáng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10_img4_1140x100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31407"/>
                </a:solidFill>
                <a:latin typeface="Arial"/>
              </a:rPr>
              <a:t>Tắt máy tính đúng cách khi sử dụng xong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3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C2D12"/>
                </a:solidFill>
                <a:latin typeface="Arial"/>
              </a:rPr>
              <a:t>Trò chơi: Người dùng thông thái!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Phân loại hành động Nên / Không nên: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Dùng máy tính học Tiếng Anh ↔ NÊN LÀM ✅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Chơi game liên tục 3 tiếng ↔ KHÔNG NÊN ❌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Để máy tính gần cốc nước ↔ KHÔNG NÊN ❌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431407"/>
                </a:solidFill>
                <a:latin typeface="Arial"/>
              </a:rPr>
              <a:t>Nhờ bố mẹ hỗ trợ khi gặp web lạ ↔ NÊN LÀM ✅</a:t>
            </a:r>
          </a:p>
        </p:txBody>
      </p:sp>
      <p:pic>
        <p:nvPicPr>
          <p:cNvPr id="9" name="Picture 8" descr="p10_img1_1140x500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19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7C2D12"/>
                </a:solidFill>
                <a:latin typeface="Arial"/>
              </a:rPr>
              <a:t>Tóm tắt bài học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3331464" cy="3291839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240279"/>
            <a:ext cx="411480" cy="411480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7C2D12"/>
                </a:solidFill>
                <a:latin typeface="Arial"/>
              </a:rPr>
              <a:t>Máy tính là công cụ học tập và giải trí hữu ích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8744" y="2103120"/>
            <a:ext cx="3331464" cy="3291839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65904" y="2240279"/>
            <a:ext cx="411480" cy="411480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5904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5904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7C2D12"/>
                </a:solidFill>
                <a:latin typeface="Arial"/>
              </a:rPr>
              <a:t>Sử dụng máy tính điều độ, khoa học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3088" y="2103120"/>
            <a:ext cx="3331464" cy="3291839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80248" y="2240279"/>
            <a:ext cx="411480" cy="411480"/>
          </a:xfrm>
          <a:prstGeom prst="ellipse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248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248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7C2D12"/>
                </a:solidFill>
                <a:latin typeface="Arial"/>
              </a:rPr>
              <a:t>Bảo vệ sức khỏe và dữ liệu cá nhân</a:t>
            </a:r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C241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Bài học kết thúc! 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BTVN: Lập thời gian biểu sử dụng máy tính trong tuần của em!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