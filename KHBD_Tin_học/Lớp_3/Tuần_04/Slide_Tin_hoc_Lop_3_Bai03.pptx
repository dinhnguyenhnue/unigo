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Bài 3. Máy tính và em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3 • Bài 3</a:t>
            </a:r>
          </a:p>
        </p:txBody>
      </p:sp>
      <p:pic>
        <p:nvPicPr>
          <p:cNvPr id="6" name="Picture 5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BÀI 3. MÁY TÍNH VÀ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Máy tính giúp em những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Trong học tập và cuộc sống hàng ngày: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Em đã dùng máy tính để làm những việc gì?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31407"/>
                </a:solidFill>
                <a:latin typeface="Arial"/>
              </a:rPr>
              <a:t>Cùng chia sẻ với cả lớp nhé!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Video: Lợi ích &amp; An toàn khi dùng máy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>Video chia sẻ cách khai thác máy tính phục vụ học tập và bảo vệ sức khỏe bản thân!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>https://www.youtube.com/watch?v=vVj4u6g_2Fk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31407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BÀI 3. MÁY TÍNH VÀ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Lợi ích tuyệt vời của máy tính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91440" cy="161391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5728"/>
            <a:ext cx="2194560" cy="13944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2423160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Học tập trực tuyến, tìm kiếm tri thức dễ dàng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286000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2286000"/>
            <a:ext cx="91440" cy="161391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95728"/>
            <a:ext cx="2194560" cy="13944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14815" y="2423160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Vẽ tranh, nghe nhạc và giải trí lành mạnh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01083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01083"/>
            <a:ext cx="91440" cy="161391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10812"/>
            <a:ext cx="2194560" cy="13944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17520" y="4238244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Liên lạc, kết nối với bạn bè và người thân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4101083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4101083"/>
            <a:ext cx="91440" cy="161391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4210812"/>
            <a:ext cx="2194560" cy="13944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14815" y="4238244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Lưu trữ sách vở, tài liệu và hình ảnh kỷ niệm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BÀI 3. MÁY TÍNH VÀ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Tác hại khi sử dụng máy tính sai cách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91440" cy="161391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2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5728"/>
            <a:ext cx="2194560" cy="13944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2423160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Ngồi quá lâu gây mỏi mắt, cận thị, đau lưng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286000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4496" y="2286000"/>
            <a:ext cx="91440" cy="161391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2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95728"/>
            <a:ext cx="2194560" cy="13944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14815" y="2423160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Nghiện trò chơi điện tử, lười vận động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01083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01083"/>
            <a:ext cx="91440" cy="161391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2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10812"/>
            <a:ext cx="2194560" cy="13944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17520" y="4238244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Nguy cơ tiếp xúc với nội dung không lành mạnh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4101083"/>
            <a:ext cx="5477256" cy="16139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4101083"/>
            <a:ext cx="91440" cy="161391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2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4210812"/>
            <a:ext cx="2194560" cy="13944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14815" y="4238244"/>
            <a:ext cx="2825496" cy="13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Ảnh hưởng đến thời gian ngủ và học tập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Xây dựng thời gian biểu hợp lý!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7C2D12"/>
                </a:solidFill>
                <a:latin typeface="Arial"/>
              </a:rPr>
              <a:t>Thực hiện theo các nguyên tắc vàng: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Chỉ dùng máy tính tối đa 30-45 phút mỗi lần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Nghỉ ngơi 5-10 phút giữa các giờ học máy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Ngồi đúng tư thế ở nơi đủ ánh sáng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31407"/>
                </a:solidFill>
                <a:latin typeface="Arial"/>
              </a:rPr>
              <a:t>Tắt máy tính đúng cách khi sử dụng xong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3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2D12"/>
                </a:solidFill>
                <a:latin typeface="Arial"/>
              </a:rPr>
              <a:t>Trò chơi: Người dùng thông thái!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31407"/>
                </a:solidFill>
                <a:latin typeface="Arial"/>
              </a:rPr>
              <a:t>Phân loại hành động Nên / Không nên: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31407"/>
                </a:solidFill>
                <a:latin typeface="Arial"/>
              </a:rPr>
              <a:t>Dùng máy tính học Tiếng Anh ↔ NÊN LÀM ✅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31407"/>
                </a:solidFill>
                <a:latin typeface="Arial"/>
              </a:rPr>
              <a:t>Chơi game liên tục 3 tiếng ↔ KHÔNG NÊN 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31407"/>
                </a:solidFill>
                <a:latin typeface="Arial"/>
              </a:rPr>
              <a:t>Để máy tính gần cốc nước ↔ KHÔNG NÊN 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31407"/>
                </a:solidFill>
                <a:latin typeface="Arial"/>
              </a:rPr>
              <a:t>Nhờ bố mẹ hỗ trợ khi gặp web lạ ↔ NÊN LÀM ✅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C2D12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C2D12"/>
                </a:solidFill>
                <a:latin typeface="Arial"/>
              </a:rPr>
              <a:t>Máy tính là công cụ học tập và giải trí hữu ích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C2D12"/>
                </a:solidFill>
                <a:latin typeface="Arial"/>
              </a:rPr>
              <a:t>Sử dụng máy tính điều độ, khoa học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C2D12"/>
                </a:solidFill>
                <a:latin typeface="Arial"/>
              </a:rPr>
              <a:t>Bảo vệ sức khỏe và dữ liệu cá nhân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Bài học kết thúc!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Lập thời gian biểu sử dụng máy tính trong tuần của em!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