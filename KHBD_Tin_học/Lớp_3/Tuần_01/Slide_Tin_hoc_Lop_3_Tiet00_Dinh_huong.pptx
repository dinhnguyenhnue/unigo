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3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5B21B6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06B6D4"/>
                </a:solidFill>
                <a:latin typeface="Times New Roman"/>
              </a:rPr>
              <a:t>Kham pha Tin hoc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8B5CF6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5B21B6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3.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8B5CF6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3: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6B6D4"/>
                </a:solidFill>
                <a:latin typeface="Times New Roman"/>
              </a:rPr>
              <a:t>📚  Chương trình Tin học 3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Em (Computer &amp; Me)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Internet &amp; Mạng (Internet Basics)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Lưu trữ dữ liệu (Data Organization)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số (Digital Ethics)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quyết vấn đề &amp; Lập trình (Coding)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5B21B6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6B6D4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before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I. Trước khi vào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Trang phục chỉnh tề; để balo, giày dép đúng nơi quy định.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Chỉ mang sách, vở, bút và tài liệu được phép vào vị trí ngồi.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NGHIÊM CẤM mang đồ ăn, thức uống, kẹo cao su, chất dễ cháy nổ vào phòng máy.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II. Trong giờ học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Ngồi đúng vị trí, đúng máy tính được phân công.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Kiểm tra máy trước khi bật; không tự ý tháo lắp, cài/gỡ phần mềm.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Chỉ truy cập nội dung phục vụ bài học; cấm chơi game, xem phim.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Giữ trật tự, không nói chuyện riêng, không đi lại tự 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III. Sau khi kết thúc giờ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Tắt máy đúng quy trình (Shutdown); KHÔNG ngắt nguồn đột ngột.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Bàn phím, chuột để ngay ngắn; ghế đẩy sát vào gầm bàn.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 gom rác cá nhân, giấy nháp bỏ vào thùng rác.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8B5CF6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5B21B6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8B5CF6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3.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6B6D4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5B21B6"/>
                </a:solidFill>
                <a:latin typeface="Times New Roman"/>
              </a:rPr>
              <a:t>📌  Ghi nhớ — Tin học 3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8B5CF6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