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5B21B6"/>
          </a:solidFill>
          <a:ln w="9525"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3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5B21B6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06B6D4"/>
                </a:solidFill>
                <a:latin typeface="Times New Roman"/>
              </a:rPr>
              <a:t>Kham pha Tin hoc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8B5CF6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5B21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5B21B6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3.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8B5CF6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3: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6B6D4"/>
                </a:solidFill>
                <a:latin typeface="Times New Roman"/>
              </a:rPr>
              <a:t>📚  Chương trình Tin học 3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Em (Computer &amp; Me)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Internet &amp; Mạng (Internet Basics)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Lưu trữ dữ liệu (Data Organization)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số (Digital Ethics)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quyết vấn đề &amp; Lập trình (Coding)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5B21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5B21B6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06B6D4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mputer_room_rules_1785861971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EA580C"/>
                </a:solidFill>
                <a:latin typeface="Times New Roman"/>
              </a:rPr>
              <a:t>⚠️  Nội quy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Xếp hàng, để giày dép đúng nơi.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mang đồ ăn, nước uống vào.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Bật/tắt máy đúng quy trình.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Gặp sự cố → BÁO NGAY giáo viên.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8B5CF6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5B21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5B21B6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5B21B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8B5CF6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3.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8B5CF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06B6D4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06B6D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5B21B6"/>
                </a:solidFill>
                <a:latin typeface="Times New Roman"/>
              </a:rPr>
              <a:t>📌  Ghi nhớ — Tin học 3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06B6D4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8B5CF6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