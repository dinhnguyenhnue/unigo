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BÀI 3: MÁY TÍNH VÀ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Arial"/>
              </a:defRPr>
            </a:pPr>
            <a:r>
              <a:t>Tiết 2 — Một số loại máy tính khác &amp; An toàn về điện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CA28"/>
                </a:solidFill>
                <a:latin typeface="Arial"/>
              </a:defRPr>
            </a:pPr>
            <a:r>
              <a:t>Tin học 3 • Kết nối tri thức với cuộc sống</a:t>
            </a:r>
          </a:p>
        </p:txBody>
      </p:sp>
      <p:pic>
        <p:nvPicPr>
          <p:cNvPr id="6" name="Picture 5" descr="pag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4389120"/>
            <a:ext cx="365760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6B35"/>
                </a:solidFill>
                <a:latin typeface="Arial"/>
              </a:defRPr>
            </a:pPr>
            <a:r>
              <a:t>🎮 KHỞI ĐỘNG: AI NHANH – AI ĐÚNG?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103120"/>
            <a:ext cx="91440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C2C2C"/>
                </a:solidFill>
                <a:latin typeface="Arial"/>
              </a:defRPr>
            </a:pPr>
            <a:r>
              <a:t>Em hãy kể tên 4 bộ phận cơ bản của máy tính để bàn!</a:t>
            </a:r>
          </a:p>
        </p:txBody>
      </p:sp>
      <p:pic>
        <p:nvPicPr>
          <p:cNvPr id="6" name="Picture 5" descr="pag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383280"/>
            <a:ext cx="54864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2. MỘT SỐ LOẠI MÁY TÍNH</a:t>
            </a:r>
            <a:br/>
            <a:r>
              <a:t>THÔNG DỤNG KHÁC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CA28"/>
                </a:solidFill>
                <a:latin typeface="Arial"/>
              </a:defRPr>
            </a:pPr>
            <a:r>
              <a:t>SGK trang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Arial"/>
              </a:defRPr>
            </a:pPr>
            <a:r>
              <a:t>🔍 HOẠT ĐỘNG 2: Các bộ phận máy tính xách tay</a:t>
            </a:r>
          </a:p>
        </p:txBody>
      </p:sp>
      <p:pic>
        <p:nvPicPr>
          <p:cNvPr id="4" name="Picture 3" descr="pag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5029200" cy="34747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3600" y="2011680"/>
            <a:ext cx="548640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0" y="2286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2C2C"/>
                </a:solidFill>
                <a:latin typeface="Arial"/>
              </a:defRPr>
            </a:pPr>
            <a:r>
              <a:t>Em hãy quan sát Hình 14 (SGK tr.15)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2C2C"/>
                </a:solidFill>
                <a:latin typeface="Arial"/>
              </a:defRPr>
            </a:pPr>
            <a:r>
              <a:t>và ghép các cụm từ: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926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3246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r>
              <a:t>  🟠 Thân máy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r>
              <a:t>  🔵 Màn hình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86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r>
              <a:t>  🟢 Chuột (vùng cảm ứng)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r>
              <a:t>  🟡 Bàn phím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262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4846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r>
              <a:t>với các bộ phận được đánh số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66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r>
              <a:t>của máy tính xách tay.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4CAF50"/>
                </a:solidFill>
                <a:latin typeface="Arial"/>
              </a:defRPr>
            </a:pPr>
            <a:r>
              <a:t>💡 BẠN CÓ BIẾT?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53035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Arial"/>
              </a:defRPr>
            </a:pPr>
            <a:r>
              <a:t>Máy tính xách tay 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r>
              <a:t>Có vùng CẢM ỨNG CHUỘT.</a:t>
            </a:r>
            <a:br/>
            <a:br/>
            <a:r>
              <a:t>Em có thể sử dụng chuột bằng cách di chuyển ngón tay trên đó.</a:t>
            </a:r>
            <a:br/>
            <a:br/>
            <a:r>
              <a:t>(SGK tr.15 - Hình 15)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03120"/>
            <a:ext cx="53035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91E63"/>
                </a:solidFill>
                <a:latin typeface="Arial"/>
              </a:defRPr>
            </a:pPr>
            <a:r>
              <a:t>Điện thoại &amp; Máy tính bảng 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4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2C2C"/>
                </a:solidFill>
                <a:latin typeface="Arial"/>
              </a:defRPr>
            </a:pPr>
            <a:r>
              <a:t>Có MÀN HÌNH CẢM ỨNG.</a:t>
            </a:r>
            <a:br/>
            <a:br/>
            <a:r>
              <a:t>Vừa là chuột, vừa là bàn phím!</a:t>
            </a:r>
            <a:br/>
            <a:br/>
            <a:r>
              <a:t>Em dùng ngón tay chạm trên màn hình.</a:t>
            </a:r>
            <a:br/>
            <a:br/>
            <a:r>
              <a:t>(SGK tr.15 - Hình 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548640"/>
          </a:xfrm>
          <a:prstGeom prst="rect">
            <a:avLst/>
          </a:prstGeom>
          <a:solidFill>
            <a:srgbClr val="FFC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C2C2C"/>
                </a:solidFill>
                <a:latin typeface="Arial"/>
              </a:defRPr>
            </a:pPr>
            <a:r>
              <a:t>📌 GHI NHỚ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144000" cy="1371600"/>
          </a:xfrm>
          <a:prstGeom prst="roundRect">
            <a:avLst>
              <a:gd name="adj" fmla="val 4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20116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Máy tính xách tay, máy tính bảng và</a:t>
            </a:r>
            <a:br/>
            <a:r>
              <a:t>điện thoại thông minh cũng có các bộ phận</a:t>
            </a:r>
            <a:br/>
            <a:r>
              <a:t>cơ bản như máy tính để bàn.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474720"/>
            <a:ext cx="9144000" cy="1097280"/>
          </a:xfrm>
          <a:prstGeom prst="roundRect">
            <a:avLst>
              <a:gd name="adj" fmla="val 4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Màn hình cảm ứng của điện thoại thông minh,</a:t>
            </a:r>
            <a:br/>
            <a:r>
              <a:t>máy tính bảng còn được sử dụng để đưa thông tin vào.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1E63"/>
                </a:solidFill>
                <a:latin typeface="Arial"/>
              </a:defRPr>
            </a:pPr>
            <a:r>
              <a:t>❓ Bộ phận nào của điện thoại thông minh thực hiện chức năng của chuột và bàn phím?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⚡ 3. AN TOÀN VỀ ĐIỆN</a:t>
            </a:r>
            <a:br/>
            <a:r>
              <a:t>KHI SỬ DỤNG MÁY TÍNH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CA28"/>
                </a:solidFill>
                <a:latin typeface="Arial"/>
              </a:defRPr>
            </a:pPr>
            <a:r>
              <a:t>SGK trang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32F2F"/>
                </a:solidFill>
                <a:latin typeface="Arial"/>
              </a:defRPr>
            </a:pPr>
            <a:r>
              <a:t>🔍 HOẠT ĐỘNG 3: Đúng hay Sai?</a:t>
            </a:r>
          </a:p>
        </p:txBody>
      </p:sp>
      <p:pic>
        <p:nvPicPr>
          <p:cNvPr id="4" name="Picture 3" descr="pag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633" y="1719294"/>
            <a:ext cx="4715934" cy="39499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32F2F"/>
                </a:solidFill>
                <a:latin typeface="Arial"/>
              </a:defRPr>
            </a:pPr>
            <a:r>
              <a:t>📋 QUY TẮC AN TOÀN VỀ ĐIỆN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5303520" cy="3657600"/>
          </a:xfrm>
          <a:prstGeom prst="roundRect">
            <a:avLst>
              <a:gd name="adj" fmla="val 400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✅ NÊN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1. Hỏi người lớn khi bật/tắt máy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2. Thông báo khi phát hiện dây ngắt, ổ cắm hở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3. Dùng khăn mềm/chổi phủi bụi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4. Giữ máy tính sạch sẽ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79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5. Sạc đầy pin trước khi dùng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303520" cy="3657600"/>
          </a:xfrm>
          <a:prstGeom prst="roundRect">
            <a:avLst>
              <a:gd name="adj" fmla="val 4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❌ KHÔNG NÊN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1. Tự cắm/rút dây điện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2. Dùng vật sắc nhọn cắm vào nguồn điện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3. Dùng khăn ướt lau máy tính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4. Ăn uống quanh khu vực máy tính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79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5. Vừa sạc vừa sử dụng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6B35"/>
                </a:solidFill>
                <a:latin typeface="Arial"/>
              </a:defRPr>
            </a:pPr>
            <a:r>
              <a:t>📝 LUYỆN TẬP</a:t>
            </a:r>
          </a:p>
        </p:txBody>
      </p:sp>
      <p:pic>
        <p:nvPicPr>
          <p:cNvPr id="4" name="Picture 3" descr="pag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733" y="1920240"/>
            <a:ext cx="508846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91E63"/>
                </a:solidFill>
                <a:latin typeface="Arial"/>
              </a:defRPr>
            </a:pPr>
            <a:r>
              <a:t>🧩 THỬ TÀI EM!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2C2C"/>
                </a:solidFill>
                <a:latin typeface="Arial"/>
              </a:defRPr>
            </a:pPr>
            <a:r>
              <a:t>Minh đang dùng máy tính thì phát hiện có mùi khét từ dây điện.</a:t>
            </a:r>
            <a:br/>
            <a:r>
              <a:t>Theo em Minh nên làm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01752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32004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 Tiếp tục công việc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01752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32004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 Mở cửa to cho bớt mùi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38912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4572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 Chạy ra ngoài báo người lớn 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FFC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4572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 Rút dây cắm điện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6B35"/>
                </a:solidFill>
                <a:latin typeface="Arial"/>
              </a:defRPr>
            </a:pPr>
            <a:r>
              <a:t>🌟 TỔNG KẾT BÀI HỌC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3474720" cy="3200400"/>
          </a:xfrm>
          <a:prstGeom prst="roundRect">
            <a:avLst>
              <a:gd name="adj" fmla="val 4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💻 Các loại máy tính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Máy tính để bàn, xách tay,</a:t>
            </a:r>
            <a:br/>
            <a:r>
              <a:t>máy tính bảng, điện thoại</a:t>
            </a:r>
            <a:br/>
            <a:r>
              <a:t>thông minh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011680"/>
            <a:ext cx="3474720" cy="3200400"/>
          </a:xfrm>
          <a:prstGeom prst="roundRect">
            <a:avLst>
              <a:gd name="adj" fmla="val 4000"/>
            </a:avLst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2194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👆 Cảm ứng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2608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Màn hình cảm ứng vừa là</a:t>
            </a:r>
            <a:br/>
            <a:r>
              <a:t>chuột vừa là bàn phím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011680"/>
            <a:ext cx="3474720" cy="3200400"/>
          </a:xfrm>
          <a:prstGeom prst="roundRect">
            <a:avLst>
              <a:gd name="adj" fmla="val 4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⚡ An toàn điện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92608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Luôn nhờ người lớn</a:t>
            </a:r>
            <a:br/>
            <a:r>
              <a:t>Bảo đảm an toàn về điện</a:t>
            </a:r>
            <a:br/>
            <a:r>
              <a:t>khi sử dụng máy tính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🌟 CÁC EM GIỎI LẮM! 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CA28"/>
                </a:solidFill>
                <a:latin typeface="Arial"/>
              </a:defRPr>
            </a:pPr>
            <a:r>
              <a:t>📚 Bài tập về nhà:</a:t>
            </a:r>
            <a:br/>
            <a:r>
              <a:t>Quan sát các thiết bị số trong gia đình</a:t>
            </a:r>
            <a:br/>
            <a:r>
              <a:t>và ghi lại các bộ phận của chúng.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581</Words>
  <Application>Microsoft Office PowerPoint</Application>
  <PresentationFormat>Widescreen</PresentationFormat>
  <Paragraphs>57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Đình</cp:lastModifiedBy>
  <cp:revision>5</cp:revision>
  <dcterms:created xsi:type="dcterms:W3CDTF">2026-08-04T15:56:52Z</dcterms:created>
  <dcterms:modified xsi:type="dcterms:W3CDTF">2026-09-16T03:13:05Z</dcterms:modified>
</cp:coreProperties>
</file>