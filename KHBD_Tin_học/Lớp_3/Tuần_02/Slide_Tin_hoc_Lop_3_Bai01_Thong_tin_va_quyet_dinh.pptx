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3 • Bài 1</a:t>
            </a:r>
          </a:p>
        </p:txBody>
      </p:sp>
      <p:pic>
        <p:nvPicPr>
          <p:cNvPr id="6" name="Picture 5" descr="bai1_p5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Em hãy đoán xem!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Sáng nay trước khi đi học, em quyết định mặc áo gì?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Em dựa vào đâu để quyết định?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Gợi ý: Xem thời tiết? Hỏi mẹ? Nhìn ra cửa sổ?</a:t>
            </a:r>
          </a:p>
        </p:txBody>
      </p:sp>
      <p:pic>
        <p:nvPicPr>
          <p:cNvPr id="9" name="Picture 8" descr="bai1_p5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Thông tin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Thông tin là những gì em biết được: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Nhìn thấy → hình ảnh, chữ viết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Nghe thấy → âm thanh, lời nói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Cảm nhận → nóng, lạnh, mềm, cứng</a:t>
            </a:r>
          </a:p>
        </p:txBody>
      </p:sp>
      <p:pic>
        <p:nvPicPr>
          <p:cNvPr id="9" name="Picture 8" descr="bai1_p5_img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Thông tin giúp em quyết định!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Ví dụ thực tế: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Trời mưa → em mang áo mưa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Đèn đỏ → em dừng lại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Chuông reo → em vào lớp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Thông tin → Suy nghĩ → Quyết định</a:t>
            </a:r>
          </a:p>
        </p:txBody>
      </p:sp>
      <p:pic>
        <p:nvPicPr>
          <p:cNvPr id="9" name="Picture 8" descr="bai1_p5_img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Các dạng thông tin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Chữ viết (văn bản) — sách, báo, tin nhắn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Hình ảnh — tranh, ảnh chụp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Âm thanh — nhạc, tiếng nói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Video — phim, clip</a:t>
            </a:r>
          </a:p>
        </p:txBody>
      </p:sp>
      <p:pic>
        <p:nvPicPr>
          <p:cNvPr id="9" name="Picture 8" descr="bai1_p5_img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Em hãy thử nào!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Tình huống: Em muốn mua quà sinh nhật cho bạn.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Em cần những thông tin gì?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● Bạn thích gì?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● Em có bao nhiêu tiền?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● Cửa hàng ở đâu?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Trò chơi: Thông tin hay không?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Những cái nào là thông tin?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31407"/>
                </a:solidFill>
                <a:latin typeface="Arial"/>
              </a:rPr>
              <a:t>Bảng thời khóa biểu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31407"/>
                </a:solidFill>
                <a:latin typeface="Arial"/>
              </a:rPr>
              <a:t>Tiếng chuông trường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31407"/>
                </a:solidFill>
                <a:latin typeface="Arial"/>
              </a:rPr>
              <a:t>Một viên đá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31407"/>
                </a:solidFill>
                <a:latin typeface="Arial"/>
              </a:rPr>
              <a:t>Tin nhắn của mẹ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2410C"/>
                </a:solidFill>
                <a:latin typeface="Arial"/>
              </a:rPr>
              <a:t>Hôm nay em đã học!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C2D12"/>
                </a:solidFill>
                <a:latin typeface="Arial"/>
              </a:rPr>
              <a:t>Thông tin là những gì em biết được qua giác quan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C2D12"/>
                </a:solidFill>
                <a:latin typeface="Arial"/>
              </a:rPr>
              <a:t>Thông tin có nhiều dạng: chữ, hình, âm thanh, video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C2D12"/>
                </a:solidFill>
                <a:latin typeface="Arial"/>
              </a:rPr>
              <a:t>Thông tin giúp em đưa ra quyết định đúng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làm tốt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BTVN: Kể 3 thông tin em nhận được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hôm nay và quyết định em đã đưa ra!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