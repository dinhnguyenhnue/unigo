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3 • TUẦN 8 • TIẾT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782D"/>
                </a:solidFill>
                <a:latin typeface="Arial"/>
              </a:defRPr>
            </a:pPr>
            <a:r>
              <a:t>BÀI 4: LÀM VIỆC VỚI</a:t>
            </a:r>
            <a:br/>
            <a:r>
              <a:t>MÁY TÍNH (TIẾT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Tư thế ngồi chuẩn • Bảo vệ mắt &amp; Cột sống • Bật/Tắt máy an toàn</a:t>
            </a:r>
          </a:p>
        </p:txBody>
      </p:sp>
      <p:pic>
        <p:nvPicPr>
          <p:cNvPr id="6" name="Picture 5" descr="posture_sitting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Tư thế ngồi nào giúp em học tốt mà không mỏi?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👀 Thử thách đầu giờ:</a:t>
            </a:r>
            <a:br/>
            <a:br/>
            <a:r>
              <a:t>• Nếu ngồi cong lưng, dí sát mắt vào màn hình thì điều gì sẽ xảy ra? (Mỏi lưng, đau cổ, mờ mắt, cận thị!).</a:t>
            </a:r>
            <a:br/>
            <a:br/>
            <a:r>
              <a:t>• Khoảng cách an toàn từ mắt đến màn hình là bao nhiêu?</a:t>
            </a:r>
            <a:br/>
            <a:r>
              <a:t>👉 Từ 50cm đến 70cm (khoảng 1 sải tay nhỏ của em)!</a:t>
            </a:r>
            <a:br/>
            <a:br/>
            <a:r>
              <a:t>Cùng khám phá tư thế ngồi chuẩn ngay sau đây!</a:t>
            </a:r>
          </a:p>
        </p:txBody>
      </p:sp>
      <p:pic>
        <p:nvPicPr>
          <p:cNvPr id="6" name="Picture 5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 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Quy tắc tư thế ngồi chuẩn và bảo vệ sức khỏe</a:t>
            </a:r>
          </a:p>
        </p:txBody>
      </p:sp>
      <p:pic>
        <p:nvPicPr>
          <p:cNvPr id="4" name="Picture 3" descr="posture_sitting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1192256" cy="37307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2 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Quy trình Bật và Tắt máy tính đúng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EBFFF0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🟢 CÁCH BẬT MÁY TÍNH:</a:t>
            </a:r>
            <a:br/>
            <a:br/>
            <a:r>
              <a:t>1. Bấm nút Power trên Thân máy (CPU).</a:t>
            </a:r>
            <a:br/>
            <a:r>
              <a:t>2. Bấm nút Power trên Màn hình.</a:t>
            </a:r>
            <a:br/>
            <a:r>
              <a:t>3. Chờ màn hình khởi động vào Windows.</a:t>
            </a:r>
            <a:br/>
            <a:r>
              <a:t>👉 Nhấn dứt khoát, không nhấn giữ lâu.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FF5EB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🔴 CÁCH TẮT MÁY (SHUT DOWN):</a:t>
            </a:r>
            <a:br/>
            <a:br/>
            <a:r>
              <a:t>1. Nháy chuột vào nút Start góc trái.</a:t>
            </a:r>
            <a:br/>
            <a:r>
              <a:t>2. Chọn biểu tượng Power ➔ Chọn Shut down.</a:t>
            </a:r>
            <a:br/>
            <a:r>
              <a:t>3. Chờ thùng máy tắt hẳn rồi tắt màn hình.</a:t>
            </a:r>
            <a:br/>
            <a:r>
              <a:t>⚠️ Tuyệt đối không rút phích cắm đột ngột!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kiến thức cốt lõi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LÀM VIỆC VỚI MÁY TÍNH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Ngồi thẳng lưng, mắt ngang đỉnh màn hình, cách màn hình 50 - 70 cm.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Ánh sáng phòng học phải đầy đủ, không để ánh sáng chói vào mắt.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Quy tắc 20-20-20: Mỗi 20 phút nhìn xa thư giãn mắt trong 20 giây.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Bật máy bằng nút Power; Tắt máy chuẩn qua Start ➔ Power ➔ Shut down!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782D"/>
                </a:solidFill>
                <a:latin typeface="Arial"/>
              </a:defRPr>
            </a:pPr>
            <a:r>
              <a:t>CHÚC CÁC EM LUÔN KHỎE MẠNH!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Hãy luôn giữ tư thế ngồi đúng chuẩn mỗi khi học tập nhé!</a:t>
            </a:r>
            <a:br/>
            <a:br/>
            <a:r>
              <a:t>Hẹn gặp lại các em ở Tiết 2 tuần sau!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403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Đình</cp:lastModifiedBy>
  <cp:revision>5</cp:revision>
  <dcterms:created xsi:type="dcterms:W3CDTF">2026-08-04T15:56:52Z</dcterms:created>
  <dcterms:modified xsi:type="dcterms:W3CDTF">2026-09-16T03:59:24Z</dcterms:modified>
</cp:coreProperties>
</file>