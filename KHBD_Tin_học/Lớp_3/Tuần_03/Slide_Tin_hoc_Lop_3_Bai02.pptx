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Bài 2. Xử lí thông tin 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3 • Bài 2</a:t>
            </a:r>
          </a:p>
        </p:txBody>
      </p:sp>
      <p:pic>
        <p:nvPicPr>
          <p:cNvPr id="6" name="Picture 5" descr="p10_img1_1140x5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Đèn đỏ bật sáng — Em làm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Khi đi đường thấy đèn giao thông chuyển sang màu đỏ: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Mắt nhìn thấy (Thông tin vào) -&gt; Bộ não nghĩ 'Cần dừng lại' (Xử lý) -&gt; Chân đạp phanh (Kết quả)!</a:t>
            </a:r>
          </a:p>
        </p:txBody>
      </p:sp>
      <p:pic>
        <p:nvPicPr>
          <p:cNvPr id="9" name="Picture 8" descr="p10_img1_1140x5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Xem Video: Con người &amp; Máy tính xử lý thông tin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Xem cách bộ não và máy tính cùng tiếp nhận, xử lý và đưa ra thông tin!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https://www.youtube.com/watch?v=mQy1e8_A7C0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p10_img1_1140x5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Quy trình xử lý thông tin của con người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1_1140x5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1. Tiếp nhận thông tin qua 5 giác quan (mắt, tai, mũi...)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10_img2_1140x50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2. Bộ não phân tích, suy nghĩ và xử lý thông tin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0_img3_1140x50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3. Đưa ra quyết định hoặc hành động phù hợp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10_img4_1140x10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4. Lưu trữ thông tin vào trí nhớ để dùng lần sau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2. XỬ LÍ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Quy trình xử lý thông tin của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4_1140x1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Thu nhận thông tin vào (Input: bàn phím, chuột)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11_img1_1140x50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Bộ xử lý CPU tính toán, biến đổi dữ liệu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1_img2_1140x50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Xuất kết quả ra ngoài (Output: màn hình, loa)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11_img3_1140x50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31407"/>
                </a:solidFill>
                <a:latin typeface="Arial"/>
              </a:rPr>
              <a:t>Lưu trữ dữ liệu vào ổ đĩa và bộ nhớ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Phân tích ví dụ thực tế!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C2D12"/>
                </a:solidFill>
                <a:latin typeface="Arial"/>
              </a:rPr>
              <a:t>Xác định các bước xử lý thông tin: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1_1140x5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Nghe tiếng chuông reo ↔ Thu nhận thông tin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0_img2_1140x50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Biết đến giờ vào lớp ↔ Não xử lý thông tin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0_img3_1140x50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Đi nhanh vào chỗ ngồi ↔ Đưa ra quyết định/hành động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0_img4_1140x10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Gõ phím 2+3, màn hình hiện 5 ↔ Máy tính xử lý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Trò chơi: Thần đồng tính nhanh!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So tài giữa Não người và Máy tính: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Tính 15 + 25 ↔ Cả người và máy tính đều nhanh!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Tính 9876 x 5432 ↔ Máy tính xử lý trong chớp mắt!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Vẽ tranh sáng tạo ↔ Con người cảm xúc và sáng tạo hơn!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Ghi nhớ 10.000 cuốn sách ↔ Máy tính lưu trữ vượt trội!</a:t>
            </a:r>
          </a:p>
        </p:txBody>
      </p:sp>
      <p:pic>
        <p:nvPicPr>
          <p:cNvPr id="9" name="Picture 8" descr="p10_img1_1140x5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C2D12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C2D12"/>
                </a:solidFill>
                <a:latin typeface="Arial"/>
              </a:rPr>
              <a:t>Quá trình xử lý: Thu nhận -&gt; Xử lý -&gt; Xuất kết quả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C2D12"/>
                </a:solidFill>
                <a:latin typeface="Arial"/>
              </a:rPr>
              <a:t>Bộ não là trung tâm xử lý thông tin của con người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C2D12"/>
                </a:solidFill>
                <a:latin typeface="Arial"/>
              </a:rPr>
              <a:t>CPU là bộ não xử lý thông tin của máy tính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Bài học kết thúc!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Tìm thêm 2 ví dụ về xử lý thông tin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trong cuộc sống hàng ngày!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