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Bài 2. Xử lí thông tin 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3 • Bài 2</a:t>
            </a:r>
          </a:p>
        </p:txBody>
      </p:sp>
      <p:pic>
        <p:nvPicPr>
          <p:cNvPr id="6" name="Picture 5" descr="bai1_p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Bộ não chúng ta xử lý thế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Khi nhìn thấy đèn giao thông chuyển sang màu đỏ: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Em sẽ làm gì?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Đó chính là quá trình xử lý thông tin đấy!</a:t>
            </a:r>
          </a:p>
        </p:txBody>
      </p:sp>
      <p:pic>
        <p:nvPicPr>
          <p:cNvPr id="9" name="Picture 8" descr="bai1_p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Con người xử lý thông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Tiếp nhận thông tin qua giác quan (mắt, tai, mũi...)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5_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Bộ não suy nghĩ, phân tích và xử lý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5_img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Đưa ra quyết định hoặc hành động phù hợp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Máy tính xử lý thông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5_img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Thu nhận thông tin vào (Input: bàn phím, chuột)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6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Bộ xử lý CPU tính toán và xử lý dữ liệu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6_img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Xuất kết quả ra ngoài (Output: màn hình, loa)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So sánh Não người ↔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6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Bộ não con người: sáng tạo, cảm xúc, linh hoạt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6_img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Máy tính: tính toán cực nhanh, chính xác, không mệt mỏi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7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Con người điều khiển máy tính phục vụ cuộc sống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Phân tích ví dụ!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C2D12"/>
                </a:solidFill>
                <a:latin typeface="Arial"/>
              </a:rPr>
              <a:t>Xác định 3 giai đoạn xử lý thông tin: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3605784" cy="16459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371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1868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Nghe tiếng chuông báo thức (Thông tin vào)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3017520"/>
            <a:ext cx="3605784" cy="16459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5_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464" y="3154679"/>
            <a:ext cx="1280160" cy="13715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37504" y="3154679"/>
            <a:ext cx="1868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Bộ não biết đã đến giờ dậy (Xử lý)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5968" y="3017520"/>
            <a:ext cx="3605784" cy="16459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5_img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847" y="3154679"/>
            <a:ext cx="1280160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71888" y="3154679"/>
            <a:ext cx="1868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Thức dậy chuẩn bị đi học (Kết quả)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Trò chơi: Thần đồng tính nhanh!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Thi đấu giữa Não người &amp; Máy tính:</a:t>
            </a:r>
          </a:p>
        </p:txBody>
      </p:sp>
      <p:pic>
        <p:nvPicPr>
          <p:cNvPr id="9" name="Picture 8" descr="bai1_p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2410C"/>
                </a:solidFill>
                <a:latin typeface="Arial"/>
              </a:rPr>
              <a:t>Tóm tắt kiến thức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C2D12"/>
                </a:solidFill>
                <a:latin typeface="Arial"/>
              </a:rPr>
              <a:t>Quá trình xử lý: Tiếp nhận -&gt; Xử lý -&gt; Quyết định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C2D12"/>
                </a:solidFill>
                <a:latin typeface="Arial"/>
              </a:rPr>
              <a:t>Bộ não xử lý thông tin của con người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C2D12"/>
                </a:solidFill>
                <a:latin typeface="Arial"/>
              </a:rPr>
              <a:t>CPU là bộ não xử lý thông tin của máy tính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Bài học kết thúc!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BTVN: Tìm 2 ví dụ về xử lý thông tin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trong sinh hoạt hàng ngày của em!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