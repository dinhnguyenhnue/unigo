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8 • Bài 1</a:t>
            </a:r>
          </a:p>
        </p:txBody>
      </p:sp>
      <p:pic>
        <p:nvPicPr>
          <p:cNvPr id="6" name="Picture 5" descr="cover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1. 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Quan sát và so sánh!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So sánh hai hình ảnh: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● Chiếc bàn tính Abacus cổ đại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● Siêu máy tính hiện đại ngày nay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Điểm giống và khác nhau cốt lõi là gì?</a:t>
            </a:r>
          </a:p>
        </p:txBody>
      </p:sp>
      <p:pic>
        <p:nvPicPr>
          <p:cNvPr id="9" name="Picture 8" descr="warmup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1. 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Từ bàn tính cổ đại đến máy tính cơ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822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Bàn tính Abacus (~2400 TCN) — công cụ tính toán đầu tiên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3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2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79"/>
            <a:ext cx="1645920" cy="8229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65759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Máy tính Pascaline (1642 - Blaise Pascal) — máy tính cơ học dùng bánh răng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5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0915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3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0599"/>
            <a:ext cx="1645920" cy="8229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846320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Máy phân tích (1834 - Charles Babbage) — ý tưởng máy tính tự động đầu tiên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1. 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Kỷ nguyên máy tính điện tử (ENIAC -&gt; PC)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2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822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ENIAC (1946) — máy tính điện tử đầu tiên, dùng đèn chân không, nặng 30 tấn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3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3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79"/>
            <a:ext cx="1645920" cy="8229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65759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Transistor &amp; Mạch tích hợp (IC) — giúp máy tính nhỏ gọn và nhanh hơn gấp ngàn lần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5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0915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mup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0599"/>
            <a:ext cx="1645920" cy="8229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846320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Microprocessor (1971) — sự ra đời của Máy tính cá nhân (PC)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1. LƯỢC SỬ CÔNG CỤ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Máy tính thế hệ mới &amp; Trí tuệ nhân tạo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645920" cy="822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6887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Máy tính ngày càng nhỏ gọn, tốc độ siêu nhanh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2043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2043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79"/>
            <a:ext cx="1645920" cy="8229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1760" y="3657599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Điện toán đám mây &amp; Internet vạn vật (IoT)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59"/>
            <a:ext cx="11274552" cy="10058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09159"/>
            <a:ext cx="109728" cy="100583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00599"/>
            <a:ext cx="1645920" cy="8229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651760" y="4846320"/>
            <a:ext cx="889711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51A03"/>
                </a:solidFill>
                <a:latin typeface="Arial"/>
              </a:rPr>
              <a:t>● Trí tuệ nhân tạo (AI) — máy tính biết học hỏi và suy luận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Sắp xếp mốc lịch sử!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Sắp xếp theo đúng tiến trình thời gian: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Bàn tính Abacus (~2400 TCN) ↔ Công cụ đầu tiên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Máy tính Pascaline (1642) ↔ Bánh răng cơ học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Máy tính ENIAC (1946) ↔ Đèn chân không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2_lop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Vi xử lý Intel (1971) ↔ Máy tính cá nhân (PC)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Thảo luận tương lai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Thảo luận nhóm 4 học sinh (5 phút):</a:t>
            </a:r>
          </a:p>
        </p:txBody>
      </p:sp>
      <p:pic>
        <p:nvPicPr>
          <p:cNvPr id="9" name="Picture 8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45309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Lịch sử tính toán trải qua hàng nghìn năm phát triển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5 thế hệ: Đèn chân không -&gt; Transistor -&gt; IC -&gt; Vi xử lý -&gt;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Xu hướng: Nhỏ gọn hơn, Nhanh hơn, Thông minh hơn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BTVN: Vẽ dòng thời gian 5 mốc quan trọng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trong lịch sử công cụ tính toán!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