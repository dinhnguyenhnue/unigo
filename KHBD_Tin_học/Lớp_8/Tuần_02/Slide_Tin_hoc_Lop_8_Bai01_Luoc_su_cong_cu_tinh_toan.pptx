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8 • Bài 1</a:t>
            </a:r>
          </a:p>
        </p:txBody>
      </p:sp>
      <p:pic>
        <p:nvPicPr>
          <p:cNvPr id="6" name="Picture 5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Quan sát và so sánh!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Hãy nhìn 2 hình ảnh: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Chiếc bàn tính Abacus cổ đại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Siêu máy tính hiện đại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Có điểm gì GIỐNG và KHÁC nhau?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2 phút thảo luận cặp đôi</a:t>
            </a:r>
          </a:p>
        </p:txBody>
      </p:sp>
      <p:pic>
        <p:nvPicPr>
          <p:cNvPr id="9" name="Picture 8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Hành trình từ Abacus đến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Dòng thời gian lược sử: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~2400 TCN — Bàn tính Abacus (Lưỡng Hà)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1642 — Máy Pascaline (Blaise Pascal)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1834 — Máy phân tích (Charles Babbage)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1946 — ENIAC (máy tính điện tử đầu tiên)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1971 — Microprocessor (Intel 4004)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5 thế hệ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1 (1940-1956): Đèn chân không, rất lớn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2 (1956-1963): Transistor, nhỏ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3 (1964-1971): Mạch tích hợp (IC)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4 (1971-nay): Vi xử lý, PC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Thế hệ 5 (tương lai): Trí tuệ nhân tạo (AI)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Xu hướng phát triển hiện nay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Máy tính ngày càng NHỎ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Tốc độ xử lý ngày càng NHANH hơn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Trí tuệ nhân tạo (AI) — máy biết "suy nghĩ"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Điện toán đám mây (Cloud Computing)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● Internet vạn vật (IoT)</a:t>
            </a:r>
          </a:p>
        </p:txBody>
      </p:sp>
      <p:pic>
        <p:nvPicPr>
          <p:cNvPr id="9" name="Picture 8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Sắp xếp theo thời gian!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Hãy sắp xếp đúng thứ tự lịch sử: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ENIAC (1946)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Abacus (~2400 TCN)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Microprocessor (1971)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Pascaline (1642)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51A03"/>
                </a:solidFill>
                <a:latin typeface="Arial"/>
              </a:rPr>
              <a:t>Smartphone (2007)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Thảo luận: Tương lai?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Nhóm 4 em, thảo luận (5 phút):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"Máy tính thế hệ 5 (AI) sẽ thay đổi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cuộc sống như thế nào?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Em nghĩ 20 năm nữa máy tính sẽ ra sao?"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8350F"/>
                </a:solidFill>
                <a:latin typeface="Arial"/>
              </a:rPr>
              <a:t>Trình bày 2 phút/nhóm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45309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Công cụ tính toán phát triển hàng nghìn năm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5 thế hệ: Đèn CK → Transistor → IC → Vi xử lý →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Xu hướng: nhỏ hơn, nhanh hơn, thông minh hơn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BTVN: Vẽ dòng thời gian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5 mốc lịch sử quan trọng nhất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của công cụ tính toán.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