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Ôn tập Đánh giá định kỳ 1 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Tin học • Lớp 8 • Tiết 4 • Ôn tập tương tác</a:t>
            </a:r>
          </a:p>
        </p:txBody>
      </p:sp>
      <p:pic>
        <p:nvPicPr>
          <p:cNvPr id="6" name="Picture 5" descr="p10_img10_800x114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TIẾT 4. ÔN TẬP ĐÁNH GIÁ ĐỊNH KỲ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Thử thách: Đấu trường tri thức!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451A03"/>
                </a:solidFill>
                <a:latin typeface="Arial"/>
              </a:rPr>
              <a:t>Hôm nay chúng ta cùng ôn lại toàn bộ kiến thức Trọng tâm Tiết 1, 2, 3: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51A03"/>
                </a:solidFill>
                <a:latin typeface="Arial"/>
              </a:rPr>
              <a:t>Lược sử máy tính • Thông tin môi trường số • Khai thác thông tin!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51A03"/>
                </a:solidFill>
                <a:latin typeface="Arial"/>
              </a:rPr>
              <a:t>Cùng sẵn sàng nhé!</a:t>
            </a:r>
          </a:p>
        </p:txBody>
      </p:sp>
      <p:pic>
        <p:nvPicPr>
          <p:cNvPr id="9" name="Picture 8" descr="p10_img10_800x114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KHÁM PHÁ VIDEO BÀI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Xem Video: Lịch sử máy tính &amp; Kỷ nguyên số 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451A03"/>
                </a:solidFill>
                <a:latin typeface="Arial"/>
              </a:rPr>
              <a:t>Video tổng kết 5 thế hệ máy tính điện tử và tác động của công nghệ số đến đời sống!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51A03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51A03"/>
                </a:solidFill>
                <a:latin typeface="Arial"/>
              </a:rPr>
              <a:t>🔗 Đường link video tham khảo: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51A03"/>
                </a:solidFill>
                <a:latin typeface="Arial"/>
              </a:rPr>
              <a:t>https://www.youtube.com/watch?v=kYJ5z5_W2hY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51A03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51A03"/>
                </a:solidFill>
                <a:latin typeface="Arial"/>
              </a:rPr>
              <a:t>💡 Thầy/Cô sẽ chiếu video cho các em quan sát nhé!</a:t>
            </a:r>
          </a:p>
        </p:txBody>
      </p:sp>
      <p:pic>
        <p:nvPicPr>
          <p:cNvPr id="9" name="Picture 8" descr="p10_img10_800x114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LUYỆN TẬP TƯƠNG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Câu 1: Máy tính thế hệ 1 dùng linh kiện gì?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78350F"/>
                </a:solidFill>
                <a:latin typeface="Arial"/>
              </a:rPr>
              <a:t>Chọn đáp án đúng nhất (Click chuột để hiện đáp án):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10_img10_800x114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79"/>
            <a:ext cx="128016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51A03"/>
                </a:solidFill>
                <a:latin typeface="Arial"/>
              </a:rPr>
              <a:t>A. Bóng bán dẫn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10_img11_800x1144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3154679"/>
            <a:ext cx="128016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54696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51A03"/>
                </a:solidFill>
                <a:latin typeface="Arial"/>
              </a:rPr>
              <a:t>B. Đèn điện tử chân không 👈 [ĐÁP ÁN ĐÚNG ✅]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10_img12_800x1144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663440"/>
            <a:ext cx="1280160" cy="10058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3120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51A03"/>
                </a:solidFill>
                <a:latin typeface="Arial"/>
              </a:rPr>
              <a:t>C. Mạch tích hợp 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10_img13_800x1144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656" y="4663440"/>
            <a:ext cx="1280160" cy="10058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54696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51A03"/>
                </a:solidFill>
                <a:latin typeface="Arial"/>
              </a:rPr>
              <a:t>D. Vi xử lý VLSI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3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9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LUYỆN TẬP TƯƠNG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Câu 2: Đâu KHÔNG phải đặc điểm thông tin số?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78350F"/>
                </a:solidFill>
                <a:latin typeface="Arial"/>
              </a:rPr>
              <a:t>Chọn đáp án đúng nhất (Click chuột để hiện đáp án):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10_img10_800x114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79"/>
            <a:ext cx="128016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51A03"/>
                </a:solidFill>
                <a:latin typeface="Arial"/>
              </a:rPr>
              <a:t>A. Khối lượng khổng lồ và tăng nhanh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10_img11_800x1144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3154679"/>
            <a:ext cx="128016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54696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51A03"/>
                </a:solidFill>
                <a:latin typeface="Arial"/>
              </a:rPr>
              <a:t>B. Đa dạng các dạng thông tin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10_img12_800x1144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663440"/>
            <a:ext cx="1280160" cy="10058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3120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51A03"/>
                </a:solidFill>
                <a:latin typeface="Arial"/>
              </a:rPr>
              <a:t>C. Luôn đúng 100% không cần kiểm tra 👈 [ĐÁP ÁN ĐÚNG ✅]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10_img13_800x1144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656" y="4663440"/>
            <a:ext cx="1280160" cy="10058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54696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51A03"/>
                </a:solidFill>
                <a:latin typeface="Arial"/>
              </a:rPr>
              <a:t>D. Lan truyền nhanh trên toàn cầu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3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9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LUYỆN TẬP TƯƠNG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Câu 3: Đánh giá nguồn tin đáng tin cậy?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78350F"/>
                </a:solidFill>
                <a:latin typeface="Arial"/>
              </a:rPr>
              <a:t>Tên miền cơ quan chính phủ / giáo dục là gì?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10_img10_800x114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79"/>
            <a:ext cx="128016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51A03"/>
                </a:solidFill>
                <a:latin typeface="Arial"/>
              </a:rPr>
              <a:t>A. .xyz hoặc .club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10_img11_800x1144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3154679"/>
            <a:ext cx="128016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54696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51A03"/>
                </a:solidFill>
                <a:latin typeface="Arial"/>
              </a:rPr>
              <a:t>B. .gov hoặc .edu 👈 [ĐÁP ÁN ĐÚNG ✅]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10_img12_800x1144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663440"/>
            <a:ext cx="1280160" cy="10058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3120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51A03"/>
                </a:solidFill>
                <a:latin typeface="Arial"/>
              </a:rPr>
              <a:t>C. .free hoặc .info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10_img13_800x1144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656" y="4663440"/>
            <a:ext cx="1280160" cy="10058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54696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51A03"/>
                </a:solidFill>
                <a:latin typeface="Arial"/>
              </a:rPr>
              <a:t>D. .tk hoặc .top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3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9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LUYỆN TẬP TƯƠNG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Câu 4: Cú pháp tìm chính xác cụm từ trên Google?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78350F"/>
                </a:solidFill>
                <a:latin typeface="Arial"/>
              </a:rPr>
              <a:t>Ký hiệu đặt bao quanh cụm từ tìm kiếm: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10_img10_800x114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79"/>
            <a:ext cx="128016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51A03"/>
                </a:solidFill>
                <a:latin typeface="Arial"/>
              </a:rPr>
              <a:t>A. Cặp dấu ngoặc đơn ( 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10_img11_800x1144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3154679"/>
            <a:ext cx="128016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54696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51A03"/>
                </a:solidFill>
                <a:latin typeface="Arial"/>
              </a:rPr>
              <a:t>B. Cặp dấu ngoặc kép " " 👈 [ĐÁP ÁN ĐÚNG ✅]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10_img12_800x1144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663440"/>
            <a:ext cx="1280160" cy="10058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3120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51A03"/>
                </a:solidFill>
                <a:latin typeface="Arial"/>
              </a:rPr>
              <a:t>C. Cặp dấu ngoặc vuông [ 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10_img13_800x1144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656" y="4663440"/>
            <a:ext cx="1280160" cy="10058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54696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51A03"/>
                </a:solidFill>
                <a:latin typeface="Arial"/>
              </a:rPr>
              <a:t>D. Cặp dấu gạch chéo / /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3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9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THỬ THÁCH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Trò chơi: Nối đúng thế hệ máy tính!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4008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852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Nối thế hệ với linh kiện tương ứng: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Thế hệ 1 (1945-1955) ↔ Đèn điện tử chân không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Thế hệ 2 (1955-1965) ↔ Bóng bán dẫn (Transistor)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Thế hệ 3 (1965-1971) ↔ Mạch tích hợp (IC)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51A03"/>
                </a:solidFill>
                <a:latin typeface="Arial"/>
              </a:rPr>
              <a:t>Thế hệ 4 (1971-nay) ↔ Vi xử lý (Microprocessor)</a:t>
            </a:r>
          </a:p>
        </p:txBody>
      </p:sp>
      <p:pic>
        <p:nvPicPr>
          <p:cNvPr id="9" name="Picture 8" descr="p10_img10_800x114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77440"/>
            <a:ext cx="4572000" cy="320039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19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78350F"/>
                </a:solidFill>
                <a:latin typeface="Arial"/>
              </a:rPr>
              <a:t>Bí kíp đạt điểm 10 kiểm tra định kỳ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03120"/>
            <a:ext cx="3331464" cy="3291839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240279"/>
            <a:ext cx="411480" cy="41148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78350F"/>
                </a:solidFill>
                <a:latin typeface="Arial"/>
              </a:rPr>
              <a:t>Nắm vững 5 thế hệ máy tính điện tử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8744" y="2103120"/>
            <a:ext cx="3331464" cy="3291839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65904" y="2240279"/>
            <a:ext cx="411480" cy="41148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5904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5904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78350F"/>
                </a:solidFill>
                <a:latin typeface="Arial"/>
              </a:rPr>
              <a:t>Ghi nhớ 4 tiêu chí đánh giá nguồn tin trên Internet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43088" y="2103120"/>
            <a:ext cx="3331464" cy="3291839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80248" y="2240279"/>
            <a:ext cx="411480" cy="41148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248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248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78350F"/>
                </a:solidFill>
                <a:latin typeface="Arial"/>
              </a:rPr>
              <a:t>Thực hiện tìm kiếm nâng cao và tôn trọng bản quyền số</a:t>
            </a:r>
          </a:p>
        </p:txBody>
      </p:sp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Chúc các em làm bài đạt điểm tối đa! 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Hoàn thành Đề cương ôn tập trong file De_on_tap_DGDK1_Lop_8.docx nhé!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