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Ôn tập Đánh giá định kỳ 1 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8 • Tiết 4 • Ôn tập tương tác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TIẾT 4. ÔN TẬP ĐÁNH GIÁ ĐỊNH KỲ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Thử thách: Đấu trường tri thức!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Hôm nay chúng ta cùng ôn lại toàn bộ kiến thức Trọng tâm Tiết 1, 2, 3: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Lược sử máy tính • Thông tin môi trường số • Khai thác thông tin!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Cùng sẵn sàng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Xem Video: Lịch sử máy tính &amp; Kỷ nguyên số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Video tổng kết 5 thế hệ máy tính điện tử và tác động của công nghệ số đến đời sống!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https://www.youtube.com/watch?v=kYJ5z5_W2hY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Câu 1: Máy tính thế hệ 1 dùng linh kiện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Chọn đáp án đúng nhất (Click chuột để hiện đáp án):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A. Bóng bán dẫn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B. Đèn điện tử chân không 👈 [ĐÁP ÁN ĐÚNG ✅]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C. Mạch tích hợp 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D. Vi xử lý VLSI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Câu 2: Đâu KHÔNG phải đặc điểm thông tin số?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Chọn đáp án đúng nhất (Click chuột để hiện đáp án):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A. Khối lượng khổng lồ và tăng nhanh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B. Đa dạng các dạng thông tin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C. Luôn đúng 100% không cần kiểm tra 👈 [ĐÁP ÁN ĐÚNG ✅]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D. Lan truyền nhanh trên toàn cầu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Câu 3: Đánh giá nguồn tin đáng tin cậy?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Tên miền cơ quan chính phủ / giáo dục là gì?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A. .xyz hoặc .club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B. .gov hoặc .edu 👈 [ĐÁP ÁN ĐÚNG ✅]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C. .free hoặc .info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D. .tk hoặc .top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Câu 4: Cú pháp tìm chính xác cụm từ trên Google?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Ký hiệu đặt bao quanh cụm từ tìm kiếm: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A. Cặp dấu ngoặc đơn (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B. Cặp dấu ngoặc kép " " 👈 [ĐÁP ÁN ĐÚNG ✅]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C. Cặp dấu ngoặc vuông [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D. Cặp dấu gạch chéo / 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Trò chơi: Nối đúng thế hệ máy tính!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Nối thế hệ với linh kiện tương ứng: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Thế hệ 1 (1945-1955) ↔ Đèn điện tử chân không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Thế hệ 2 (1955-1965) ↔ Bóng bán dẫn (Transistor)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Thế hệ 3 (1965-1971) ↔ Mạch tích hợp (IC)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Thế hệ 4 (1971-nay) ↔ Vi xử lý (Microprocessor)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350F"/>
                </a:solidFill>
                <a:latin typeface="Arial"/>
              </a:rPr>
              <a:t>Bí kíp đạt điểm 10 kiểm tra định kỳ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350F"/>
                </a:solidFill>
                <a:latin typeface="Arial"/>
              </a:rPr>
              <a:t>Nắm vững 5 thế hệ máy tính điện tử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350F"/>
                </a:solidFill>
                <a:latin typeface="Arial"/>
              </a:rPr>
              <a:t>Ghi nhớ 4 tiêu chí đánh giá nguồn tin trên Internet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350F"/>
                </a:solidFill>
                <a:latin typeface="Arial"/>
              </a:rPr>
              <a:t>Thực hiện tìm kiếm nâng cao và tôn trọng bản quyền số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Chúc các em làm bài đạt điểm tối đa!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Hoàn thành Đề cương ôn tập trong file De_on_tap_DGDK1_Lop_8.docx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