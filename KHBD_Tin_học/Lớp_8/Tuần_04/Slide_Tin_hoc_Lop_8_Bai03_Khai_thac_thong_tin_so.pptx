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Thực hành khai thác thông tin số 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8 • Tiết 3</a:t>
            </a:r>
          </a:p>
        </p:txBody>
      </p:sp>
      <p:pic>
        <p:nvPicPr>
          <p:cNvPr id="6" name="Picture 5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3. THỰC HÀNH KHAI THÁC THÔNG TIN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Tìm kiếm thông tin học tập chuyên nghiệp!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Làm thế nào để tìm được tài liệu tham khảo chính xác cho bài thuyết trình môn Lịch sử hoặc KHTN trong vòng 2 phút?</a:t>
            </a:r>
          </a:p>
        </p:txBody>
      </p:sp>
      <p:pic>
        <p:nvPicPr>
          <p:cNvPr id="9" name="Picture 8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Kỹ thuật tìm kiếm &amp; Trích dẫn thông tin số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Hướng dẫn sử dụng các toán tử tìm kiếm nâng cao và quy tắc trích dẫn bản quyền chuẩn xác!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https://www.youtube.com/watch?v=6v7n8m9k0Lq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51A03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3. THỰC HÀNH KHAI THÁC THÔNG TIN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Các toán tử tìm kiếm nâng cao trên Google</a:t>
            </a:r>
          </a:p>
        </p:txBody>
      </p:sp>
      <p:pic>
        <p:nvPicPr>
          <p:cNvPr id="6" name="Picture 5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7543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Toán tử " " : tìm kiếm cụm từ chính xác tuyệt đối</a:t>
            </a:r>
          </a:p>
        </p:txBody>
      </p:sp>
      <p:pic>
        <p:nvPicPr>
          <p:cNvPr id="10" name="Picture 9" descr="p10_img11_800x11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7540"/>
            <a:ext cx="1828800" cy="7543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177540"/>
            <a:ext cx="9262872" cy="7543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177540"/>
            <a:ext cx="73152" cy="7543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31470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Toán tử filetype: : tìm định dạng tệp (VD: filetype:pdf, filetype:pptx)</a:t>
            </a:r>
          </a:p>
        </p:txBody>
      </p:sp>
      <p:pic>
        <p:nvPicPr>
          <p:cNvPr id="14" name="Picture 13" descr="p10_img12_800x114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1828800" cy="7543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06908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06908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20624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Toán tử site: : tìm kiếm trong một website cụ thể (VD: site:chinhphu.vn)</a:t>
            </a:r>
          </a:p>
        </p:txBody>
      </p:sp>
      <p:pic>
        <p:nvPicPr>
          <p:cNvPr id="18" name="Picture 17" descr="p10_img13_800x114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60620"/>
            <a:ext cx="1828800" cy="7543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468880" y="496062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96062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509778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Toán tử dấu trừ (-) : loại trừ các từ khóa không mong muốn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3. THỰC HÀNH KHAI THÁC THÔNG TIN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Đánh giá &amp; Trích dẫn nguồn tài liệu số</a:t>
            </a:r>
          </a:p>
        </p:txBody>
      </p:sp>
      <p:pic>
        <p:nvPicPr>
          <p:cNvPr id="6" name="Picture 5" descr="p10_img13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7543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Kiểm tra tính bản quyền và giấy phép Creative Commons</a:t>
            </a:r>
          </a:p>
        </p:txBody>
      </p:sp>
      <p:pic>
        <p:nvPicPr>
          <p:cNvPr id="10" name="Picture 9" descr="p10_img14_800x11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7540"/>
            <a:ext cx="1828800" cy="7543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177540"/>
            <a:ext cx="9262872" cy="7543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177540"/>
            <a:ext cx="73152" cy="7543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31470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Trích dẫn đầy đủ: Tên tác giả, Tên bài viết, Nguồn/Website, Ngày truy cập</a:t>
            </a:r>
          </a:p>
        </p:txBody>
      </p:sp>
      <p:pic>
        <p:nvPicPr>
          <p:cNvPr id="14" name="Picture 13" descr="p10_img15_800x114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1828800" cy="7543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06908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06908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20624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Không sao chép nguyên văn (Đạo văn - Plagiarism)</a:t>
            </a:r>
          </a:p>
        </p:txBody>
      </p:sp>
      <p:pic>
        <p:nvPicPr>
          <p:cNvPr id="18" name="Picture 17" descr="p10_img16_800x114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60620"/>
            <a:ext cx="1828800" cy="7543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468880" y="496062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96062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509778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Tổng hợp và diễn đạt lại bằng văn phong của chính mình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Thực hành tìm kiếm nâng cao trên máy!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Thực hiện các cú pháp tìm kiếm sau: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"Bảo vệ môi trường số" filetype:pdf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0_img11_800x11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site:moet.gov.vn "Thông tư 02/2025"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0_img12_800x114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Robotics STEM -games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0_img13_800x114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Ghi chú nguồn trích dẫn tài liệu tìm được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Thử thách: Chuyên gia thẩm định thông tin!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Đánh giá 3 nguồn thông tin thu thập được: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Báo Nhân Dân / VTV ↔ Rất tin cậy (Chính thống)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Trang web .edu.vn ↔ Tin cậy cao (Giáo dục)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Bài đăng TikTok không rõ nguồn ↔ Cần kiểm chứng cậy!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51A03"/>
                </a:solidFill>
                <a:latin typeface="Arial"/>
              </a:rPr>
              <a:t>Ghi nguồn đúng quy cách học thuật</a:t>
            </a:r>
          </a:p>
        </p:txBody>
      </p:sp>
      <p:pic>
        <p:nvPicPr>
          <p:cNvPr id="9" name="Picture 8" descr="p10_img10_800x11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350F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Thành thạo các toán tử tìm kiếm nâng cao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Đánh giá độ tin cậy của tài liệu số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350F"/>
                </a:solidFill>
                <a:latin typeface="Arial"/>
              </a:rPr>
              <a:t>Tôn trọng bản quyền và trích dẫn thông tin chuẩn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Hoàn thành xuất sắc!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Tìm 1 tài liệu PDF nghiên cứu khoa học và trích dẫn nguồn đúng quy chuẩn!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