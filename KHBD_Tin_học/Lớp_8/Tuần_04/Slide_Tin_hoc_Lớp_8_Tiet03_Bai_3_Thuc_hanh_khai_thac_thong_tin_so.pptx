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Thực hành khai thác thông tin số 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8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78350F"/>
                </a:solidFill>
                <a:latin typeface="Arial"/>
              </a:defRPr>
            </a:pPr>
            <a:r>
              <a:t>Cú pháp tìm kiếm nâng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filetype:pdf tìm chính xác định dạng tệp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site:edu.vn giới hạn trên website giáo dục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Dấu ngoặc kép " " tìm chính xác cụm từ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Trừ từ khóa (-) để loại bỏ nội dung rác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78350F"/>
                </a:solidFill>
                <a:latin typeface="Arial"/>
              </a:defRPr>
            </a:pPr>
            <a:r>
              <a:t>Quy tắc trích dẫn nguồn &amp; Bản quyền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Ghi rõ tên tác giả và năm xuất bản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Dẫn đường link (URL) của nguồn thông 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Không sao chép nguyên văn mà không trích dẫn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Tôn trọng quyền sở hữu trí tuệ của tác giả số</a:t>
            </a:r>
          </a:p>
        </p:txBody>
      </p:sp>
      <p:pic>
        <p:nvPicPr>
          <p:cNvPr id="18" name="Picture 17" descr="learn1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B45309"/>
                </a:solidFill>
                <a:latin typeface="Arial"/>
              </a:defRPr>
            </a:pPr>
            <a:r>
              <a:t>💬 Tại sao việc trích dẫn nguồn lại bắt buộc trong học tập?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Thể hiện sự tôn trọng công sức nghiên cứu của tác giả.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Giúp bài thuyết trình có độ tin cậy và học thuật cao.</a:t>
            </a:r>
          </a:p>
        </p:txBody>
      </p:sp>
      <p:pic>
        <p:nvPicPr>
          <p:cNvPr id="8" name="Picture 7" descr="learn1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Khai thác thông tin số chuyên nghiệp đi đôi với văn hóa trích dẫn và tôn trọng bản quyền!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Cú pháp nào tìm các tệp PDF về chủ đề Trí tuệ nhân tạo?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Trí tuệ nhân tạo .doc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"Trí tuệ nhân tạo" filetype:pdf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find PDF Trí tuệ nhân tạo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AI.download.pdf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Hoàn thành Tiết 3!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Chuẩn bị ôn tập Đánh giá định kỳ 1 (Tiết 4)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