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8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8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ĐỊNH HƯỚNG HỌC TẬP &amp; TƯ DUY MÁY TÍNH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8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8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1: Máy tính &amp; Xã hội tri thức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Lịch sử phát triển máy tính, hệ điều hành và thiết bị vào/ra.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2: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Mạng cục bộ (LAN), Internet, dịch vụ đám mây và tìm kiếm nâng cao.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3: Đạo đức, pháp luật &amp; văn hóa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An toàn số, bản quyền tác giả, phòng chống lừa đảo trên mạng.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4: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nâng cao, Bảng tính Excel, Biên tập ảnh &amp; Video số.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5: Giải thuật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máy tính (Computational Thinking), lập trình ngôn ngữ bậc cao.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8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8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8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