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Thông tin trên trang Web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4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4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E1B4B"/>
                </a:solidFill>
                <a:latin typeface="Arial"/>
              </a:defRPr>
            </a:pPr>
            <a:r>
              <a:t>4 Dạng thông tin đa phương tiện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1. Văn bản (Text): Bài viết, tin tức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2. Hình ảnh (Images): Tranh vẽ, ảnh chụp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3. Âm thanh (Audio): Bài hát, giọng đọc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4. Video: Phim hoạt hình, bài giảng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4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E1B4B"/>
                </a:solidFill>
                <a:latin typeface="Arial"/>
              </a:defRPr>
            </a:pPr>
            <a:r>
              <a:t>Khám phá Siêu liên kết (Hyperlink)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Đoạn chữ/hình ảnh dẫn sang trang mới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Con trỏ chuột biến thành HÌNH BÀN TAY 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Nháy chuột vào để mở liên kết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Thanh địa chỉ URL chỉ rõ vị trí trang web</a:t>
            </a:r>
          </a:p>
        </p:txBody>
      </p:sp>
      <p:pic>
        <p:nvPicPr>
          <p:cNvPr id="18" name="Picture 17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4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3730A3"/>
                </a:solidFill>
                <a:latin typeface="Arial"/>
              </a:defRPr>
            </a:pPr>
            <a:r>
              <a:t>💬 Làm sao biết một đoạn chữ là Siêu liên kết?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Đoạn chữ thường có gạch chân hoặc màu xanh nổi bật.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Khi trỏ chuột vào, con trỏ đổi thành hình bàn tay chỉ trỏ.</a:t>
            </a:r>
          </a:p>
        </p:txBody>
      </p:sp>
      <p:pic>
        <p:nvPicPr>
          <p:cNvPr id="8" name="Picture 7" descr="learn2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Trang web chứa đa dạng thông tin. Siêu liên kết giúp kết nối và duyệt web nhanh chóng!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4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Khi trỏ chuột vào Siêu liên kết, con trỏ chuột sẽ đổi thành hình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Hình mũi tên đen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Hình bàn tay chỉ ngón 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Hình đồng hồ cát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Hình dấu cộng lớn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Em giỏi lắm!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Tìm 3 trang web học tập bổ ích và ghi vào vở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