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Thông tin trên trang Web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4 • Bài 3</a:t>
            </a:r>
          </a:p>
        </p:txBody>
      </p:sp>
      <p:pic>
        <p:nvPicPr>
          <p:cNvPr id="6" name="Picture 5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3. THÔNG TIN TRÊN TRANG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Website hoạt động như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Khi em mở một trang web đọc báo hoặc xem phim hoạt hình: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Trang web đó chứa những dạng thông tin nào?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Làm sao để chuyển từ trang này sang trang khác?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Khám phá: Thế giới Website &amp; Siêu liên kết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Xem video để hiểu cấu trúc trang web và cách thức hoạt động của siêu văn bản (Hyperlink)!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https://www.youtube.com/watch?v=9o2_m2Jp4iA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3. THÔNG TIN TRÊN TRANG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Các dạng thông tin trên trang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Văn bản (Text): bài viết, tiêu đề, tin tức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0_img368_280x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Hình ảnh (Images): tranh vẽ, ảnh chụp, biểu đồ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0_img369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Âm thanh (Audio): bài hát, bản ghi âm, thuyết minh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1_img3_113x9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Video: các đoạn phim hoạt hình, video bài giảng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3. THÔNG TIN TRÊN TRANG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Siêu liên kết (Hyperlink)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1_img3_113x9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Là đoạn chữ hoặc hình ảnh liên kết đến trang khác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1_img4_100x1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Khi trỏ chuột vào, con trỏ đổi thành hình BÀN TAY 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0_img368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Nháy chuột vào siêu liên kết để mở nội dung mới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0_img369_280x2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Giúp duyệt web linh hoạt và nhanh chóng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Thực hành duyệt trang Web!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Thao tác trên trình duyệt web: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Mở trình duyệt Google Chrome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0_img368_280x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Truy cập website học tập: thieunhi.vn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0_img369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Tìm siêu liên kết có hình bàn tay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1_img3_113x9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Nháy chuột mở bài viết mới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Thử thách: Truy tìm siêu liên kết!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Xác định các thành phần trên website: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Dòng chữ có gạch chân màu xanh ↔ Siêu liên kết (Link)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Con trỏ chuột biến thành hình bàn tay ↔ Đang chỉ vào Link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Thanh nhập địa chỉ trên cùng ↔ Address Bar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Nút mũi tên quay lại ↔ Nút Back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B4B"/>
                </a:solidFill>
                <a:latin typeface="Arial"/>
              </a:rPr>
              <a:t>Hôm nay em đã học!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4 dạng thông tin đa phương tiện trên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Khái niệm và đặc điểm nhận biết Siêu liên kết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Kỹ năng duyệt web an toàn và đúng mục đích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Em giỏi lắm!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Tìm 3 trang web học tập bổ ích và ghi địa chỉ vào vở!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