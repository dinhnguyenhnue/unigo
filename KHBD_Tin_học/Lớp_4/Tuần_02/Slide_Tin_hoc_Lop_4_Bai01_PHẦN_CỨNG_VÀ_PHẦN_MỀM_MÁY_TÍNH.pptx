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814" y="1188720"/>
            <a:ext cx="3256532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4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9800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331A00"/>
                </a:solidFill>
                <a:latin typeface="Times New Roman"/>
              </a:rPr>
              <a:t>PHẦN CỨNG VÀ PHẦN MỀM MÁY TÍNH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Cấu tạo máy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1A00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Chăm chỉ: Tích cực tìm hiểu, ghi nhớ kiến thức về phần cứng và phần mềm.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Trách nhiệm: Sử dụng đúng cách, bảo quản thiết bị phần cứng.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Trung thực: Sử dụng phần mềm hợp pháp, không sao chép trái phép.</a:t>
            </a:r>
          </a:p>
        </p:txBody>
      </p:sp>
      <p:pic>
        <p:nvPicPr>
          <p:cNvPr id="6" name="Picture 5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324" y="1188720"/>
            <a:ext cx="3126271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Đặt câu hỏi: "Máy tính gồm những gì? Em có thể cầm lấy phần mềm không?"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Dẫn vào bài: Hôm nay chúng ta tìm hiểu sự khác nhau giữa phần cứng và phần mềm.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26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📖  Phần cứng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Chiếu ảnh các thiết bị: CPU, RAM, ổ cứng, màn hình, bàn phím, chuột.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Hỏi: "Điểm chung của những thứ này là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Kết luận: Phần cứng là những bộ phận vật lí của máy tính — có thể nhìn thấy và chạm vào...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0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📝  Phần mềm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Mở máy tính, giới thiệu: Word, Chrome, Paint, hệ điều hành Windows.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Hỏi: "Những thứ này khác phần cứng như thế nào?"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Kết luận: Phần mềm là các chương trình chạy trên máy tính — không thể chạm vào.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26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✏️  Phân loại phần cứng/phần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Chiếu danh sách 10 ví dụ, HS xếp vào bảng phân loại.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Chữa bài, giải thích các trường hợp khó.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0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🎯  Sơ đồ tư duy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Hướng dẫn HS vẽ sơ đồ Máy tính → Phần cứng / Phần mềm.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26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GV: "Về nhà, em hãy quan sát và liệt kê 5 phần cứng và 5 phần mềm."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Dặn dò: Chia sẻ danh sách với bố mẹ, giải thích sự khác nhau.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260" y="1325880"/>
            <a:ext cx="29308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Times New Roman"/>
              </a:defRPr>
            </a:pPr>
            <a:r>
              <a:t>📌  Ghi nhớ —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Chăm chỉ: Tích cực tìm hiểu, ghi nhớ kiến thức về phần cứng và phần mềm.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Trách nhiệm: Sử dụng đúng cách, bảo quản thiết bị phần cứng.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bai1_p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764" y="1188720"/>
            <a:ext cx="3126271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360" y="1371600"/>
            <a:ext cx="2930879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FF98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9800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331A00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