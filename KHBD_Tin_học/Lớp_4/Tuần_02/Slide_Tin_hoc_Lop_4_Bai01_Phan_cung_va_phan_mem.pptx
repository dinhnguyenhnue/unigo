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Phần cứng và Phần mềm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4 • Bài 1</a:t>
            </a:r>
          </a:p>
        </p:txBody>
      </p:sp>
      <p:pic>
        <p:nvPicPr>
          <p:cNvPr id="6" name="Picture 5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Em có thể sờ được bàn phím không? → CÓ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Em có thể sờ được trò chơi trong máy không? → KHÔNG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Vì sao nhỉ?</a:t>
            </a:r>
          </a:p>
        </p:txBody>
      </p:sp>
      <p:pic>
        <p:nvPicPr>
          <p:cNvPr id="9" name="Picture 8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cứng (Hardware)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cứng = Những thứ em NHÌN THẤY và SỜ ĐƯỢC: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Màn hình, bàn phím, chuột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Loa, tai nghe, webcam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Ổ cứng, RAM, CPU (bên trong thân máy)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mềm (Software)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mềm = Chương trình CHẠY BÊN TRONG máy: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Hệ điều hành (Windows, macOS)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Trình duyệt web (Chrome, Firefox)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Trò chơi, phần mềm vẽ, phần mềm học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So sánh: Phần cứng vs Phần mềm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cứng → Như CƠ THỂ người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mềm → Như TRÍ ÓC người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Máy tính cần CẢ HAI mới hoạt động được!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Không có phần cứng → không có máy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Không có phần mềm → máy không biết làm gì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Em 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Đâu là phần cứng? Đâu là phần mềm?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Bàn phím →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Microsoft Word →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Chuột →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Minecraft →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Loa →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Chrome → ?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thách nhanh!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Em hãy nhìn quanh phòng máy: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● Liệt kê 3 phần cứng em thấy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● Kể 3 phần mềm em đã từng dùng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Viết vào vở trong 3 phút!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730A3"/>
                </a:solidFill>
                <a:latin typeface="Arial"/>
              </a:rPr>
              <a:t>Hôm nay em đã hiểu!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cứng = sờ được, nhìn thấy (Hardware)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mềm = chương trình chạy bên trong (Software)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Máy tính cần CẢ phần cứng VÀ phần mềm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BTVN: Về nhà, liệt kê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3 phần cứng + 3 phần mềm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của máy tính ở nhà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