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Phần cứng và Phần mềm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4 • Bài 1</a:t>
            </a:r>
          </a:p>
        </p:txBody>
      </p:sp>
      <p:pic>
        <p:nvPicPr>
          <p:cNvPr id="6" name="Picture 5" descr="bai1_p10_img29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Thử đoán xem!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E1B4B"/>
                </a:solidFill>
                <a:latin typeface="Arial"/>
              </a:rPr>
              <a:t>Em có thể chạm tay vào bàn phím không? → CÓ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E1B4B"/>
                </a:solidFill>
                <a:latin typeface="Arial"/>
              </a:rPr>
              <a:t>Em có thể sờ vào nhân vật trong trò chơi không? → KHÔNG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E1B4B"/>
                </a:solidFill>
                <a:latin typeface="Arial"/>
              </a:rPr>
              <a:t>Vì sao lại như vậy?</a:t>
            </a:r>
          </a:p>
        </p:txBody>
      </p:sp>
      <p:pic>
        <p:nvPicPr>
          <p:cNvPr id="9" name="Picture 8" descr="bai1_p10_img29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Phần cứng (Hardware)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29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1B4B"/>
                </a:solidFill>
                <a:latin typeface="Arial"/>
              </a:rPr>
              <a:t>Màn hình, bàn phím, chuột máy tính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10_img3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1B4B"/>
                </a:solidFill>
                <a:latin typeface="Arial"/>
              </a:rPr>
              <a:t>Loa, tai nghe, webcam thu hình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10_img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1B4B"/>
                </a:solidFill>
                <a:latin typeface="Arial"/>
              </a:rPr>
              <a:t>CPU, RAM, ổ cứng bên trong thân máy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Phần mềm (Software)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1B4B"/>
                </a:solidFill>
                <a:latin typeface="Arial"/>
              </a:rPr>
              <a:t>Hệ điều hành Windows, macOS điều khiển máy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10_img3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1B4B"/>
                </a:solidFill>
                <a:latin typeface="Arial"/>
              </a:rPr>
              <a:t>Trình duyệt web Chrome, Edge lướt Internet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10_img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1B4B"/>
                </a:solidFill>
                <a:latin typeface="Arial"/>
              </a:rPr>
              <a:t>Phần mềm soạn thảo Word, phần mềm vẽ Paint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Mối quan hệ Phần cứng &amp; Phần mềm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3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1B4B"/>
                </a:solidFill>
                <a:latin typeface="Arial"/>
              </a:rPr>
              <a:t>Phần cứng như CƠ THỂ của máy tính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10_img3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1B4B"/>
                </a:solidFill>
                <a:latin typeface="Arial"/>
              </a:rPr>
              <a:t>Phần mềm như TRÍ ÓC điều khiển máy tính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10_img3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1B4B"/>
                </a:solidFill>
                <a:latin typeface="Arial"/>
              </a:rPr>
              <a:t>Máy tính cần CẢ HAI để hoạt động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Em hãy phân loại!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Phân loại từng thiết bị/chương trình: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29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B4B"/>
                </a:solidFill>
                <a:latin typeface="Arial"/>
              </a:rPr>
              <a:t>Bàn phím ↔ Phần cứng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ai1_p10_img3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B4B"/>
                </a:solidFill>
                <a:latin typeface="Arial"/>
              </a:rPr>
              <a:t>Microsoft Word ↔ Phần mềm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ai1_p10_img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B4B"/>
                </a:solidFill>
                <a:latin typeface="Arial"/>
              </a:rPr>
              <a:t>Chuột máy tính ↔ Phần cứng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ai1_p10_img3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1B4B"/>
                </a:solidFill>
                <a:latin typeface="Arial"/>
              </a:rPr>
              <a:t>Trình duyệt Chrome ↔ Phần mềm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Thử thách nhanh!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E1B4B"/>
                </a:solidFill>
                <a:latin typeface="Arial"/>
              </a:rPr>
              <a:t>Quan sát phòng máy và thực hiện:</a:t>
            </a:r>
          </a:p>
        </p:txBody>
      </p:sp>
      <p:pic>
        <p:nvPicPr>
          <p:cNvPr id="9" name="Picture 8" descr="bai1_p10_img29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730A3"/>
                </a:solidFill>
                <a:latin typeface="Arial"/>
              </a:rPr>
              <a:t>Hôm nay em đã hiểu!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4B"/>
                </a:solidFill>
                <a:latin typeface="Arial"/>
              </a:rPr>
              <a:t>Phần cứng: nhìn thấy và sờ được (Hardware)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4B"/>
                </a:solidFill>
                <a:latin typeface="Arial"/>
              </a:rPr>
              <a:t>Phần mềm: chương trình chạy bên trong (Software)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4B"/>
                </a:solidFill>
                <a:latin typeface="Arial"/>
              </a:rPr>
              <a:t>Phần cứng và phần mềm luôn đồng hành cùng nhau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1E1B4B"/>
                </a:solidFill>
                <a:latin typeface="Arial"/>
              </a:rPr>
              <a:t>BTVN: Liệt kê 3 phần cứng và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1E1B4B"/>
                </a:solidFill>
                <a:latin typeface="Arial"/>
              </a:rPr>
              <a:t>3 phần mềm của máy tính ở nhà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