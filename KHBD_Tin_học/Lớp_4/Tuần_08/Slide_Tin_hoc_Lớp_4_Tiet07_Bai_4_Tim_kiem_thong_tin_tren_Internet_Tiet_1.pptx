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475488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280160"/>
            <a:ext cx="3474720" cy="36576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TIN HỌC LỚP 4 • TUẦN 8 • TIẾT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66CC"/>
                </a:solidFill>
                <a:latin typeface="Arial"/>
              </a:defRPr>
            </a:pPr>
            <a:r>
              <a:t>BÀI 4: TÌM KIẾM THÔNG TIN</a:t>
            </a:r>
            <a:br/>
            <a:r>
              <a:t>TRÊN INTERNET (TIẾT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64646"/>
                </a:solidFill>
                <a:latin typeface="Arial"/>
              </a:defRPr>
            </a:pPr>
            <a:r>
              <a:t>Máy tìm kiếm Google • Xác định Từ khóa • Các bước tìm kiếm</a:t>
            </a:r>
          </a:p>
        </p:txBody>
      </p:sp>
      <p:pic>
        <p:nvPicPr>
          <p:cNvPr id="6" name="Picture 5" descr="search_steps_diagram_v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280160"/>
            <a:ext cx="47548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KHỞI ĐỘNG 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Cần tìm thông tin Lịch sử &amp; Địa lí, em làm thế nào?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4864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282828"/>
                </a:solidFill>
                <a:latin typeface="Arial"/>
              </a:defRPr>
            </a:pPr>
            <a:r>
              <a:t>📖 Tình huống bạn Khoa và Minh (SGK tr.18):</a:t>
            </a:r>
            <a:br/>
            <a:br/>
            <a:r>
              <a:t>• Hai bạn cần tìm thông tin về "Các đời vua Hùng" để làm bài tập nhóm.</a:t>
            </a:r>
            <a:br/>
            <a:br/>
            <a:r>
              <a:t>• Làm thế nào để tìm được tài liệu nhanh nhất trên Internet?</a:t>
            </a:r>
            <a:br/>
            <a:r>
              <a:t>👉 Sử dụng MÁY TÌM KIẾM (Search Engine) như Google, Bing!</a:t>
            </a:r>
            <a:br/>
            <a:br/>
            <a:r>
              <a:t>Cùng tìm hiểu cách chọn từ khóa thông minh nhé!</a:t>
            </a:r>
          </a:p>
        </p:txBody>
      </p:sp>
      <p:pic>
        <p:nvPicPr>
          <p:cNvPr id="6" name="Picture 5" descr="p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11680"/>
            <a:ext cx="493776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QUY TRÌNH 4 BƯỚC 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Các bước tìm kiếm thông tin bằng Google</a:t>
            </a:r>
          </a:p>
        </p:txBody>
      </p:sp>
      <p:pic>
        <p:nvPicPr>
          <p:cNvPr id="4" name="Picture 3" descr="search_steps_diagram_v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1069848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LUYỆN TẬP 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Bài tập chọn từ khóa chuẩn xác (SGK tr.21)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698480" cy="1005840"/>
          </a:xfrm>
          <a:prstGeom prst="roundRect">
            <a:avLst>
              <a:gd name="adj" fmla="val 4000"/>
            </a:avLst>
          </a:prstGeom>
          <a:solidFill>
            <a:srgbClr val="F5F8FF"/>
          </a:solidFill>
          <a:ln w="254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A2744"/>
                </a:solidFill>
                <a:latin typeface="Arial"/>
              </a:defRPr>
            </a:pPr>
            <a:r>
              <a:t>❓ Đề bài: Muốn tìm hướng dẫn "Cách làm diều giấy", em sẽ chọn từ khóa nào sau đây?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525780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646464"/>
                </a:solidFill>
                <a:latin typeface="Arial"/>
              </a:defRPr>
            </a:pPr>
            <a:r>
              <a:t>A. Làm đồ chơi (Quá chung chung)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200400"/>
            <a:ext cx="525780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338328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646464"/>
                </a:solidFill>
                <a:latin typeface="Arial"/>
              </a:defRPr>
            </a:pPr>
            <a:r>
              <a:t>B. Diều (Quá ngắn, nhiều kết quả thừa)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5257800" cy="1005840"/>
          </a:xfrm>
          <a:prstGeom prst="roundRect">
            <a:avLst>
              <a:gd name="adj" fmla="val 4000"/>
            </a:avLst>
          </a:prstGeom>
          <a:solidFill>
            <a:srgbClr val="E6FAEB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8A745"/>
                </a:solidFill>
                <a:latin typeface="Arial"/>
              </a:defRPr>
            </a:pPr>
            <a:r>
              <a:t>C. Cách làm diều giấy ✅ (Chính xác nhất!)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389120"/>
            <a:ext cx="525780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5720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646464"/>
                </a:solidFill>
                <a:latin typeface="Arial"/>
              </a:defRPr>
            </a:pPr>
            <a:r>
              <a:t>D. Trò chơi dân gian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GHI NHỚ 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Những kiến thức trọng tâm em cần nhớ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9966960" cy="3474720"/>
          </a:xfrm>
          <a:prstGeom prst="roundRect">
            <a:avLst>
              <a:gd name="adj" fmla="val 4000"/>
            </a:avLst>
          </a:prstGeom>
          <a:solidFill>
            <a:srgbClr val="FFF3CD"/>
          </a:solidFill>
          <a:ln w="317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80160" y="2148840"/>
            <a:ext cx="9601200" cy="411480"/>
          </a:xfrm>
          <a:prstGeom prst="roundRect">
            <a:avLst>
              <a:gd name="adj" fmla="val 8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67128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HỘP KẾT LUẬN — TÌM KIẾM THÔNG TIN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651760"/>
            <a:ext cx="9235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Máy tìm kiếm (Google, Bing) là công cụ tìm kiếm thông tin phổ biến trên Internet.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Từ khóa là từ hoặc cụm từ thể hiện nội dung chính em cần tìm.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Chọn từ khóa ngắn gọn, chính xác sẽ cho kết quả nhanh và đúng nhu cầu.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Chỉ truy cập các trang web an toàn và có sự đồng hành của người lớn!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475488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66CC"/>
                </a:solidFill>
                <a:latin typeface="Arial"/>
              </a:defRPr>
            </a:pPr>
            <a:r>
              <a:t>BẠN LÀ NHÀ THÁM HIỂM INTERNET! 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C3C3C"/>
                </a:solidFill>
                <a:latin typeface="Arial"/>
              </a:defRPr>
            </a:pPr>
            <a:r>
              <a:t>Hãy thực hành tìm kiếm những kiến thức bổ ích cho các môn học nhé!</a:t>
            </a:r>
            <a:br/>
            <a:br/>
            <a:r>
              <a:t>Hẹn gặp lại các em ở Tiết 2! 🌟</a:t>
            </a:r>
          </a:p>
        </p:txBody>
      </p:sp>
      <p:pic>
        <p:nvPicPr>
          <p:cNvPr id="5" name="Picture 4" descr="mascot_celebrate_troph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84048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