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Gõ bàn phím đúng cách ⌨️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4 • Bài 2</a:t>
            </a:r>
          </a:p>
        </p:txBody>
      </p:sp>
      <p:pic>
        <p:nvPicPr>
          <p:cNvPr id="6" name="Picture 5" descr="p10_img297_398x2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BÀI 2. GÕ BÀN PHÍM ĐÚNG CÁCH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Bí mật 10 ngón tay múa trên phím!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Em đang gõ bàn phím bằng mấy ngón tay?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Gõ bằng 10 ngón tay sẽ giúp em gõ nhanh gấp 5 lần mà không cần nhìn bàn phím!</a:t>
            </a:r>
          </a:p>
        </p:txBody>
      </p:sp>
      <p:pic>
        <p:nvPicPr>
          <p:cNvPr id="9" name="Picture 8" descr="p10_img297_398x2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KHÁM PHÁ VIDEO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Hướng dẫn: Gõ 10 ngón tay chuẩn 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1B4B"/>
                </a:solidFill>
                <a:latin typeface="Arial"/>
              </a:rPr>
              <a:t>Quan sát kỹ cách đặt tay ở hàng cơ sở và phân công từng ngón tay!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E1B4B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E1B4B"/>
                </a:solidFill>
                <a:latin typeface="Arial"/>
              </a:rPr>
              <a:t>🔗 Đường link video tham khảo: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E1B4B"/>
                </a:solidFill>
                <a:latin typeface="Arial"/>
              </a:rPr>
              <a:t>https://www.youtube.com/watch?v=zT1gQ_w6w2s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E1B4B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E1B4B"/>
                </a:solidFill>
                <a:latin typeface="Arial"/>
              </a:rPr>
              <a:t>💡 Thầy/Cô sẽ chiếu video cho các em quan sát nhé!</a:t>
            </a:r>
          </a:p>
        </p:txBody>
      </p:sp>
      <p:pic>
        <p:nvPicPr>
          <p:cNvPr id="9" name="Picture 8" descr="p10_img297_398x2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BÀI 2. GÕ BÀN PHÍM ĐÚNG CÁCH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Hàng phím cơ sở (Home row)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10_img297_398x2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Gồm các phím: A S D F G H J K L 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10_img368_280x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Hai phím có gờ định vị: phím F và phím J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0_img369_280x2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Nơi đặt 8 ngón tay xuất phát và luôn trở về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11_img3_113x9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Hai ngón tay cái luôn đặt nhẹ lên phím cách (Space)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BÀI 2. GÕ BÀN PHÍM ĐÚNG CÁCH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Phân công 10 ngón tay gõ phím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11_img3_113x9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Ngón trỏ trái phụ trách: F, V, B, R, T, 4,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11_img4_100x10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Ngón trỏ phải phụ trách: J, N, M, U, Y, 7,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0_img368_280x2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Các ngón còn lại gõ theo cột tương ứng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10_img369_280x2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Ngón tay cái gõ phím Cách (Spacebar)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Luyện đặt tay đúng vị trí!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E1B4B"/>
                </a:solidFill>
                <a:latin typeface="Arial"/>
              </a:rPr>
              <a:t>Thực hiện theo 4 bước chuẩn: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10_img297_398x2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Đặt ngón trỏ trái lên phím F (tìm gờ nổi)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0_img368_280x2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Đặt ngón trỏ phải lên phím J (tìm gờ nổi)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0_img369_280x2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Thả nhẹ 6 ngón còn lại vào hàng cơ sở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11_img3_113x9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Hai ngón cái chạm nhẹ phím cách (Space)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Luyện gõ trên RapidTyping!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E1B4B"/>
                </a:solidFill>
                <a:latin typeface="Arial"/>
              </a:rPr>
              <a:t>Thực hành chuỗi ký tự cơ sở: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E1B4B"/>
                </a:solidFill>
                <a:latin typeface="Arial"/>
              </a:rPr>
              <a:t>Gõ chuỗi: asdf jkl; asdf jkl;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E1B4B"/>
                </a:solidFill>
                <a:latin typeface="Arial"/>
              </a:rPr>
              <a:t>Gõ từ: fa la da ka ja ha ga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E1B4B"/>
                </a:solidFill>
                <a:latin typeface="Arial"/>
              </a:rPr>
              <a:t>Thi đua đạt độ chính xác trên 95%!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E1B4B"/>
                </a:solidFill>
                <a:latin typeface="Arial"/>
              </a:rPr>
              <a:t>Tập gõ không nhìn xuống bàn phím</a:t>
            </a:r>
          </a:p>
        </p:txBody>
      </p:sp>
      <p:pic>
        <p:nvPicPr>
          <p:cNvPr id="9" name="Picture 8" descr="p10_img297_398x2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1B4B"/>
                </a:solidFill>
                <a:latin typeface="Arial"/>
              </a:rPr>
              <a:t>Hôm nay em đã học!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31464" cy="3291839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79"/>
            <a:ext cx="411480" cy="411480"/>
          </a:xfrm>
          <a:prstGeom prst="ellipse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B4B"/>
                </a:solidFill>
                <a:latin typeface="Arial"/>
              </a:rPr>
              <a:t>Hàng phím cơ sở và 2 phím có gờ F, 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744" y="2103120"/>
            <a:ext cx="3331464" cy="3291839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2240279"/>
            <a:ext cx="411480" cy="411480"/>
          </a:xfrm>
          <a:prstGeom prst="ellipse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B4B"/>
                </a:solidFill>
                <a:latin typeface="Arial"/>
              </a:rPr>
              <a:t>Vị trí phân công của 10 ngón tay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3088" y="2103120"/>
            <a:ext cx="3331464" cy="3291839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248" y="2240279"/>
            <a:ext cx="411480" cy="411480"/>
          </a:xfrm>
          <a:prstGeom prst="ellipse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B4B"/>
                </a:solidFill>
                <a:latin typeface="Arial"/>
              </a:rPr>
              <a:t>Quy tắc gõ mười ngón (Touch Typing) chuẩn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Em làm rất tuyệt vời!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BTVN: Luyện gõ 10 ngón trên phần mềm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15 phút mỗi ngày nhé!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