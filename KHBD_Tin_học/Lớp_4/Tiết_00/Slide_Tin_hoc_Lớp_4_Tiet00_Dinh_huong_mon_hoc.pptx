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4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4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KHÁM PHÁ MÔN TIN HỌC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4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4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A: Máy tính &amp; Em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Khám phá phần cứng, phần mềm, chuột và bàn phím máy tính.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B: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Tìm hiểu thế giới Internet, an toàn thông tin và giao tiếp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C: Tổ chức lưu trữ dữ liệu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Sắp xếp thư mục, quản lý tệp tin và tìm kiếm thông tin hiệu quả.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D: Đạo đức &amp; Pháp luật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Văn hóa ứng xử trên mạng, tôn trọng bản quyền và thông tin cá nhân.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E: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văn bản, vẽ tranh, trình chiếu slide và giải trí số.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F: Giải quyết vấn đề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thuật toán, làm quen lập trình Scratch sinh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4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4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4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