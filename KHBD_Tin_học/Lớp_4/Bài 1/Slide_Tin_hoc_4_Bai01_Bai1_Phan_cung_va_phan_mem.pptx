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8288000" cy="10287000"/>
  <p:notesSz cx="6858000" cy="9144000"/>
  <p:embeddedFontLst>
    <p:embeddedFont>
      <p:font typeface="Aileron Heavy" panose="020B0604020202020204" charset="0"/>
      <p:regular r:id="rId6"/>
    </p:embeddedFont>
    <p:embeddedFont>
      <p:font typeface="Monggirella script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4622" autoAdjust="0"/>
  </p:normalViewPr>
  <p:slideViewPr>
    <p:cSldViewPr>
      <p:cViewPr varScale="1">
        <p:scale>
          <a:sx n="68" d="100"/>
          <a:sy n="68" d="100"/>
        </p:scale>
        <p:origin x="63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40000" y="1080000"/>
            <a:ext cx="15407999" cy="7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0" y="1080000"/>
            <a:ext cx="432000" cy="720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0" y="1620000"/>
            <a:ext cx="5040000" cy="432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TIN HỌC 4  •  BÀI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8000" y="2340000"/>
            <a:ext cx="9000000" cy="216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PHẦN CỨNG VÀ PHẦN MỀM MÁY TÍNH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 b="0" i="1">
                <a:solidFill>
                  <a:srgbClr val="64748B"/>
                </a:solidFill>
                <a:latin typeface="Arial"/>
              </a:defRPr>
            </a:pPr>
            <a:r>
              <a:rPr>
                <a:latin typeface="Arial"/>
              </a:rPr>
              <a:t>Chủ đề 1: Máy tính và 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0000" y="1800000"/>
            <a:ext cx="4320000" cy="36000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60000" y="2160000"/>
            <a:ext cx="3960000" cy="288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🏫 TRƯỜNG UNIGO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1" i="0">
                <a:solidFill>
                  <a:srgbClr val="64748B"/>
                </a:solidFill>
                <a:latin typeface="Arial"/>
              </a:defRPr>
            </a:pPr>
            <a:r>
              <a:rPr>
                <a:latin typeface="Arial"/>
              </a:rPr>
              <a:t>👤 Giáo viên giảng dạy: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Tổ Bộ Môn Tin Học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rPr>
                <a:latin typeface="Arial"/>
              </a:rPr>
              <a:t>📅 Năm học: 2026 - 2027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MỤC TIÊU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TIN HỌC 4 • BÀI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2160000"/>
            <a:ext cx="216000" cy="648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2000" y="2700000"/>
            <a:ext cx="792000" cy="7920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Phần cứng &amp; Phần mềm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Kể tên được một số thiết bị phần cứng và phần mềm máy tính đã biết.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8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8000" y="2160000"/>
            <a:ext cx="216000" cy="648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40000" y="2700000"/>
            <a:ext cx="792000" cy="792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8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Mối quan hệ phụ thuộc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Nêu được vai trò và mối quan hệ phụ thuộc lẫn nhau giữa phần cứng và phần mềm.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96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096000" y="2160000"/>
            <a:ext cx="216000" cy="648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528000" y="2700000"/>
            <a:ext cx="792000" cy="792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6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Bảo vệ thiết bị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Nêu được ví dụ thao tác sai sẽ gây lỗi cho phần cứng và phần mềm.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KHỞI ĐỘNG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KHỞI ĐỘNG 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9000000" cy="68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684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2340000"/>
            <a:ext cx="8280000" cy="61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  <a:defRPr sz="20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📱 Điện thoại của Minh:</a:t>
            </a:r>
          </a:p>
          <a:p>
            <a:pPr>
              <a:spcBef>
                <a:spcPts val="200"/>
              </a:spcBef>
              <a:spcAft>
                <a:spcPts val="16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Minh mượn điện thoại của mẹ để dịch bài hát. Nhưng trên điện thoại của mẹ không có từ điển như điện thoại của bố.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❓ Câu hỏi suy nghĩ: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👉 1. Tại sao hai chiếc điện thoại trông giống nhau?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👉 2. Nhưng khi sử dụng lại có sự khác nhau như vậy?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0000" y="1980000"/>
            <a:ext cx="7308000" cy="68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p4_phan_cung_phan_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2160000"/>
            <a:ext cx="6948000" cy="648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1. THIẾT BỊ PHẦN CỨNG MÁY TÍNH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7920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324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2232000"/>
            <a:ext cx="7200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🖥️ PHẦN CỨNG LÀ GÌ?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Là những bộ phận có hình dạng cụ thể của máy tính mà em có thể sờ, cầm, nhìn thấy trực tiếp.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60000" y="1980000"/>
            <a:ext cx="8208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60000" y="1980000"/>
            <a:ext cx="216000" cy="324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92000" y="2232000"/>
            <a:ext cx="7488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D97706"/>
                </a:solidFill>
                <a:latin typeface="Arial"/>
              </a:defRPr>
            </a:pPr>
            <a:r>
              <a:rPr>
                <a:latin typeface="Arial"/>
              </a:rPr>
              <a:t>⚙️ CÁC VÍ DỤ PHẦN CỨNG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Bàn phím, chuột, màn hình, thân máy (CPU), loa, máy in, ổ đĩa...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5760000"/>
            <a:ext cx="16848000" cy="28800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0000" y="6192000"/>
            <a:ext cx="15480000" cy="216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🌟 GHI NHỚ CỐT LÕI: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2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PHẦN CỨNG = "CƠ THỂ" CỦA HỆ THỐNG MÁY TÍNH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2. PHẦN MỀM MÁY TÍNH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16848000" cy="30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306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2232000"/>
            <a:ext cx="15840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📖 NỘI DUNG NỔI BẬT: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📱 Ứng dụng &amp; Chương trình:</a:t>
            </a:r>
            <a:br/>
            <a:r>
              <a:rPr>
                <a:latin typeface="Arial"/>
              </a:rPr>
              <a:t>• Trò chơi máy tính, phần mềm trình chiếu, từ điển, Paint...</a:t>
            </a:r>
            <a:br/>
            <a:r>
              <a:rPr>
                <a:latin typeface="Arial"/>
              </a:rPr>
              <a:t>• Không thể sờ hay cầm trực tiếp, chỉ thấy kết quả qua phần cứng.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400000"/>
            <a:ext cx="16848000" cy="32400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0" y="5688000"/>
            <a:ext cx="15480000" cy="288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📌 PHẦN MỀM = "TRÍ ÓC" CỦA MÁY TÍNH!</a:t>
            </a:r>
            <a:br/>
            <a:r>
              <a:rPr>
                <a:latin typeface="Arial"/>
              </a:rPr>
              <a:t>Phần cứng và phần mềm phụ thuộc lẫn nhau để máy tính hoạt động.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3. MỐI QUAN HỆ PHẦN CỨNG VÀ PHẦN MỀM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432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⚙️ PHẦN CỨNG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Cung cấp môi trường vật lý để chạy các ứng dụng.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8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8000" y="1980000"/>
            <a:ext cx="216000" cy="432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8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D97706"/>
                </a:solidFill>
                <a:latin typeface="Arial"/>
              </a:defRPr>
            </a:pPr>
            <a:r>
              <a:rPr>
                <a:latin typeface="Arial"/>
              </a:rPr>
              <a:t>💻 PHẦN MỀM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Điều khiển phần cứng thực hiện các công việc cụ thể.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96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096000" y="1980000"/>
            <a:ext cx="216000" cy="432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56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🔄 TƯƠNG TÁC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Thiếu 1 trong 2 thì máy tính không thể hoạt động được!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wipe dir="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LUYỆN TẬP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LUYỆN TẬP 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16848000" cy="295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2951999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2268000"/>
            <a:ext cx="15840000" cy="25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❓ Bài 1: Phân loại Phần cứng và Phần mềm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• Bàn phím, Chuột, Màn hình = PHẦN CỨNG</a:t>
            </a:r>
            <a:br/>
            <a:r>
              <a:rPr>
                <a:latin typeface="Arial"/>
              </a:rPr>
              <a:t>• Word, Paint, Trò chơi = PHẦN MỀM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220000"/>
            <a:ext cx="16848000" cy="295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0000" y="5220000"/>
            <a:ext cx="216000" cy="2951999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0000" y="5508000"/>
            <a:ext cx="15840000" cy="25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❓ Bài 2: An đổ nước vào bàn phím gây hỏng.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Đây là thao tác sai làm hỏng PHẦN CỨNG của máy tính.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VẬN DỤNG &amp; TRẢI NGHIỆM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VẬN DỤNG 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2160000"/>
            <a:ext cx="15407999" cy="61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0000" y="2160000"/>
            <a:ext cx="216000" cy="612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0" y="2700000"/>
            <a:ext cx="13967999" cy="504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24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🌟 THỬ THÁCH THỰC TẾ DÀNH CHO EM: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Liệt kê các thiết bị phần cứng và phần mềm đang có trên chiếc máy tính mà gia đình em đang sử dụng.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TỔNG KẾT BÀI HỌC GHI NHỚ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TỔNG KẾT 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2160000"/>
            <a:ext cx="15407999" cy="61200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0" y="2700000"/>
            <a:ext cx="13967999" cy="504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24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⭐ TÓM TẮT KIẾN THỨC CỐT LÕI: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1. Phần cứng &amp; Phần mềm: Kể tên được một số thiết bị phần cứng và phần mềm máy tính đã biết.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2. Mối quan hệ phụ thuộc: Nêu được vai trò và mối quan hệ phụ thuộc lẫn nhau giữa phần cứng và phần mềm.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3. Bảo vệ thiết bị: Nêu được ví dụ thao tác sai sẽ gây lỗi cho phần cứng và phần mềm.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wipe dir="d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60000" y="1800000"/>
            <a:ext cx="13967999" cy="57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0" y="2880000"/>
            <a:ext cx="12527999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32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🌟 CẢM ƠN CÁC EM ĐÃ THEO DÕI! 🌟</a:t>
            </a:r>
          </a:p>
          <a:p>
            <a:pPr>
              <a:spcBef>
                <a:spcPts val="200"/>
              </a:spcBef>
              <a:spcAft>
                <a:spcPts val="1600"/>
              </a:spcAft>
              <a:defRPr sz="2000" b="0" i="1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Chúc các em luôn học giỏi và hăng hái khám phá thế giới Tin học!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2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TRƯỜNG TIỂU HỌC VÀ THCS UNIGO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4468</TotalTime>
  <Words>17</Words>
  <Application>Microsoft Office PowerPoint</Application>
  <PresentationFormat>Custom</PresentationFormat>
  <Paragraphs>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Aileron Heavy</vt:lpstr>
      <vt:lpstr>Arial</vt:lpstr>
      <vt:lpstr>Monggirella script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UNIGO COLLEGE</dc:title>
  <dc:creator>Admin</dc:creator>
  <cp:lastModifiedBy>Admin</cp:lastModifiedBy>
  <cp:revision>127</cp:revision>
  <dcterms:created xsi:type="dcterms:W3CDTF">2006-08-16T00:00:00Z</dcterms:created>
  <dcterms:modified xsi:type="dcterms:W3CDTF">2026-07-08T06:31:05Z</dcterms:modified>
  <dc:identifier>DAGcCSuIkf8</dc:identifier>
</cp:coreProperties>
</file>