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4 • TUẦN 7 • TIẾT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A0"/>
                </a:solidFill>
                <a:latin typeface="Arial"/>
              </a:defRPr>
            </a:pPr>
            <a:r>
              <a:t>BÀI 3: THÔNG TIN TRÊN</a:t>
            </a:r>
            <a:br/>
            <a:r>
              <a:t>TRANG WEB (TIẾT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🌐 Siêu liên kết • Phân loại thông tin • Duyệt web an toàn</a:t>
            </a:r>
          </a:p>
        </p:txBody>
      </p:sp>
      <p:pic>
        <p:nvPicPr>
          <p:cNvPr id="6" name="Picture 5" descr="safe_internet_brow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Trò chơi: Nhận diện 4 dạng thông tin trên trang web!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🔍 Nhắc lại bài học trước:</a:t>
            </a:r>
            <a:br/>
            <a:br/>
            <a:r>
              <a:t>Khi xem một trang web tin tức hay học tập, em thường thấy những dạng thông tin nào sau đây?</a:t>
            </a:r>
            <a:br/>
            <a:br/>
            <a:r>
              <a:t>1. 📝 Văn bản (chữ viết, tin bài)</a:t>
            </a:r>
            <a:br/>
            <a:r>
              <a:t>2. 🖼️ Hình ảnh (ảnh chụp, tranh vẽ)</a:t>
            </a:r>
            <a:br/>
            <a:r>
              <a:t>3. 🎬 Video và âm thanh (bài hát, clip)</a:t>
            </a:r>
            <a:br/>
            <a:r>
              <a:t>4. 🔗 Siêu liên kết (nháy chuột để chuyển trang)</a:t>
            </a:r>
            <a:br/>
            <a:br/>
            <a:r>
              <a:t>👉 Hôm nay chúng ta sẽ luyện tập phân biệt thật chuẩn xác!</a:t>
            </a:r>
          </a:p>
        </p:txBody>
      </p:sp>
      <p:pic>
        <p:nvPicPr>
          <p:cNvPr id="6" name="Picture 5" descr="bai3_p17_sg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NỘI DUNG TIẾT 2 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Kế hoạch khám phá và thực hành hôm nay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SIÊU LIÊN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Nhận biết con trỏ bàn tay 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BÀI TẬP SGK TR.17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Bài 1 &amp; Bài 2 ghép thông 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AN TOÀN DUYỆT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Tác hại khi vào web không phù hợp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CHỐT KIẾN THỨC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Ghi nhớ quy tắc lướt web thông minh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Làm sao để nhận biết Siêu liên kết (Hyperlink)?</a:t>
            </a:r>
          </a:p>
        </p:txBody>
      </p:sp>
      <p:pic>
        <p:nvPicPr>
          <p:cNvPr id="4" name="Picture 3" descr="hyperlink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Quan sát Hình 7 &amp; 8 SGK tr.14-15: Tết Trung thu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🔍 Thảo luận nhóm 4:</a:t>
            </a:r>
            <a:br/>
            <a:br/>
            <a:r>
              <a:t>1. Nhìn vào kết quả tìm kiếm 'Tết Trung thu':</a:t>
            </a:r>
            <a:br/>
            <a:r>
              <a:t>   • Những vị trí nào có chữ xanh gạch chân?</a:t>
            </a:r>
            <a:br/>
            <a:r>
              <a:t>   • Khi rê chuột vào vị trí đó, con trỏ có đổi thành bàn tay 👆 không?</a:t>
            </a:r>
            <a:br/>
            <a:br/>
            <a:r>
              <a:t>2. Nháy chuột vào liên kết sẽ dẫn đến đâu?</a:t>
            </a:r>
            <a:br/>
            <a:r>
              <a:t>👉 Dẫn tới một bài báo hoặc video chi tiết!</a:t>
            </a:r>
          </a:p>
        </p:txBody>
      </p:sp>
      <p:pic>
        <p:nvPicPr>
          <p:cNvPr id="6" name="Picture 5" descr="bai3_p16_sgk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1 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Bài tập 1 (SGK tr.17): Vị trí nào chứa siêu liên kết?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F5F8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744"/>
                </a:solidFill>
                <a:latin typeface="Arial"/>
              </a:defRPr>
            </a:pPr>
            <a:r>
              <a:t>❓ Đề bài: Khi con trỏ chuột di chuyển đến các vị trí trên trang web mà bạn An xem, vị trí nào CÓ SIÊU LIÊN KẾT?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2828"/>
                </a:solidFill>
                <a:latin typeface="Arial"/>
              </a:defRPr>
            </a:pPr>
            <a:r>
              <a:t>A. Tết Trung thu (Con trỏ bàn tay 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Arial"/>
              </a:defRPr>
            </a:pPr>
            <a:r>
              <a:t>✅ CÓ SIÊU LIÊN KẾT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5468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2828"/>
                </a:solidFill>
                <a:latin typeface="Arial"/>
              </a:defRPr>
            </a:pPr>
            <a:r>
              <a:t>B. Tết Thiếu nhi (Con trỏ bàn tay 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03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Arial"/>
              </a:defRPr>
            </a:pPr>
            <a:r>
              <a:t>✅ CÓ SIÊU LIÊN KẾT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2828"/>
                </a:solidFill>
                <a:latin typeface="Arial"/>
              </a:defRPr>
            </a:pPr>
            <a:r>
              <a:t>C. Hình ảnh (Con trỏ dấu cộng 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Arial"/>
              </a:defRPr>
            </a:pPr>
            <a:r>
              <a:t>❌ KHÔNG CÓ (con trỏ không đổi)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34340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2828"/>
                </a:solidFill>
                <a:latin typeface="Arial"/>
              </a:defRPr>
            </a:pPr>
            <a:r>
              <a:t>D. Hình ảnh (Con trỏ bàn tay 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Arial"/>
              </a:defRPr>
            </a:pPr>
            <a:r>
              <a:t>✅ CÓ SIÊU LIÊN KẾT (ảnh bấm được)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2 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Bài tập 2 (SGK tr.17): Ghép hình ảnh với loại thông 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76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1. Ảnh đô thị / phong cảnh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762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  <a:latin typeface="Arial"/>
              </a:defRPr>
            </a:pPr>
            <a:r>
              <a:t>➔  b) Dạng Hình ảnh 🖼️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2. Video bài hát thiếu nhi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0723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  <a:latin typeface="Arial"/>
              </a:defRPr>
            </a:pPr>
            <a:r>
              <a:t>➔  c) Dạng Video (có âm thanh) 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3. Tranh vẽ lễ hội Trung thu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684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Arial"/>
              </a:defRPr>
            </a:pPr>
            <a:r>
              <a:t>➔  b) Dạng Hình ảnh 🖼️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4. Bài thơ / Đoạn văn tin tức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646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➔  a/d) Dạng Văn bản 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AN TOÀN INTERNET 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Tác hại khi vào trang web không phù hợp lứa tuổi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62179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⚠️ Tác hại khôn lường:</a:t>
            </a:r>
            <a:br/>
            <a:br/>
            <a:r>
              <a:t>• Ảnh hưởng tâm lý: Xem hình ảnh bạo lực, sợ hãi gây ám ảnh, mất ngủ.</a:t>
            </a:r>
            <a:br/>
            <a:r>
              <a:t>• Mất tập trung học tập: Tốn thời gian vào các trò vô bổ.</a:t>
            </a:r>
            <a:br/>
            <a:r>
              <a:t>• Nguy cơ bị lừa đảo trực tuyến: Bị đánh cắp thông tin cá nhân của gia đình.</a:t>
            </a:r>
            <a:br/>
            <a:br/>
            <a:r>
              <a:t>👉 NGUYÊN TẮC VÀNG: Luôn hỏi ý kiến bố mẹ hoặc thầy cô trước khi vào trang web lạ!</a:t>
            </a:r>
          </a:p>
        </p:txBody>
      </p:sp>
      <p:pic>
        <p:nvPicPr>
          <p:cNvPr id="6" name="Picture 5" descr="safety_shield_masc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1148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ghi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DUYỆT WEB THÔNG MINH &amp; AN TOÀN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Trên trang web có 4 dạng thông tin chính: Văn bản, Hình ảnh, Âm thanh/Video và Siêu liên kết.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Siêu liên kết giúp chuyển nhanh sang trang web khác khi nháy chuột (con trỏ chuyển thành 👆).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Tuyệt đối không cố tình truy cập vào các trang web không phù hợp lứa tuổi.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Luôn có sự đồng hành, hướng dẫn của người lớn (bố mẹ, thầy cô) khi sử dụng Internet!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CHÚC MỪNG CÁC EM! 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Hôm nay các em đã là những công dân số thông thái và an toàn trên Internet!</a:t>
            </a:r>
            <a:br/>
            <a:br/>
            <a:r>
              <a:t>Hẹn gặp lại các em ở tiết học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