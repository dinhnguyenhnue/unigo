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831843"/>
          </a:solidFill>
          <a:ln w="9525">
            <a:solidFill>
              <a:srgbClr val="831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7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831843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0D9488"/>
                </a:solidFill>
                <a:latin typeface="Times New Roman"/>
              </a:rPr>
              <a:t>Tong quan &amp; Ky nang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C4899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31843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7.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C4899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7: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D9488"/>
                </a:solidFill>
                <a:latin typeface="Times New Roman"/>
              </a:rPr>
              <a:t>📚  Chương trình Tin học 7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Xã hội tri thức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Mạng &amp; Internet (Networking)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&amp; Pháp luật số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thuật &amp; Lập trình (Algorithms)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31843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D9488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C4899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3184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31843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31843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C48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C4899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7.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C489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D9488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83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31843"/>
                </a:solidFill>
                <a:latin typeface="Times New Roman"/>
              </a:rPr>
              <a:t>📌  Ghi nhớ — Tin học 7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EC4899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