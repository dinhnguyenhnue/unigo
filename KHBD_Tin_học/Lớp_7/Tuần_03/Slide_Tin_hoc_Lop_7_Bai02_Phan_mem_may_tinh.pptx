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Phần mềm máy tính (Software)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7 • Bài 2</a:t>
            </a:r>
          </a:p>
        </p:txBody>
      </p:sp>
      <p:pic>
        <p:nvPicPr>
          <p:cNvPr id="6" name="Picture 5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BÀI 2. PHẦN MỀM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Nếu không có phần mềm?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Một chiếc máy tính rất mạnh nhưng không cài bất kỳ phần mềm nào: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Liệu ta có sử dụng được máy tính không?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Vì sao?</a:t>
            </a:r>
          </a:p>
        </p:txBody>
      </p:sp>
      <p:pic>
        <p:nvPicPr>
          <p:cNvPr id="9" name="Picture 8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BÀI 2. PHẦN MỀM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Phần mềm hệ thống (System Software)</a:t>
            </a:r>
          </a:p>
        </p:txBody>
      </p:sp>
      <p:pic>
        <p:nvPicPr>
          <p:cNvPr id="6" name="Picture 5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82880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68880" y="228600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73152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2316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Hệ điều hành (Operating System — OS): Windows, macOS, Linux, Android</a:t>
            </a:r>
          </a:p>
        </p:txBody>
      </p:sp>
      <p:pic>
        <p:nvPicPr>
          <p:cNvPr id="10" name="Picture 9" descr="bai1_p11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1828800" cy="10515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468880" y="3474720"/>
            <a:ext cx="9262872" cy="1051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3474720"/>
            <a:ext cx="73152" cy="105155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611879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Quản lý toàn bộ phần cứng và phần mềm của máy tính</a:t>
            </a:r>
          </a:p>
        </p:txBody>
      </p:sp>
      <p:pic>
        <p:nvPicPr>
          <p:cNvPr id="14" name="Picture 13" descr="bai1_p1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63440"/>
            <a:ext cx="1828800" cy="10515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8880" y="466344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4663440"/>
            <a:ext cx="73152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80060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Môi trường để các phần mềm ứng dụng hoạt động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BÀI 2. PHẦN MỀM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Phần mềm ứng dụng (Application Software)</a:t>
            </a:r>
          </a:p>
        </p:txBody>
      </p:sp>
      <p:pic>
        <p:nvPicPr>
          <p:cNvPr id="6" name="Picture 5" descr="bai1_p13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82880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68880" y="228600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73152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2316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Phần mềm văn phòng: Word, Excel, PowerPoint</a:t>
            </a:r>
          </a:p>
        </p:txBody>
      </p:sp>
      <p:pic>
        <p:nvPicPr>
          <p:cNvPr id="10" name="Picture 9" descr="bai1_p6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1828800" cy="10515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468880" y="3474720"/>
            <a:ext cx="9262872" cy="1051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3474720"/>
            <a:ext cx="73152" cy="105155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611879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Trình duyệt web: Chrome, Edge, Safari</a:t>
            </a:r>
          </a:p>
        </p:txBody>
      </p:sp>
      <p:pic>
        <p:nvPicPr>
          <p:cNvPr id="14" name="Picture 13" descr="bai1_p7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63440"/>
            <a:ext cx="1828800" cy="10515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8880" y="466344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4663440"/>
            <a:ext cx="73152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80060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Phần mềm đồ họa &amp; giải trí: Photoshop, VLC Player, Games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BÀI 2. PHẦN MỀM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Mối quan hệ Phần cứng ↔ Hệ điều hành ↔ Ứng dụng</a:t>
            </a:r>
          </a:p>
        </p:txBody>
      </p:sp>
      <p:pic>
        <p:nvPicPr>
          <p:cNvPr id="6" name="Picture 5" descr="bai1_p8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82880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68880" y="228600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73152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2316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Người dùng thao tác trên Phần mềm ứng dụng</a:t>
            </a:r>
          </a:p>
        </p:txBody>
      </p:sp>
      <p:pic>
        <p:nvPicPr>
          <p:cNvPr id="10" name="Picture 9" descr="bai1_p9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1828800" cy="10515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468880" y="3474720"/>
            <a:ext cx="9262872" cy="1051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3474720"/>
            <a:ext cx="73152" cy="105155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611879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Phần mềm ứng dụng gửi lệnh tới Hệ điều hành</a:t>
            </a:r>
          </a:p>
        </p:txBody>
      </p:sp>
      <p:pic>
        <p:nvPicPr>
          <p:cNvPr id="14" name="Picture 13" descr="bai1_p10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63440"/>
            <a:ext cx="1828800" cy="10515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8880" y="466344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4663440"/>
            <a:ext cx="73152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80060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Hệ điều hành điều khiển Phần cứng thực thi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Phân loại phần mềm!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C4A6E"/>
                </a:solidFill>
                <a:latin typeface="Arial"/>
              </a:rPr>
              <a:t>Phân loại các phần mềm sau: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Windows 11, Android 14 ↔ Phần mềm Hệ thống (OS)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1_p11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Microsoft Word, Canva ↔ Phần mềm Ứng dụng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i1_p1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Google Chrome, Cốc Cốc ↔ Phần mềm Ứng dụng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ai1_p13_img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iOS, Ubuntu Linux ↔ Phần mềm Hệ thống (OS)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Thảo luận bản quyền phần mềm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Trả lời các câu hỏi tình huống (5 phút):</a:t>
            </a:r>
          </a:p>
        </p:txBody>
      </p:sp>
      <p:pic>
        <p:nvPicPr>
          <p:cNvPr id="9" name="Picture 8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369A1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2 loại phần mềm: Phần mềm hệ thống &amp; Phần mềm ứng dụng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Hệ điều hành điều khiển phần cứng và quản lý ứng dụng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C4A6E"/>
                </a:solidFill>
                <a:latin typeface="Arial"/>
              </a:rPr>
              <a:t>Sử dụng phần mềm có bản quyền và an toàn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Bài học kết thúc!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BTVN: Kể tên 5 phần mềm ứng dụng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em sử dụng nhiều nhất trên máy tính hoặc điện thoại!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