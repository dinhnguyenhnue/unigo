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18287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0369A1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3. QUẢN LÝ DỮ LIỆU</a:t>
            </a:r>
            <a:br/>
            <a:r>
              <a:t>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0369A1"/>
                </a:solidFill>
                <a:latin typeface="Arial"/>
              </a:defRPr>
            </a:pPr>
            <a:r>
              <a:t>Tin học • Lớp 7 • Tiết 3 (Chủ đề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Tên tệp và Thư mục trong máy tính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Tên tệp gồm 2 phần: [Tên chính].[Phần mở rộng]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Phần mở rộng cho biết loại tệp và ứng dụng mở tệp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Đặt tên tệp ngắn gọn, có ý nghĩa, dễ tìm kiếm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Phân loại tệp vào các thư mục theo chủ đề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7_bai3_hinh31_cay_thu_m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Các phần mở rộng tệp (File Extensions) thông dụng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754880" cy="685799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.docx / .pdf: Tệp văn bản và tài liệu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754880" cy="68580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420624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.xlsx: Tệp bảng tính điện tử Excel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75488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.pptx: Tệp bài trình chiếu PowerPoint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75488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05656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.jpg / .png: Tệp hình ảnh đồ họa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75488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901184"/>
            <a:ext cx="420624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.mp3 / .mp4: Tệp âm thanh và video đa phương tiện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1645920"/>
            <a:ext cx="6309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gk_lop7_bai3_hinh32_duoi_mo_rong_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37360"/>
            <a:ext cx="61264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Các thao tác quản lý tệp và thư mục cơ bản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Tạo mới (New Folder): Phím tắt Ctrl + Shift +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Đổi tên (Rename): Phím F2 hoặc chuột phải chọn Rename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Sao chép (Copy) / Cắt (Cut): Ctrl + C / Ctrl + 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Dán (Paste) / Xóa (Delete): Ctrl + V / 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7_bai3_hinh36_lenh_thao_t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Sao lưu dữ liệu &amp; Phòng chống Virus máy tính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8404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Sao lưu định kỳ (Backup) ra USB, ổ cứng ngoài, Cloud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Tránh mất dữ liệu khi máy tính bị hỏng hóc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Bật tường lửa và phần mềm diệt virus (Windows Defender)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42900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Tuyệt đối không mở các tệp đính kèm lạ có đuôi .exe, .bat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45920"/>
            <a:ext cx="72237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gk_lop7_bai3_hinh33_sao_luu_du_li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37360"/>
            <a:ext cx="704088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Biện pháp an toàn nhất để không bị mất dữ liệu quan trọng là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Sao lưu dữ liệu dự phòng (Backup) thường xuyên lên đám mây hoặc thiết bị ngoài.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Đặt mật khẩu bảo vệ tài khoản và quét virus định kỳ.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gk_lop7_bai3_hinh33_sao_luu_du_li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Quản lý dữ liệu khoa học và sao lưu dự phòng thường xuyên là nguyên tắc sống còn của người dùng máy tính!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Đâu là phần mềm diệt virus và bảo vệ máy tính tích hợp sẵn trong Windows?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Microsoft Word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Windows Defender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File Explorer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Google 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0369A1"/>
                </a:solidFill>
                <a:latin typeface="Arial"/>
              </a:defRPr>
            </a:pPr>
            <a:r>
              <a:t>HOÀN THÀNH TIẾT 3!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Kiểm tra và sao lưu các tài liệu học tập của em lên Google Drive hoặc USB!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0EA5E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