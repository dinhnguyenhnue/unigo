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36575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0369A1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rial"/>
              </a:defRPr>
            </a:pPr>
            <a:r>
              <a:t>BÀI 3. QUẢN LÝ DỮ LIỆU</a:t>
            </a:r>
            <a:br/>
            <a:r>
              <a:t>TRONG MÁY TÍNH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4575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0">
                <a:solidFill>
                  <a:srgbClr val="0369A1"/>
                </a:solidFill>
                <a:latin typeface="Arial"/>
              </a:defRPr>
            </a:pPr>
            <a:r>
              <a:t>Tin học • Lớp 7 • Tiết 3 (Chủ đề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&amp; TÌNH HUỐNG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C4A6E"/>
                </a:solidFill>
                <a:latin typeface="Arial"/>
              </a:defRPr>
            </a:pPr>
            <a:r>
              <a:t>Không gian Dữ liệu số &amp; Bảo mật công nghệ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12471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_lop7_bai3_data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06424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709160"/>
            <a:ext cx="11247120" cy="9601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4709160"/>
            <a:ext cx="182880" cy="96011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060704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👉 Thế giới số chứa hàng triệu tệp tin đa dạng (.docx, .xlsx, .pptx, .jpg, .mp4).</a:t>
            </a:r>
            <a:br/>
            <a:r>
              <a:t>Làm sao để vừa sắp xếp khoa học vừa bảo vệ dữ liệu an toàn trước virus?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KIẾN THỨC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C4A6E"/>
                </a:solidFill>
                <a:latin typeface="Arial"/>
              </a:defRPr>
            </a:pPr>
            <a:r>
              <a:t>Phân loại tệp theo Phần mở rộng (File Extension)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566160" cy="457199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Tài liệu văn phòng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.docx: Văn bản 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.xlsx: Bảng tính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.pptx: Trình chiếu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.pdf: Tài liệu chuẩn cố định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3566160" cy="457199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Đa phương tiện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.jpg / .png: Hình ảnh đồ họa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.mp3: Âm thanh, bài hát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.mp4: Video, phim bài giảng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16052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.gif: Ảnh động sinh động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566160" cy="45719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Tệp thực thi &amp; Cảnh báo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.exe / .bat: Chương trình cài đặt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Cảnh báo: Không bấm vào tệp .exe lạ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Nguy cơ chứa virus, mã độc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16052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Luôn quét virus trước khi mở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&amp;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C4A6E"/>
                </a:solidFill>
                <a:latin typeface="Arial"/>
              </a:defRPr>
            </a:pPr>
            <a:r>
              <a:t>Bảng phím tắt thao tác nhanh trên tệp &amp; thư mục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45920"/>
            <a:ext cx="4389120" cy="685799"/>
          </a:xfrm>
          <a:prstGeom prst="chevron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84048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F2: Đổi tên (Rename)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441448"/>
            <a:ext cx="4389120" cy="6858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840480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Ctrl+Shift+N: Tạo mới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236976"/>
            <a:ext cx="4389120" cy="6858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10128"/>
            <a:ext cx="384048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Ctrl+C / Ctrl+X: Copy/Cut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032504"/>
            <a:ext cx="4389120" cy="6858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05656"/>
            <a:ext cx="384048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Ctrl+V: Dán tệp (Paste)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4828032"/>
            <a:ext cx="4389120" cy="68580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901184"/>
            <a:ext cx="384048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Delete: Xóa vào Thùng rác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p7_bai3_phim_tat_thao_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HOẠT ĐỘNG KHÁM PHÁ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0C4A6E"/>
                </a:solidFill>
                <a:latin typeface="Arial"/>
              </a:defRPr>
            </a:pPr>
            <a:r>
              <a:t>Chiến lược Sao lưu dữ liệu &amp; Phòng chống Virus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023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Sao lưu định kỳ (Backup) lên Cloud / Ổ cứng ngoài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Đặt mật khẩu mạnh và không chia sẻ cho người khác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Bật phần mềm diệt virus (Windows Defender)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Tuyệt đối không mở liên kết lạ, tệp đính kèm đáng ngờ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45920"/>
            <a:ext cx="70408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_lop7_bai3_data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685800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8229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❓ Biện pháp an toàn nhất để không bị mất dữ liệu quan trọng là gì?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640080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64592" cy="219455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943600" cy="8229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Sao lưu dữ liệu dự phòng (Backup) thường xuyên lên đám mây hoặc thiết bị ngoài.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943600" cy="822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Đặt mật khẩu bảo vệ tài khoản và quét virus định kỳ.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03120"/>
            <a:ext cx="466344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lop7_bai3_data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48840"/>
            <a:ext cx="448056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434840"/>
            <a:ext cx="11247120" cy="118871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1069848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Quản lý dữ liệu khoa học kết hợp với sao lưu dự phòng thường xuyên là kỹ năng sống còn của mọi công dân số!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❓ Đâu là phần mềm diệt virus và bảo vệ máy tính được tích hợp sẵn trong Windows?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Microsoft 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Windows Defender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File Explorer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Google Chrome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135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1352" cy="18287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5592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400" b="1">
                <a:solidFill>
                  <a:srgbClr val="0369A1"/>
                </a:solidFill>
                <a:latin typeface="Arial"/>
              </a:defRPr>
            </a:pPr>
            <a:r>
              <a:t>HOÀN THÀNH TIẾT 3!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8165592" cy="10972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700" b="0">
                <a:solidFill>
                  <a:srgbClr val="0F172A"/>
                </a:solidFill>
                <a:latin typeface="Arial"/>
              </a:defRPr>
            </a:pPr>
            <a:r>
              <a:t>BTVN: Kiểm tra và sao lưu các tài liệu học tập của em lên Google Drive hoặc USB!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14800"/>
            <a:ext cx="816559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  <a:latin typeface="Arial"/>
              </a:defRPr>
            </a:pPr>
            <a:r>
              <a:t>Hẹn gặp lại các em ở bài học tuần sau!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