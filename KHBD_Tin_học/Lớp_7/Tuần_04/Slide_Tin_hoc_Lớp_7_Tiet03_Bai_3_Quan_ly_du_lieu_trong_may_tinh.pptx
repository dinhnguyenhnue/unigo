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0369A1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3. QUẢN LÝ DỮ LIỆU</a:t>
            </a:r>
            <a:br/>
            <a:r>
              <a:t>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0">
                <a:solidFill>
                  <a:srgbClr val="0369A1"/>
                </a:solidFill>
                <a:latin typeface="Arial"/>
              </a:defRPr>
            </a:pPr>
            <a:r>
              <a:t>Tin học • Lớp 7 • Tiết 3 (Chủ đề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Không gian Dữ liệu số &amp; Bảo mật công nghệ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Thế giới số chứa hàng triệu tệp tin đa dạng (.docx, .xlsx, .pptx, .jpg, .mp4).</a:t>
            </a:r>
            <a:br/>
            <a:r>
              <a:t>Làm sao để vừa sắp xếp khoa học vừa bảo vệ dữ liệu an toàn trước virus?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Phân loại tệp theo Phần mở rộng (File Extension)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Tài liệu văn phòng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.docx: Văn bản 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.xlsx: Bảng tính Excel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.pptx: Trình chiếu Slide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.pdf: Tài liệu chuẩn cố định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Đa phương tiện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.jpg / .png: Hình ảnh đồ họa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.mp3: Âm thanh, bài hát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.mp4: Video, phim bài giảng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16052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.gif: Ảnh động sinh động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Tệp thực thi &amp; Cảnh báo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.exe / .bat: Chương trình cài đặt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Cảnh báo: Không bấm vào tệp .exe lạ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Nguy cơ chứa virus, mã độc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4160520"/>
            <a:ext cx="3291840" cy="5943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Luôn quét virus trước khi mở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9115765-67BA-09D7-8E7C-37ECB5A026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53" r="34583"/>
          <a:stretch>
            <a:fillRect/>
          </a:stretch>
        </p:blipFill>
        <p:spPr>
          <a:xfrm>
            <a:off x="0" y="1591054"/>
            <a:ext cx="7975600" cy="423440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Bộ phím tắt thao tác nhanh trên tệp &amp; thư mục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685799"/>
          </a:xfrm>
          <a:prstGeom prst="chevron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7560" y="1776307"/>
            <a:ext cx="3840480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/>
              <a:t>F2: </a:t>
            </a:r>
            <a:r>
              <a:rPr dirty="0" err="1"/>
              <a:t>Đổi</a:t>
            </a:r>
            <a:r>
              <a:rPr dirty="0"/>
              <a:t> </a:t>
            </a:r>
            <a:r>
              <a:rPr dirty="0" err="1"/>
              <a:t>tên</a:t>
            </a:r>
            <a:r>
              <a:rPr dirty="0"/>
              <a:t> (Rename)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389120" cy="685800"/>
          </a:xfrm>
          <a:prstGeom prst="chevron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7560" y="2537460"/>
            <a:ext cx="3840480" cy="54864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 err="1"/>
              <a:t>Ctrl+Shift+N</a:t>
            </a:r>
            <a:r>
              <a:rPr dirty="0"/>
              <a:t>: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mới</a:t>
            </a:r>
            <a:endParaRPr dirty="0"/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38912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7560" y="3360419"/>
            <a:ext cx="3840480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 err="1"/>
              <a:t>Ctrl+C</a:t>
            </a:r>
            <a:r>
              <a:rPr dirty="0"/>
              <a:t> / </a:t>
            </a:r>
            <a:r>
              <a:rPr dirty="0" err="1"/>
              <a:t>Ctrl+X</a:t>
            </a:r>
            <a:r>
              <a:rPr dirty="0"/>
              <a:t>: Copy/Cut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38912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7560" y="4169665"/>
            <a:ext cx="3840480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dirty="0" err="1"/>
              <a:t>Ctrl+V</a:t>
            </a:r>
            <a:r>
              <a:rPr dirty="0"/>
              <a:t>: </a:t>
            </a:r>
            <a:r>
              <a:rPr dirty="0" err="1"/>
              <a:t>Dán</a:t>
            </a:r>
            <a:r>
              <a:rPr dirty="0"/>
              <a:t> </a:t>
            </a:r>
            <a:r>
              <a:rPr dirty="0" err="1"/>
              <a:t>tệp</a:t>
            </a:r>
            <a:r>
              <a:rPr dirty="0"/>
              <a:t> (Paste)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38912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7560" y="4983481"/>
            <a:ext cx="3840480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Delete: Xóa vào Thùng rác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D1FC70F-7B66-1E80-206B-560403911D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42" t="14045" r="4000" b="3115"/>
          <a:stretch>
            <a:fillRect/>
          </a:stretch>
        </p:blipFill>
        <p:spPr>
          <a:xfrm>
            <a:off x="5029200" y="1684866"/>
            <a:ext cx="6883400" cy="403013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2100" b="1">
                <a:solidFill>
                  <a:srgbClr val="0C4A6E"/>
                </a:solidFill>
                <a:latin typeface="Arial"/>
              </a:defRPr>
            </a:pPr>
            <a:r>
              <a:t>Chiến lược Sao lưu dữ liệu &amp; Phòng chống Virus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04461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213360" cy="2959947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Sao lưu định kỳ (Backup) lên Cloud / Ổ cứng ngoài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Đặt mật khẩu mạnh và không chia sẻ cho người khác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Bật phần mềm diệt virus (Windows Defender)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Tuyệt đối không mở liên kết lạ, tệp đính kèm đáng ngờ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893" y="1897582"/>
            <a:ext cx="6278880" cy="34743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Biện pháp an toàn nhất để không bị mất dữ liệu quan trọng là gì?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1"/>
            <a:ext cx="640080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82880" cy="1234441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Sao lưu dữ liệu dự phòng (Backup) thường xuyên lên đám mây hoặc thiết bị ngoài.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11780"/>
            <a:ext cx="5943600" cy="82296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rPr dirty="0"/>
              <a:t>👉 </a:t>
            </a:r>
            <a:r>
              <a:rPr dirty="0" err="1"/>
              <a:t>Đặt</a:t>
            </a:r>
            <a:r>
              <a:rPr dirty="0"/>
              <a:t> </a:t>
            </a:r>
            <a:r>
              <a:rPr dirty="0" err="1"/>
              <a:t>mật</a:t>
            </a:r>
            <a:r>
              <a:rPr dirty="0"/>
              <a:t> </a:t>
            </a:r>
            <a:r>
              <a:rPr dirty="0" err="1"/>
              <a:t>khẩu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vệ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khoản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quét</a:t>
            </a:r>
            <a:r>
              <a:rPr dirty="0"/>
              <a:t> virus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kỳ</a:t>
            </a:r>
            <a:r>
              <a:rPr dirty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i_lop7_bai3_data_hu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676985"/>
            <a:ext cx="11247120" cy="94657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9120" y="4732021"/>
            <a:ext cx="10698480" cy="3200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12266"/>
            <a:ext cx="10698480" cy="7772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rPr dirty="0"/>
              <a:t>Quản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khoa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lưu</a:t>
            </a:r>
            <a:r>
              <a:rPr dirty="0"/>
              <a:t>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phòng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 </a:t>
            </a:r>
            <a:r>
              <a:rPr dirty="0" err="1"/>
              <a:t>xuyên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kỹ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sống</a:t>
            </a:r>
            <a:r>
              <a:rPr dirty="0"/>
              <a:t> </a:t>
            </a:r>
            <a:r>
              <a:rPr dirty="0" err="1"/>
              <a:t>còn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mọi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dân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!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6E38B9C-E35A-ADF1-DC39-901A954D1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262507"/>
            <a:ext cx="6400800" cy="13869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Đâu là phần mềm diệt virus và bảo vệ máy tính được tích hợp sẵn trong Windows?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Microsoft Word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Windows Defender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File Explorer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Google 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2400" b="1">
                <a:solidFill>
                  <a:srgbClr val="0369A1"/>
                </a:solidFill>
                <a:latin typeface="Arial"/>
              </a:defRPr>
            </a:pPr>
            <a:r>
              <a:t>HOÀN THÀNH TIẾT 3!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Kiểm tra và sao lưu các tài liệu học tập của em lên Google Drive hoặc USB!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tIns="54864" rIns="73152" bIns="54864">
            <a:spAutoFit/>
          </a:bodyPr>
          <a:lstStyle/>
          <a:p>
            <a:pPr algn="ctr">
              <a:defRPr sz="1600" b="1">
                <a:solidFill>
                  <a:srgbClr val="0EA5E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520</Words>
  <Application>Microsoft Office PowerPoint</Application>
  <PresentationFormat>Widescreen</PresentationFormat>
  <Paragraphs>55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Đình</cp:lastModifiedBy>
  <cp:revision>5</cp:revision>
  <dcterms:created xsi:type="dcterms:W3CDTF">2026-08-04T15:56:52Z</dcterms:created>
  <dcterms:modified xsi:type="dcterms:W3CDTF">2026-08-25T09:50:14Z</dcterms:modified>
</cp:coreProperties>
</file>