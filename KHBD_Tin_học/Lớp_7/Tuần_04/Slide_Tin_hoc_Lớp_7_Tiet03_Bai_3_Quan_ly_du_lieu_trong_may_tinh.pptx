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QUẢN LÝ DỮ LIỆU</a:t>
            </a:r>
            <a:br/>
            <a:r>
              <a:t>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Tiết 3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Thế giới số chứa hàng triệu tệp tin đa dạng (.docx, .xlsx, .pptx, .jpg, .mp4).</a:t>
            </a:r>
            <a:br/>
            <a:r>
              <a:t>Làm sao để vừa sắp xếp khoa học vừa bảo vệ dữ liệu an toàn trước virus?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Phân loại tệp theo Phần mở rộng (File Extension)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Tài liệu văn phòng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.docx: Văn bản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.xlsx: Bảng tính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.pptx: Trình chiếu Slide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.pdf: Tài liệu chuẩn cố định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Đa phương tiện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.jpg / .png: Hình ảnh đồ họa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.mp3: Âm thanh, bài hát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.mp4: Video, phim bài giảng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.gif: Ảnh động sinh động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thực thi &amp; Cảnh báo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.exe / .bat: Chương trình cài đặt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Cảnh báo: Không bấm vào tệp .exe lạ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chứa virus, mã độc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quét virus trước khi mở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Chiến lược Sao lưu dữ liệu &amp; Phòng chống Virus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Sao lưu định kỳ (Backup) lên Cloud / Ổ cứng ngoài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Đặt mật khẩu mạnh và không chia sẻ cho người khác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Bật phần mềm diệt virus (Windows Defender)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Tuyệt đối không mở liên kết lạ, tệp đính kèm đáng ngờ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Bộ phím tắt thần tốc quản lý tệp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F2: Đổi tên tệp / thư mục (Rename)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Ctrl + Shift + N: Tạo nhanh thư mục mới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Ctrl + C / Ctrl + X: Sao chép / Cắt tệp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Ctrl + V: Dán tệp vào thư mục đích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Shift + Delete: Xóa vĩnh viễn tệp rác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Biện pháp an toàn nhất để không bị mất dữ liệu quan trọng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Sao lưu dữ liệu dự phòng (Backup) thường xuyên lên đám mây hoặc thiết bị ngoài.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Đặt mật khẩu bảo vệ tài khoản và quét virus định kỳ.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khoa học kết hợp với sao lưu dự phòng thường xuyên là kỹ năng sống còn của mọi công dân số!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Đâu là phần mềm diệt virus và bảo vệ máy tính được tích hợp sẵn trong Windows?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Microsoft 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Windows Defender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File Explorer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Google 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sao lưu các tài liệu học tập của em lên Google Drive hoặc USB!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