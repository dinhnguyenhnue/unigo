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0369A1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QUẢN LÝ DỮ LIỆU &amp;</a:t>
            </a:r>
            <a:br/>
            <a:r>
              <a:t>MẠNG XÃ HỘI INTERNET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0369A1"/>
                </a:solidFill>
                <a:latin typeface="Arial"/>
              </a:defRPr>
            </a:pPr>
            <a:r>
              <a:t>Tin học • Lớp 7 • Tuần 04 (Tiết 3 &amp; Tiết 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3: BÀI 3. QUẢN LÝ DỮ LIỆU TRONG MÁY TÍNH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Nắm vững phần mở rộng tệp, thao tác File Explorer và kỹ thuật sao lưu dự phòng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Không gian Dữ liệu số &amp; Bảo mật công nghệ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7_bai3_data_hu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Nhận diện phần mở rộng (.docx, .xlsx, .pptx, .jpg, .mp4) &amp; Sao lưu dự phòng an toàn!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Bảng phím tắt thao tác nhanh trên tệp &amp; thư mục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685799"/>
          </a:xfrm>
          <a:prstGeom prst="chevron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F2: Đổi tên (Rename)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441448"/>
            <a:ext cx="4389120" cy="685800"/>
          </a:xfrm>
          <a:prstGeom prst="chevron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384048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Ctrl+Shift+N: Tạo mới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236976"/>
            <a:ext cx="4389120" cy="68580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310128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Ctrl+C / Ctrl+X: Copy/Cut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032504"/>
            <a:ext cx="4389120" cy="68580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105656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Ctrl+V: Dán tệp (Paste)</a:t>
            </a:r>
          </a:p>
        </p:txBody>
      </p:sp>
      <p:sp>
        <p:nvSpPr>
          <p:cNvPr id="14" name="Chevron 13"/>
          <p:cNvSpPr/>
          <p:nvPr/>
        </p:nvSpPr>
        <p:spPr>
          <a:xfrm>
            <a:off x="365760" y="4828032"/>
            <a:ext cx="4389120" cy="685800"/>
          </a:xfrm>
          <a:prstGeom prst="chevron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01184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Delete: Xóa vào Thùng rác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p7_bai3_phim_tat_thao_t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37360"/>
            <a:ext cx="649224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4: BÀI 4. MẠNG XÃ HỘI &amp; KÊNH TRAO ĐỔI THÔNG 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Hiểu rõ 2 mặt của Mạng xã hội, kỹ năng giao tiếp văn minh và bảo mật thông tin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5 Nguyên tắc vàng an toàn trên Mạng xã hội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685799"/>
          </a:xfrm>
          <a:prstGeom prst="chevron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Bảo vệ mật khẩu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441448"/>
            <a:ext cx="4389120" cy="685800"/>
          </a:xfrm>
          <a:prstGeom prst="chevron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384048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Quyền riêng tư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236976"/>
            <a:ext cx="4389120" cy="68580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310128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Kiểm chứng tin tức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032504"/>
            <a:ext cx="4389120" cy="68580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105656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Ứng xử văn minh</a:t>
            </a:r>
          </a:p>
        </p:txBody>
      </p:sp>
      <p:sp>
        <p:nvSpPr>
          <p:cNvPr id="14" name="Chevron 13"/>
          <p:cNvSpPr/>
          <p:nvPr/>
        </p:nvSpPr>
        <p:spPr>
          <a:xfrm>
            <a:off x="365760" y="4828032"/>
            <a:ext cx="4389120" cy="685800"/>
          </a:xfrm>
          <a:prstGeom prst="chevron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01184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5. Báo cáo nguy hiểm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p7_bai4_quy_tac_5k_an_toan_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37360"/>
            <a:ext cx="649224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Nhận diện 2 mặt của Mạng xã hội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🌟 Mặt tích cực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Giao lưu bạn bè bốn phương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Học tập trực tuyến bổ ích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Cập nhật tri thức nhanh chóng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⚠️ Cạm bẫy &amp; Rủi 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Nguy cơ lộ thông tin cá nhân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Tiếp xúc tin giả (Fake News)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Bắt nạt qua mạng (Cyberbullying)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🛡️ Phòng ngừa văn minh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Kiểm chứng thông tin trước khi chia sẻ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Tôn trọng, không công kích thô bạo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Kịp thời báo cho người lớn khi gặp nguy hiểm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Tổng kết kiến thức trọng tâm Tuần 04 (Lớp 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3: Tổ chức tệp ngăn nắp, sao lưu dữ liệu và diệt virus định kỳ.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4: Khai thác tiện ích mạng xã hội, ứng xử văn minh và bảo vệ danh tính số.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p7_bai4_quy_tac_5k_an_toan_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Quản lý dữ liệu máy tính khoa học kết hợp với văn hóa ứng xử số văn minh là nền tảng của công dân số thời đại 4.0!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Hành vi nào sau đây là KHÔNG NÊN LÀM trên mạng xã hội?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Chia sẻ bài học hay cho bạn bè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Đăng số CCCD và mật khẩu lên trang cá nhân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Báo cáo bài viết lừa đảo cho quản trị viên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Chúc mừng sinh nhật bạn bè lịch sự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0369A1"/>
                </a:solidFill>
                <a:latin typeface="Arial"/>
              </a:defRPr>
            </a:pPr>
            <a:r>
              <a:t>BÀI HỌC KẾT THÚC! 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Hoàn thành phiếu học tập và thực hiện bảo mật 2 lớp cho các tài khoản trực tuyến!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0EA5E9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