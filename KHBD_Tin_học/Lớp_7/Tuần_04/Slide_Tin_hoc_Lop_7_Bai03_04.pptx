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18287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0369A1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QUẢN LÝ DỮ LIỆU &amp;</a:t>
            </a:r>
            <a:br/>
            <a:r>
              <a:t>MẠNG XÃ HỘI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0369A1"/>
                </a:solidFill>
                <a:latin typeface="Arial"/>
              </a:defRPr>
            </a:pPr>
            <a:r>
              <a:t>Tin học • Lớp 7 • Tuần 04 (Tiết 3 &amp; Tiết 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3: BÀI 3. QUẢN LÝ DỮ LIỆU 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Nắm vững phần mở rộng tệp, thao tác File Explorer và kỹ thuật sao lưu dự phòng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Các phần mở rộng tệp (File Extensions) thông dụng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685799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.docx / .pdf: Tệp văn bản và tài liệu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754880" cy="68580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420624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.xlsx: Tệp bảng tính điện tử Excel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75488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.pptx: Tệp bài trình chiếu PowerPoint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75488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05656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.jpg / .png: Tệp hình ảnh đồ họa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75488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01184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.mp3 / .mp4: Tệp âm thanh và video đa phương tiện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gk_lop7_bai3_hinh32_duoi_mo_rong_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Sao lưu dữ liệu &amp; Phòng chống Virus máy tính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Sao lưu định kỳ (Backup) ra USB, ổ cứng ngoài, Cloud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Tránh mất dữ liệu khi máy tính bị hỏng hóc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Bật tường lửa và phần mềm diệt virus (Windows Defender)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Tuyệt đối không mở các tệp đính kèm lạ có đuôi .exe, .bat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7_bai3_hinh33_sao_luu_du_li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4: BÀI 4. MẠNG XÃ HỘI &amp; KÊNH TRAO ĐỔI THÔNG 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Hiểu rõ 2 mặt của Mạng xã hội, kỹ năng giao tiếp văn minh và bảo mật thông tin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Các chức năng cơ bản của Mạng xã hội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685799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Tạo hồ sơ cá nhân và cập nhật thông tin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754880" cy="68580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420624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Đăng bài viết (Post): Văn bản, hình ảnh, video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75488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Kết nối bạn bè, theo dõi các trang thông tin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75488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05656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Tương tác: Thích (Like), Bình luận (Comment), Chia sẻ (Share)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75488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01184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5. Trò chuyện trực tuyến (Chat Messenger, Nhóm thảo luận)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gk_lop7_bai4_hinh42_43_chuc_nang_mx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Mặt trái và Rủi ro khi tham gia Mạng xã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Nguy cơ lộ lọt thông tin cá nhân, bị kẻ xấu lợi dụng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Tiếp xúc tin giả, thông tin xấu độc, lừa đảo trực tuyến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Nghiện mạng xã hội, giảm tập trung học tập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Vấn nạn bắt nạt qua mạng (Cyberbullying)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7_bai4_rui_ro_va_an_to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Tổng kết kiến thức trọng tâm Tuần 04 (Lớp 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3: Tổ chức tệp ngăn nắp, sao lưu dữ liệu và diệt virus định kỳ.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4: Khai thác tiện ích mạng xã hội, ứng xử văn minh và bảo vệ danh tính số.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gk_lop7_bai4_giao_dien_mxh_dang_b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Quản lý dữ liệu máy tính khoa học kết hợp với văn hóa ứng xử số văn minh là nền tảng của công dân số thời đại 4.0!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Hành vi nào sau đây là KHÔNG NÊN LÀM trên mạng xã hội?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Chia sẻ bài học hay cho bạn bè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Đăng số CCCD và mật khẩu lên trang cá nhân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Báo cáo bài viết lừa đảo cho quản trị viên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Chúc mừng sinh nhật bạn bè lịch sự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0369A1"/>
                </a:solidFill>
                <a:latin typeface="Arial"/>
              </a:defRPr>
            </a:pPr>
            <a:r>
              <a:t>BÀI HỌC KẾT THÚC!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Hoàn thành phiếu học tập và thực hiện bảo mật 2 lớp cho các tài khoản trực tuyến!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0EA5E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