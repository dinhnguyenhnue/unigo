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QUẢN LÝ DỮ LIỆU &amp;</a:t>
            </a:r>
            <a:br/>
            <a:r>
              <a:t>MẠNG XÃ HỘI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BÀI 3. QUẢN LÝ DỮ LIỆU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Nắm vững phần mở rộng tệp, thao tác File Explorer và kỹ thuật sao lưu dự phòng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Nhận diện phần mở rộng (.docx, .xlsx, .pptx, .jpg, .mp4) &amp; Sao lưu dự phòng an toàn!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Bộ phím tắt thao tác nhanh trên tệp &amp; thư mục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F2: Đổi tên (Rename)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Ctrl+Shift+N: Tạo mới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Ctrl+C / Ctrl+X: Copy/Cut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Ctrl+V: Dán tệp (Paste)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Delete: Xóa vào Thùng rác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i_lop7_bai3_shortc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MẠNG XÃ HỘI &amp; KÊNH TRAO ĐỔI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Hiểu rõ 2 mặt của Mạng xã hội, kỹ năng giao tiếp văn minh và bảo mật thông tin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5 Nguyên tắc vàng an toàn trên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Bảo vệ mật khẩu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Quyền riêng tư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Ứng xử văn minh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Báo cáo nguy hiểm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tri thức nhanh chóng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Bắt nạt qua mạng (Cyberbullying)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 văn minh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Kiểm chứng thông tin trước khi 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Tôn trọng, không công kích thô bạo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Kịp thời báo cho người lớn khi gặp nguy hiểm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Tổ chức tệp ngăn nắp, sao lưu dữ liệu và diệt virus định kỳ.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Khai thác tiện ích mạng xã hội, ứng xử văn minh và bảo vệ danh tính số.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7_bai4_5k_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máy tính khoa học kết hợp với văn hóa ứng xử số văn minh là nền tảng của công dân số thời đại 4.0!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học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BÀI HỌC KẾT THÚC!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phiếu học tập và thực hiện bảo mật 2 lớp cho các tài khoản trực tuyến!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