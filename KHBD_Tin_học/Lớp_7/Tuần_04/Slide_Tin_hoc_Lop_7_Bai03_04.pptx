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369A1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QUẢN LÝ DỮ LIỆU &amp;</a:t>
            </a:r>
            <a:br/>
            <a:r>
              <a:t>MẠNG XÃ HỘI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369A1"/>
                </a:solidFill>
                <a:latin typeface="Arial"/>
              </a:defRPr>
            </a:pPr>
            <a:r>
              <a:t>Tin học • Lớp 7 • Tuần 04 (Tiết 3 &amp; Tiết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3: BÀI 3. QUẢN LÝ DỮ LIỆU 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Nắm vững phần mở rộng tệp, thao tác File Explorer và kỹ thuật sao lưu dự phòng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Không gian Dữ liệu số &amp; Bảo mật công nghệ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Nhận diện phần mở rộng (.docx, .xlsx, .pptx, .jpg, .mp4) &amp; Sao lưu dự phòng an toàn!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Chiến lược Sao lưu dữ liệu &amp; Phòng chống Virus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868680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Sao lưu định kỳ (Backup) lên Cloud / Ổ cứng ngoài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754880" cy="86868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Đặt mật khẩu mạnh và không chia sẻ cho người khác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75488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Bật phần mềm diệt virus (Windows Defender)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75488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Tuyệt đối không mở liên kết lạ, tệp đính kèm đáng ngờ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4: BÀI 4. MẠNG XÃ HỘI &amp; KÊNH TRAO ĐỔI THÔNG 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Hiểu rõ 2 mặt của Mạng xã hội, kỹ năng giao tiếp văn minh và bảo mật thông tin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Thế giới Mạng xã hội &amp; Tấm khiên bảo vệ số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7_bai4_social_networ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Kết nối bạn bè năm châu &amp; Luôn giữ vững tấm khiên bảo vệ an toàn thông tin cá nhân!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Nhận diện 2 mặt của Mạng xã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🌟 Mặt tích cực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Giao lưu bạn bè bốn phương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Học tập trực tuyến bổ ích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Cập nhật tri thức nhanh chóng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⚠️ Cạm bẫy &amp; Rủi 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Nguy cơ lộ thông tin cá nhân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Tiếp xúc tin giả (Fake News)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Bắt nạt qua mạng (Cyberbullying)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🛡️ Phòng ngừa văn minh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Kiểm chứng thông tin trước khi chia sẻ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Tôn trọng, không công kích thô bạo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Kịp thời báo cho người lớn khi gặp nguy hiểm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Tổng kết kiến thức trọng tâm Tuần 04 (Lớp 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3: Tổ chức tệp ngăn nắp, sao lưu dữ liệu và diệt virus định kỳ.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4: Khai thác tiện ích mạng xã hội, ứng xử văn minh và bảo vệ danh tính số.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7_bai4_social_networ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Quản lý dữ liệu máy tính khoa học kết hợp với văn hóa ứng xử số văn minh là nền tảng của công dân số thời đại 4.0!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Hành vi nào sau đây là KHÔNG NÊN LÀM trên mạng xã hội?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Chia sẻ bài học hay cho bạn bè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Đăng số CCCD và mật khẩu lên trang cá nhân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Báo cáo bài viết lừa đảo cho quản trị viên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Chúc mừng sinh nhật bạn bè lịch sự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369A1"/>
                </a:solidFill>
                <a:latin typeface="Arial"/>
              </a:defRPr>
            </a:pPr>
            <a:r>
              <a:t>BÀI HỌC KẾT THÚC!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Hoàn thành phiếu học tập và thực hiện bảo mật 2 lớp cho các tài khoản trực tuyến!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EA5E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