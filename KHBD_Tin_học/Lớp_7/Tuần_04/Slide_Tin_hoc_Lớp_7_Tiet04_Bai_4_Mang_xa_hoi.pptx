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0E7490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MẠNG XÃ HỘI &amp;</a:t>
            </a:r>
            <a:br/>
            <a:r>
              <a:t>TRAO ĐỔI THÔNG TIN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0">
                <a:solidFill>
                  <a:srgbClr val="0E7490"/>
                </a:solidFill>
                <a:latin typeface="Arial"/>
              </a:defRPr>
            </a:pPr>
            <a:r>
              <a:t>Tin học • Lớp 7 • Tiết 4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Thế giới Mạng xã hội &amp; Tấm khiên bảo vệ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i_lop7_bai4_social_net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867" y="1691640"/>
            <a:ext cx="7018866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Mạng xã hội kết nối hàng triệu bạn bè khắp năm châu.</a:t>
            </a:r>
            <a:br/>
            <a:r>
              <a:t>Làm thế nào để tận dụng tiện ích giao lưu học tập mà vẫn an toàn trước cạm bẫy số?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Các kênh trao đổi thông tin phổ biến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Thư điện tử (E-mail)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Trao đổi thư từ học tập, công việc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Đính kèm tệp văn bản, hình ảnh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Trang trọng, lưu vết lâu dài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Diễn đàn (Forum)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Thảo luận chuyên sâu theo chủ đề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Hỏi đáp kiến thức học thuật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Chia sẻ kinh nghiệm cộng đồng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Mạng</a:t>
            </a:r>
            <a:r>
              <a:rPr dirty="0"/>
              <a:t> </a:t>
            </a:r>
            <a:r>
              <a:rPr dirty="0" err="1"/>
              <a:t>xã</a:t>
            </a:r>
            <a:r>
              <a:rPr dirty="0"/>
              <a:t> </a:t>
            </a:r>
            <a:r>
              <a:rPr dirty="0" err="1"/>
              <a:t>hội</a:t>
            </a:r>
            <a:r>
              <a:rPr dirty="0"/>
              <a:t> (Social Media)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Kết nối bạn bè, chia sẻ khoảnh khắc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Nhắn tin tức thời, gọi 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Lan tỏa thông điệp tích cực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6A3F820-3B8B-6CBE-AB04-2CD9B36F9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90600"/>
            <a:ext cx="12192000" cy="48768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tin tức đời sống nhanh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Nghiện mạng, giảm thị lực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tin thông tin giật gân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chia sẻ mật khẩu cá nhân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Báo xấu nội dung độc hại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5 Nguyên tắc vàng an toàn trên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Bảo vệ mật khẩu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Quyền riêng tư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Ứng xử văn minh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Báo cáo nguy hiểm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Em cần làm gì để sử dụng Mạng xã hội an toàn và văn minh?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1"/>
            <a:ext cx="64008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2103121"/>
            <a:ext cx="256032" cy="13258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Bảo vệ danh tính số: Đặt mật khẩu mạnh, bảo mật 2 lớp.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788918"/>
            <a:ext cx="5943600" cy="8229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rPr dirty="0"/>
              <a:t>👉 </a:t>
            </a:r>
            <a:r>
              <a:rPr dirty="0" err="1"/>
              <a:t>Sử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,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văn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luôn</a:t>
            </a:r>
            <a:r>
              <a:rPr dirty="0"/>
              <a:t> </a:t>
            </a:r>
            <a:r>
              <a:rPr dirty="0" err="1"/>
              <a:t>tôn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Mạng xã hội là công cụ kết nối tuyệt vời. Hãy là người dùng thông thái, văn minh và luôn biết bảo vệ bản thân trên không gian mạng!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9357E-940E-ADC5-D400-5192ADFFA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1" y="3240413"/>
            <a:ext cx="6419089" cy="120013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viết học tập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400" b="1">
                <a:solidFill>
                  <a:srgbClr val="0E7490"/>
                </a:solidFill>
                <a:latin typeface="Arial"/>
              </a:defRPr>
            </a:pPr>
            <a:r>
              <a:t>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thiết lập chế độ bảo mật riêng tư cho tài khoản mạng xã hội của em!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536</Words>
  <Application>Microsoft Office PowerPoint</Application>
  <PresentationFormat>Widescreen</PresentationFormat>
  <Paragraphs>60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6</cp:revision>
  <dcterms:created xsi:type="dcterms:W3CDTF">2026-08-04T15:56:52Z</dcterms:created>
  <dcterms:modified xsi:type="dcterms:W3CDTF">2026-08-25T09:50:11Z</dcterms:modified>
</cp:coreProperties>
</file>