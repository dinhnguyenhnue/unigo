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5"/>
    <p:sldId id="257" r:id="rId4"/>
    <p:sldId id="258" r:id="rId3"/>
    <p:sldId id="259" r:id="rId2"/>
    <p:sldId id="260" r:id="rId10"/>
    <p:sldId id="261" r:id="rId11"/>
    <p:sldId id="262" r:id="rId12"/>
    <p:sldId id="263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4" d="100"/>
          <a:sy n="64" d="100"/>
        </p:scale>
        <p:origin x="96" y="1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4.xml"/><Relationship Id="rId3" Type="http://schemas.openxmlformats.org/officeDocument/2006/relationships/slide" Target="slides/slide3.xml"/><Relationship Id="rId4" Type="http://schemas.openxmlformats.org/officeDocument/2006/relationships/slide" Target="slides/slide2.xml"/><Relationship Id="rId5" Type="http://schemas.openxmlformats.org/officeDocument/2006/relationships/slide" Target="slides/slide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B2D0BA-FBE9-6E44-691F-000C693EA2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E97D33-3B98-BBDE-4334-263FB7EE47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0CF0E5-ADF7-8470-3B9F-91C48728E4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E504DA-4D4F-4EDC-F344-F03CE86DB4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549F38-FA9E-B600-327E-9BDCCF1020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04104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DBFD97-87FB-631E-EEF8-6E51DCB457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4DE0B9-02FF-4F72-ED16-1FB31B569E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7B87DC-AA2C-EDEA-982F-36A5FDC6D2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6E27A9-4B0A-C4FB-C65C-DD407FABC5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47FF0C-E183-66BE-709C-448A4AC57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660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6744FD-7E48-FCDF-CF0B-2B23DE1327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94DECC-CB72-B397-C02A-C5108354BF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31C495-26F5-512C-E243-F8AA335A8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8E351D-6FC7-D545-DF8A-EB162F5B4D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B95763-201D-C4E1-EB65-4B88B137B0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0148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5217B-8EC9-4EA4-9045-0C817687E4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88FE9A-0D5F-7AE0-E7C8-A53EE8AF7E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4AE5D0-63E8-DCD8-D6B8-306243F3FC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59FF46-C6D8-B70D-34CC-F0BBD25146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5A21F2-0257-6653-C1B4-BE4271B70E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888B2D-A696-926B-CB00-30CB39A21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5907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2D1804-FC72-EA87-B283-0ED24BD9C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D6F214-B860-807F-5D59-775C2C3CD3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872204-513C-7EE5-A63F-ACD7E6F1F0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089B82-4A6B-0A50-33A8-F57C641AA40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57602B8-966B-D55B-DF46-EF8FE962A89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35D0A2-DDAB-2DEB-1654-64E2CF1352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F526C51-F9C1-C9F7-E325-9857444134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9CD2BB8-A738-B00D-CD4F-1E516729DC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95510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5058C7-EC99-CA69-69A1-B71A2EE1FB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A82FDDE-258E-65C9-5E9B-059B5310B2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688222D-5913-69EE-C0A1-2115B6A3BE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364462-4379-23E8-5042-4188F2424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80956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E2B39AE-76E9-53E8-5AC2-AD6E83AE5A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8A39721-3A37-FE8B-936D-3225F2B6F9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6383E3-5325-C6DD-4FD0-655FEA72A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87331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9B1C8-88D4-EB75-0A5A-DBF764E94A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FB7FCE-F57B-B919-56DD-5EDF6227BA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BC4E80-42F9-68B4-89A4-09F4B2E311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2E4884-0004-05C1-9162-12837C41B9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10837C-4E57-5E0F-EC87-6499BA034A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A4D633-7171-8A0D-E4C6-6D53E0859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1064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0E132-6996-68E8-4F29-37C27BB8EB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0434507-83A3-0D3E-B631-5AA2974E08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62259C-71C9-5E4F-343E-C0E87D750F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081087-DD77-D63D-A0AB-E7DF40F551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55EC71-8A66-0F0A-B040-0930D31AA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332627-5E94-EEB1-7186-47F0D5C6F5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95566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121772-A9B5-C630-07CA-DECD42CD7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DBB18D-FEE1-0190-5A10-2B09E03977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CD711D-A70F-EF10-8E36-12C26924E8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F3B26D-7C72-7CF5-91E5-6B9F530321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AE76EA-4D7B-99B2-4676-A289DD637D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96339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1B24F8F-8C52-E27E-05DE-AD92E136AB9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CCC27E-F320-1CAF-FC80-1F7384CA5E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5A3655-F6DA-384A-BCB5-A32BD9B555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496872-344F-98B4-6458-BAACD263E5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A6A315-6909-97E2-34A8-B9CB86B9CF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549293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78B8C0F-9B11-4065-AE8C-7637290FB1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5032" y="829142"/>
            <a:ext cx="10198768" cy="8615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5FE732-1FF5-3147-A7B1-F7E2E0778B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D77A1F-9F08-BD8F-DAF3-65DDCDFC4FE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665A47-83AD-EE80-1199-0CCBE3548B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F62C6C-6174-7774-F45D-8725FE4A30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D2C332A-3D9A-458F-2703-2BC4602A665E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940" y="136525"/>
            <a:ext cx="867744" cy="86154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0712185-E163-EB6D-9E42-C99AF00858F6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81" t="23826" r="6770" b="30087"/>
          <a:stretch>
            <a:fillRect/>
          </a:stretch>
        </p:blipFill>
        <p:spPr>
          <a:xfrm>
            <a:off x="0" y="5883441"/>
            <a:ext cx="12252960" cy="1126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03477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97280" y="1463040"/>
            <a:ext cx="9994392" cy="365759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97280" y="1463040"/>
            <a:ext cx="9994392" cy="228600"/>
          </a:xfrm>
          <a:prstGeom prst="round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1828800"/>
            <a:ext cx="9445752" cy="45720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500" b="1">
                <a:solidFill>
                  <a:srgbClr val="0E7490"/>
                </a:solidFill>
                <a:latin typeface="Arial"/>
              </a:defRPr>
            </a:pPr>
            <a:r>
              <a:t>TRƯỜNG TIỂU HỌC &amp; THCS UNIGO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377440"/>
            <a:ext cx="9445752" cy="128016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2800" b="1">
                <a:solidFill>
                  <a:srgbClr val="0F172A"/>
                </a:solidFill>
                <a:latin typeface="Arial"/>
              </a:defRPr>
            </a:pPr>
            <a:r>
              <a:t>BÀI 4. MẠNG XÃ HỘI &amp;</a:t>
            </a:r>
            <a:br/>
            <a:r>
              <a:t>TRAO ĐỔI THÔNG TIN INTERNET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749039"/>
            <a:ext cx="9445752" cy="54863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800" b="0">
                <a:solidFill>
                  <a:srgbClr val="0E7490"/>
                </a:solidFill>
                <a:latin typeface="Arial"/>
              </a:defRPr>
            </a:pPr>
            <a:r>
              <a:t>Tin học • Lớp 7 • Tiết 4 (Chủ đề 2)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4389120"/>
            <a:ext cx="9445752" cy="36576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400" b="0">
                <a:solidFill>
                  <a:srgbClr val="64748B"/>
                </a:solidFill>
                <a:latin typeface="Arial"/>
              </a:defRPr>
            </a:pPr>
            <a:r>
              <a:t>GV: Đậu Đình Nguyên • Bộ môn Tin học</a:t>
            </a:r>
          </a:p>
        </p:txBody>
      </p:sp>
    </p:spTree>
  </p:cSld>
  <p:clrMapOvr>
    <a:masterClrMapping/>
  </p:clrMapOvr>
  <p:transition spd="med">
    <p:wip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ECF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65760" y="1143000"/>
            <a:ext cx="2926080" cy="347471"/>
          </a:xfrm>
          <a:prstGeom prst="round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143000"/>
            <a:ext cx="2926080" cy="347471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KHỞI ĐỘNG &amp; TÌNH HUỐNG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0" y="1115568"/>
            <a:ext cx="8046720" cy="41147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2100" b="1">
                <a:solidFill>
                  <a:srgbClr val="164E63"/>
                </a:solidFill>
                <a:latin typeface="Arial"/>
              </a:defRPr>
            </a:pPr>
            <a:r>
              <a:t>Thế giới Mạng xã hội &amp; Tấm khiên bảo vệ số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645920"/>
            <a:ext cx="11247120" cy="2971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i_lop7_bai4_social_network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91640"/>
            <a:ext cx="11064240" cy="288036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65760" y="4709160"/>
            <a:ext cx="11247120" cy="96011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65760" y="4709160"/>
            <a:ext cx="182880" cy="960119"/>
          </a:xfrm>
          <a:prstGeom prst="round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4800600"/>
            <a:ext cx="10607040" cy="77723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1">
                <a:solidFill>
                  <a:srgbClr val="0F172A"/>
                </a:solidFill>
                <a:latin typeface="Arial"/>
              </a:defRPr>
            </a:pPr>
            <a:r>
              <a:t>👉 Mạng xã hội kết nối hàng triệu bạn bè khắp năm châu.</a:t>
            </a:r>
            <a:br/>
            <a:r>
              <a:t>Làm thế nào để tận dụng tiện ích giao lưu học tập mà vẫn an toàn trước cạm bẫy số?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ECF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65760" y="1143000"/>
            <a:ext cx="2926080" cy="347471"/>
          </a:xfrm>
          <a:prstGeom prst="round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143000"/>
            <a:ext cx="2926080" cy="347471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KIẾN THỨC CỐT LÕI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0" y="1115568"/>
            <a:ext cx="8046720" cy="41147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2100" b="1">
                <a:solidFill>
                  <a:srgbClr val="164E63"/>
                </a:solidFill>
                <a:latin typeface="Arial"/>
              </a:defRPr>
            </a:pPr>
            <a:r>
              <a:t>Các kênh trao đổi thông tin phổ biến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645920"/>
            <a:ext cx="3566160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5760" y="1645920"/>
            <a:ext cx="3566160" cy="457199"/>
          </a:xfrm>
          <a:prstGeom prst="round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691640"/>
            <a:ext cx="3566160" cy="41148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</a:defRPr>
            </a:pPr>
            <a:r>
              <a:t>1. Thư điện tử (E-mail)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240280"/>
            <a:ext cx="3291840" cy="59435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Trao đổi thư từ học tập, công việc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880360"/>
            <a:ext cx="3291840" cy="59435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Đính kèm tệp văn bản, hình ảnh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520440"/>
            <a:ext cx="3291840" cy="59436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Trang trọng, lưu vết lâu dài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06240" y="1645920"/>
            <a:ext cx="3566160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206240" y="1645920"/>
            <a:ext cx="3566160" cy="457199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6240" y="1691640"/>
            <a:ext cx="3566160" cy="41148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</a:defRPr>
            </a:pPr>
            <a:r>
              <a:t>2. Diễn đàn (Forum)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43400" y="2240280"/>
            <a:ext cx="3291840" cy="59435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Thảo luận chuyên sâu theo chủ đề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43400" y="2880360"/>
            <a:ext cx="3291840" cy="59435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Hỏi đáp kiến thức học thuật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43400" y="3520440"/>
            <a:ext cx="3291840" cy="59436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Chia sẻ kinh nghiệm cộng đồng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20" y="1645920"/>
            <a:ext cx="3566160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46720" y="1645920"/>
            <a:ext cx="3566160" cy="457199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0" y="1691640"/>
            <a:ext cx="3566160" cy="41148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</a:defRPr>
            </a:pPr>
            <a:r>
              <a:t>3. Mạng xã hội (Social Media)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83880" y="2240280"/>
            <a:ext cx="3291840" cy="59435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Kết nối bạn bè, chia sẻ khoảnh khắc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83880" y="2880360"/>
            <a:ext cx="3291840" cy="59435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Nhắn tin tức thời, gọi video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83880" y="3520440"/>
            <a:ext cx="3291840" cy="59436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Lan tỏa thông điệp tích cực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ECF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65760" y="1143000"/>
            <a:ext cx="2926080" cy="347471"/>
          </a:xfrm>
          <a:prstGeom prst="round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143000"/>
            <a:ext cx="2926080" cy="347471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KIẾN THỨC CỐT LÕI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0" y="1115568"/>
            <a:ext cx="8046720" cy="41147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2100" b="1">
                <a:solidFill>
                  <a:srgbClr val="164E63"/>
                </a:solidFill>
                <a:latin typeface="Arial"/>
              </a:defRPr>
            </a:pPr>
            <a:r>
              <a:t>Nhận diện 2 mặt của Mạng xã hội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645920"/>
            <a:ext cx="3566160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5760" y="1645920"/>
            <a:ext cx="3566160" cy="457199"/>
          </a:xfrm>
          <a:prstGeom prst="round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691640"/>
            <a:ext cx="3566160" cy="41148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</a:defRPr>
            </a:pPr>
            <a:r>
              <a:t>🌟 Mặt tích cực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240280"/>
            <a:ext cx="3291840" cy="59435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Giao lưu bạn bè bốn phương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880360"/>
            <a:ext cx="3291840" cy="59435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Học tập trực tuyến bổ ích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520440"/>
            <a:ext cx="3291840" cy="59436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Cập nhật tin tức đời sống nhanh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06240" y="1645920"/>
            <a:ext cx="3566160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206240" y="1645920"/>
            <a:ext cx="3566160" cy="457199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6240" y="1691640"/>
            <a:ext cx="3566160" cy="41148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</a:defRPr>
            </a:pPr>
            <a:r>
              <a:t>⚠️ Cạm bẫy &amp; Rủi ro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43400" y="2240280"/>
            <a:ext cx="3291840" cy="59435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Nguy cơ lộ thông tin cá nhân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43400" y="2880360"/>
            <a:ext cx="3291840" cy="59435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Tiếp xúc tin giả (Fake News)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43400" y="3520440"/>
            <a:ext cx="3291840" cy="59436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Nghiện mạng, giảm thị lực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20" y="1645920"/>
            <a:ext cx="3566160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46720" y="1645920"/>
            <a:ext cx="3566160" cy="457199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0" y="1691640"/>
            <a:ext cx="3566160" cy="41148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</a:defRPr>
            </a:pPr>
            <a:r>
              <a:t>🛡️ Phòng ngừa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83880" y="2240280"/>
            <a:ext cx="3291840" cy="59435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Không tin thông tin giật gân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83880" y="2880360"/>
            <a:ext cx="3291840" cy="59435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Không chia sẻ mật khẩu cá nhân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83880" y="3520440"/>
            <a:ext cx="3291840" cy="59436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0">
                <a:solidFill>
                  <a:srgbClr val="0F172A"/>
                </a:solidFill>
                <a:latin typeface="Arial"/>
              </a:defRPr>
            </a:pPr>
            <a:r>
              <a:t>• Báo xấu nội dung độc hại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ECF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65760" y="1143000"/>
            <a:ext cx="2926080" cy="347471"/>
          </a:xfrm>
          <a:prstGeom prst="round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143000"/>
            <a:ext cx="2926080" cy="347471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QUY TRÌNH &amp; THAO TÁC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0" y="1115568"/>
            <a:ext cx="8046720" cy="41147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2100" b="1">
                <a:solidFill>
                  <a:srgbClr val="164E63"/>
                </a:solidFill>
                <a:latin typeface="Arial"/>
              </a:defRPr>
            </a:pPr>
            <a:r>
              <a:t>5 Nguyên tắc vàng an toàn trên Mạng xã hội</a:t>
            </a:r>
          </a:p>
        </p:txBody>
      </p:sp>
      <p:sp>
        <p:nvSpPr>
          <p:cNvPr id="6" name="Chevron 5"/>
          <p:cNvSpPr/>
          <p:nvPr/>
        </p:nvSpPr>
        <p:spPr>
          <a:xfrm>
            <a:off x="365760" y="1645920"/>
            <a:ext cx="4389120" cy="685799"/>
          </a:xfrm>
          <a:prstGeom prst="chevron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719072"/>
            <a:ext cx="3840480" cy="54863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1. Bảo vệ mật khẩu</a:t>
            </a:r>
          </a:p>
        </p:txBody>
      </p:sp>
      <p:sp>
        <p:nvSpPr>
          <p:cNvPr id="8" name="Chevron 7"/>
          <p:cNvSpPr/>
          <p:nvPr/>
        </p:nvSpPr>
        <p:spPr>
          <a:xfrm>
            <a:off x="365760" y="2441448"/>
            <a:ext cx="4389120" cy="685800"/>
          </a:xfrm>
          <a:prstGeom prst="chevron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2514600"/>
            <a:ext cx="3840480" cy="54864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2. Quyền riêng tư</a:t>
            </a:r>
          </a:p>
        </p:txBody>
      </p:sp>
      <p:sp>
        <p:nvSpPr>
          <p:cNvPr id="10" name="Chevron 9"/>
          <p:cNvSpPr/>
          <p:nvPr/>
        </p:nvSpPr>
        <p:spPr>
          <a:xfrm>
            <a:off x="365760" y="3236976"/>
            <a:ext cx="4389120" cy="685800"/>
          </a:xfrm>
          <a:prstGeom prst="chevron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3310128"/>
            <a:ext cx="3840480" cy="54863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3. Kiểm chứng tin tức</a:t>
            </a:r>
          </a:p>
        </p:txBody>
      </p:sp>
      <p:sp>
        <p:nvSpPr>
          <p:cNvPr id="12" name="Chevron 11"/>
          <p:cNvSpPr/>
          <p:nvPr/>
        </p:nvSpPr>
        <p:spPr>
          <a:xfrm>
            <a:off x="365760" y="4032504"/>
            <a:ext cx="4389120" cy="685800"/>
          </a:xfrm>
          <a:prstGeom prst="chevron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4105656"/>
            <a:ext cx="3840480" cy="54863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4. Ứng xử văn minh</a:t>
            </a:r>
          </a:p>
        </p:txBody>
      </p:sp>
      <p:sp>
        <p:nvSpPr>
          <p:cNvPr id="14" name="Chevron 13"/>
          <p:cNvSpPr/>
          <p:nvPr/>
        </p:nvSpPr>
        <p:spPr>
          <a:xfrm>
            <a:off x="365760" y="4828032"/>
            <a:ext cx="4389120" cy="685800"/>
          </a:xfrm>
          <a:prstGeom prst="chevron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901184"/>
            <a:ext cx="3840480" cy="54863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5. Báo cáo nguy hiểm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0" y="1645920"/>
            <a:ext cx="6675120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lop7_bai4_quy_tac_5k_an_toan_s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737360"/>
            <a:ext cx="6492240" cy="379476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ECF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65760" y="1188720"/>
            <a:ext cx="11247120" cy="822960"/>
          </a:xfrm>
          <a:prstGeom prst="round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10698480" cy="73152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rial"/>
              </a:defRPr>
            </a:pPr>
            <a:r>
              <a:t>❓ Em cần làm gì để sử dụng Mạng xã hội an toàn và văn minh?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2103120"/>
            <a:ext cx="6400800" cy="219455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65760" y="2103120"/>
            <a:ext cx="164592" cy="2194559"/>
          </a:xfrm>
          <a:prstGeom prst="round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5943600" cy="82295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0">
                <a:solidFill>
                  <a:srgbClr val="0F172A"/>
                </a:solidFill>
                <a:latin typeface="Arial"/>
              </a:defRPr>
            </a:pPr>
            <a:r>
              <a:t>👉 Bảo vệ danh tính số: Đặt mật khẩu mạnh, bảo mật 2 lớp.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00400"/>
            <a:ext cx="5943600" cy="82296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0">
                <a:solidFill>
                  <a:srgbClr val="0F172A"/>
                </a:solidFill>
                <a:latin typeface="Arial"/>
              </a:defRPr>
            </a:pPr>
            <a:r>
              <a:t>👉 Sử dụng điều độ, ứng xử văn minh và luôn tôn trọng pháp luật.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49440" y="2103120"/>
            <a:ext cx="4663440" cy="219455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op7_bai4_quy_tac_5k_an_toan_s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2148840"/>
            <a:ext cx="4480560" cy="210312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365760" y="4434840"/>
            <a:ext cx="11247120" cy="1188719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480560"/>
            <a:ext cx="10698480" cy="32003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1">
                <a:solidFill>
                  <a:srgbClr val="FEF08A"/>
                </a:solidFill>
                <a:latin typeface="Arial"/>
              </a:defRPr>
            </a:pPr>
            <a:r>
              <a:t>📌 GHI NHỚ TRỌNG TÂM (SGK)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800600"/>
            <a:ext cx="10698480" cy="77723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Arial"/>
              </a:defRPr>
            </a:pPr>
            <a:r>
              <a:t>Mạng xã hội là công cụ kết nối tuyệt vời. Hãy là người dùng thông thái, văn minh và luôn biết bảo vệ bản thân trên không gian mạng!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ECF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65760" y="1143000"/>
            <a:ext cx="2926080" cy="347471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143000"/>
            <a:ext cx="2926080" cy="347471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LUYỆN TẬP NHANH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600200"/>
            <a:ext cx="11247120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65760" y="1600200"/>
            <a:ext cx="182880" cy="914400"/>
          </a:xfrm>
          <a:prstGeom prst="round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10698480" cy="73152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Arial"/>
              </a:defRPr>
            </a:pPr>
            <a:r>
              <a:t>❓ Hành vi nào sau đây là KHÔNG NÊN LÀM trên mạng xã hội?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2651760"/>
            <a:ext cx="5440680" cy="132587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48640" y="2880360"/>
            <a:ext cx="822960" cy="822959"/>
          </a:xfrm>
          <a:prstGeom prst="ellipse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3063240"/>
            <a:ext cx="822960" cy="45720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2880360"/>
            <a:ext cx="4160520" cy="96011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0">
                <a:solidFill>
                  <a:srgbClr val="0F172A"/>
                </a:solidFill>
                <a:latin typeface="Arial"/>
              </a:defRPr>
            </a:pPr>
            <a:r>
              <a:t>Chia sẻ bài viết học tập hay cho bạn bè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2651760"/>
            <a:ext cx="5440680" cy="132587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355080" y="2880360"/>
            <a:ext cx="822960" cy="822959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3063240"/>
            <a:ext cx="822960" cy="45720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B.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2880360"/>
            <a:ext cx="4160520" cy="96011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0">
                <a:solidFill>
                  <a:srgbClr val="0F172A"/>
                </a:solidFill>
                <a:latin typeface="Arial"/>
              </a:defRPr>
            </a:pPr>
            <a:r>
              <a:t>Đăng số CCCD và mật khẩu lên trang cá nhân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4114800"/>
            <a:ext cx="544068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48640" y="4343400"/>
            <a:ext cx="822960" cy="822960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4526280"/>
            <a:ext cx="822960" cy="45720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C.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43400"/>
            <a:ext cx="4160520" cy="96011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0">
                <a:solidFill>
                  <a:srgbClr val="0F172A"/>
                </a:solidFill>
                <a:latin typeface="Arial"/>
              </a:defRPr>
            </a:pPr>
            <a:r>
              <a:t>Báo cáo bài viết lừa đảo cho quản trị viên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114800"/>
            <a:ext cx="544068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55080" y="4343400"/>
            <a:ext cx="822960" cy="82296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4526280"/>
            <a:ext cx="822960" cy="45720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0" y="4343400"/>
            <a:ext cx="4160520" cy="96011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0">
                <a:solidFill>
                  <a:srgbClr val="0F172A"/>
                </a:solidFill>
                <a:latin typeface="Arial"/>
              </a:defRPr>
            </a:pPr>
            <a:r>
              <a:t>Chúc mừng sinh nhật bạn bè lịch sự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828800" y="1645920"/>
            <a:ext cx="8531352" cy="3474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828800" y="1645920"/>
            <a:ext cx="8531352" cy="182879"/>
          </a:xfrm>
          <a:prstGeom prst="round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0" y="2011680"/>
            <a:ext cx="8165592" cy="73151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2400" b="1">
                <a:solidFill>
                  <a:srgbClr val="0E7490"/>
                </a:solidFill>
                <a:latin typeface="Arial"/>
              </a:defRPr>
            </a:pPr>
            <a:r>
              <a:t>HOÀN THÀNH BÀI HỌC! 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834640"/>
            <a:ext cx="8165592" cy="109727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700" b="0">
                <a:solidFill>
                  <a:srgbClr val="0F172A"/>
                </a:solidFill>
                <a:latin typeface="Arial"/>
              </a:defRPr>
            </a:pPr>
            <a:r>
              <a:t>BTVN: Kiểm tra và thiết lập chế độ bảo mật riêng tư cho tài khoản mạng xã hội của em!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4114800"/>
            <a:ext cx="8165592" cy="54863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600" b="1">
                <a:solidFill>
                  <a:srgbClr val="06B6D4"/>
                </a:solidFill>
                <a:latin typeface="Arial"/>
              </a:defRPr>
            </a:pPr>
            <a:r>
              <a:t>Hẹn gặp lại các em ở bài học tuần sau! 🚀</a:t>
            </a:r>
          </a:p>
        </p:txBody>
      </p:sp>
    </p:spTree>
  </p:cSld>
  <p:clrMapOvr>
    <a:masterClrMapping/>
  </p:clrMapOvr>
  <p:transition spd="med">
    <p:cover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17</Words>
  <Application>Microsoft Office PowerPoint</Application>
  <PresentationFormat>Widescreen</PresentationFormat>
  <Paragraphs>4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Monotype Corsiva</vt:lpstr>
      <vt:lpstr>Office Theme</vt:lpstr>
      <vt:lpstr>PowerPoint Presentation</vt:lpstr>
      <vt:lpstr>Môn Tin học lớp </vt:lpstr>
      <vt:lpstr>Môn Tin học lớp 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Nguyên Đậu</dc:creator>
  <cp:lastModifiedBy>Nguyên Đậu</cp:lastModifiedBy>
  <cp:revision>4</cp:revision>
  <dcterms:created xsi:type="dcterms:W3CDTF">2026-08-04T15:56:52Z</dcterms:created>
  <dcterms:modified xsi:type="dcterms:W3CDTF">2026-08-04T16:29:42Z</dcterms:modified>
</cp:coreProperties>
</file>