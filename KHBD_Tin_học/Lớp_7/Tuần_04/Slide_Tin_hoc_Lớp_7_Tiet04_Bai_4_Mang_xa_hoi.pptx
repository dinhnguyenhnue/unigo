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18287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E7490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4. MẠNG XÃ HỘI &amp;</a:t>
            </a:r>
            <a:br/>
            <a:r>
              <a:t>TRAO ĐỔI THÔNG TIN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E7490"/>
                </a:solidFill>
                <a:latin typeface="Arial"/>
              </a:defRPr>
            </a:pPr>
            <a:r>
              <a:t>Tin học • Lớp 7 • Tiết 4 (Chủ đề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Các kênh trao đổi thông tin phổ biến trên Internet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Thư điện tử (E-mail): Trao đổi thư từ trang trọng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Diễn đàn trực tuyến (Forum): Thảo luận theo chủ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Mạng xã hội (Social Media): Kết nối, chia sẻ nội 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Ứng dụng nhắn tin tức thời &amp; Gọi video (Chat/Call)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7_bai4_cac_kenh_trao_d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Các chức năng cơ bản của Mạng xã hội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685799"/>
          </a:xfrm>
          <a:prstGeom prst="chevron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Tạo hồ sơ cá nhân và cập nhật thông tin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754880" cy="685800"/>
          </a:xfrm>
          <a:prstGeom prst="chevron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420624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Đăng bài viết (Post): Văn bản, hình ảnh, video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75488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Kết nối bạn bè, theo dõi các trang thông tin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75488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05656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Tương tác: Thích (Like), Bình luận (Comment), Chia sẻ (Share)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75488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01184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5. Trò chuyện trực tuyến (Chat Messenger, Nhóm thảo luận)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gk_lop7_bai4_hinh42_43_chuc_nang_mx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Mặt trái và Rủi ro khi tham gia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Nguy cơ lộ lọt thông tin cá nhân, bị kẻ xấu lợi dụng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Tiếp xúc tin giả, thông tin xấu độc, lừa đảo trực tuyến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Nghiện mạng xã hội, giảm tập trung học tập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Vấn nạn bắt nạt qua mạng (Cyberbullying)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7_bai4_rui_ro_va_an_to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Quy tắc ứng xử văn minh và an toàn trên không gian số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868680"/>
          </a:xfrm>
          <a:prstGeom prst="chevron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Tuyệt đối không chia sẻ mật khẩu và thông tin nhạy cảm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754880" cy="868680"/>
          </a:xfrm>
          <a:prstGeom prst="chevron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Không đăng tải hình ảnh của người khác khi chưa đồng ý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75488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Kiểm chứng độ tin cậy trước khi chia sẻ tin tức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75488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Giữ thái độ lịch sự, tôn trọng, không công kích xúc phạm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gk_lop7_bai4_giao_dien_mxh_dang_b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Em cần làm gì để sử dụng Mạng xã hội an toàn và hiệu quả?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Bảo vệ danh tính số: Đặt mật khẩu mạnh, bảo mật 2 lớp.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Sử dụng điều độ, ứng xử văn minh và luôn tôn trọng pháp luật.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gk_lop7_bai4_rui_ro_va_an_to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Mạng xã hội là công cụ kết nối mạnh mẽ. Hãy là người dùng thông thái và có trách nhiệm trên không gian mạng!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Hành vi nào sau đây là KHÔNG NÊN LÀM trên mạng xã hội?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Chia sẻ bài học hay cho bạn bè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Đăng số CCCD và mật khẩu lên trang cá nhân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Báo cáo bài viết lừa đảo cho quản trị viên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Chúc mừng sinh nhật bạn bè lịch sự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E7490"/>
                </a:solidFill>
                <a:latin typeface="Arial"/>
              </a:defRPr>
            </a:pPr>
            <a:r>
              <a:t>HOÀN THÀNH BÀI HỌC!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Kiểm tra và thiết lập chế độ bảo mật riêng tư cho tài khoản mạng xã hội của em!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