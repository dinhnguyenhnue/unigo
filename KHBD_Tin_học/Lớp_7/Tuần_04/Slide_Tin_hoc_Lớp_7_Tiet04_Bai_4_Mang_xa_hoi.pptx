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6575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0E7490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BÀI 4. MẠNG XÃ HỘI &amp;</a:t>
            </a:r>
            <a:br/>
            <a:r>
              <a:t>TRAO ĐỔI THÔNG TIN 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0E7490"/>
                </a:solidFill>
                <a:latin typeface="Arial"/>
              </a:defRPr>
            </a:pPr>
            <a:r>
              <a:t>Tin học • Lớp 7 • Tiết 4 (Chủ đề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&amp;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64E63"/>
                </a:solidFill>
                <a:latin typeface="Arial"/>
              </a:defRPr>
            </a:pPr>
            <a:r>
              <a:t>Thế giới Mạng xã hội &amp; Tấm khiên bảo vệ số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12471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lop7_bai4_social_networ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06424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Mạng xã hội kết nối hàng triệu bạn bè khắp năm châu.</a:t>
            </a:r>
            <a:br/>
            <a:r>
              <a:t>Làm thế nào để tận dụng tiện ích giao lưu học tập mà vẫn an toàn trước cạm bẫy số?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KIẾN THỨC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64E63"/>
                </a:solidFill>
                <a:latin typeface="Arial"/>
              </a:defRPr>
            </a:pPr>
            <a:r>
              <a:t>Các kênh trao đổi thông tin phổ biến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5719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1. Thư điện tử (E-mail)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Trao đổi thư từ học tập, công việc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Đính kèm tệp văn bản, hình ảnh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Trang trọng, lưu vết lâu dài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566160" cy="4571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2. Diễn đàn (Forum)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Thảo luận chuyên sâu theo chủ đề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Hỏi đáp kiến thức học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Chia sẻ kinh nghiệm cộng đồng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566160" cy="45719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3. Mạng xã hội (Social Media)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Kết nối bạn bè, chia sẻ khoảnh khắc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Nhắn tin tức thời, gọi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Lan tỏa thông điệp tích cực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KIẾN THỨC CỐT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64E63"/>
                </a:solidFill>
                <a:latin typeface="Arial"/>
              </a:defRPr>
            </a:pPr>
            <a:r>
              <a:t>Nhận diện 2 mặt của Mạng xã hội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3566160" cy="457199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🌟 Mặt tích cực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Giao lưu bạn bè bốn phương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Học tập trực tuyến bổ ích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Cập nhật tin tức đời sống nhanh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645920"/>
            <a:ext cx="3566160" cy="457199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⚠️ Cạm bẫy &amp; Rủi 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Nguy cơ lộ thông tin cá nhân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Tiếp xúc tin giả (Fake News)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Nghiện mạng, giảm thị lực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645920"/>
            <a:ext cx="35661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566160" cy="457199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691640"/>
            <a:ext cx="3566160" cy="411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🛡️ Phòng ngừa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Không tin thông tin giật gân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880360"/>
            <a:ext cx="329184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Không chia sẻ mật khẩu cá nhân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520440"/>
            <a:ext cx="329184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Arial"/>
              </a:defRPr>
            </a:pPr>
            <a:r>
              <a:t>• Báo xấu nội dung độc hại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64E63"/>
                </a:solidFill>
                <a:latin typeface="Arial"/>
              </a:defRPr>
            </a:pPr>
            <a:r>
              <a:t>Nguyên tắc 5K trở thành Công dân số thông thái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754880" cy="685799"/>
          </a:xfrm>
          <a:prstGeom prst="chevron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420624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Không chia sẻ mật khẩu &amp; thông tin nhạy cảm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441448"/>
            <a:ext cx="4754880" cy="685800"/>
          </a:xfrm>
          <a:prstGeom prst="chevr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420624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Không đăng ảnh người khác khi chưa được phép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236976"/>
            <a:ext cx="4754880" cy="6858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420624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Kiểm chứng độ tin cậy trước khi chia sẻ tin tức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032504"/>
            <a:ext cx="4754880" cy="68580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05656"/>
            <a:ext cx="420624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Giữ thái độ văn minh, tôn trọng, không bạo lực mạng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4828032"/>
            <a:ext cx="4754880" cy="685800"/>
          </a:xfrm>
          <a:prstGeom prst="chevr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01184"/>
            <a:ext cx="4206240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5. Kịp thời báo cho bố mẹ, thầy cô khi gặp nguy hiểm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645920"/>
            <a:ext cx="6309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_lop7_bai4_social_networ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37360"/>
            <a:ext cx="612648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8229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❓ Em cần làm gì để sử dụng Mạng xã hội an toàn và văn minh?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640080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64592" cy="219455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943600" cy="8229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Bảo vệ danh tính số: Đặt mật khẩu mạnh, bảo mật 2 lớp.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Sử dụng điều độ, ứng xử văn minh và luôn tôn trọng pháp luật.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03120"/>
            <a:ext cx="466344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lop7_bai4_social_networ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48840"/>
            <a:ext cx="44805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247120" cy="118871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69848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Mạng xã hội là công cụ kết nối tuyệt vời. Hãy là người dùng thông thái, văn minh và luôn biết bảo vệ bản thân trên không gian mạng!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❓ Hành vi nào sau đây là KHÔNG NÊN LÀM trên mạng xã hội?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Chia sẻ bài viết học tập hay cho bạn bè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Đăng số CCCD và mật khẩu lên trang cá nhân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Báo cáo bài viết lừa đảo cho quản trị viên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Chúc mừng sinh nhật bạn bè lịch sự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0E7490"/>
                </a:solidFill>
                <a:latin typeface="Arial"/>
              </a:defRPr>
            </a:pPr>
            <a:r>
              <a:t>HOÀN THÀNH BÀI HỌC!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0972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700" b="0">
                <a:solidFill>
                  <a:srgbClr val="0F172A"/>
                </a:solidFill>
                <a:latin typeface="Arial"/>
              </a:defRPr>
            </a:pPr>
            <a:r>
              <a:t>BTVN: Kiểm tra và thiết lập chế độ bảo mật riêng tư cho tài khoản mạng xã hội của em!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Arial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