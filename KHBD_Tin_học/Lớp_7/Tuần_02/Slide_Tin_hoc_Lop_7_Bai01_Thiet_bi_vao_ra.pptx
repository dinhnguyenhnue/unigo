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Thiết bị vào - ra (I/O Devices)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7 • Bài 1</a:t>
            </a:r>
          </a:p>
        </p:txBody>
      </p:sp>
      <p:pic>
        <p:nvPicPr>
          <p:cNvPr id="6" name="Picture 5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BÀI 1. THIẾT BỊ VÀO -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Quan sát và trả lời!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Hãy nhìn quanh phòng máy tính: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Kể tên TẤT CẢ các thiết bị em nhìn thấy kết nối với máy tính!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Thiết bị nào đưa thông tin vào, thiết bị nào đưa thông tin ra?</a:t>
            </a:r>
          </a:p>
        </p:txBody>
      </p:sp>
      <p:pic>
        <p:nvPicPr>
          <p:cNvPr id="9" name="Picture 8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BÀI 1. THIẾT BỊ VÀO -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Thiết bị vào (Input Devices)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1274552" cy="7086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109728" cy="70865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1645920" cy="5257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51760" y="2468879"/>
            <a:ext cx="8897112" cy="43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● Bàn phím (Keyboard) — nhập dữ liệu văn bản và lệnh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23259"/>
            <a:ext cx="11274552" cy="7086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223259"/>
            <a:ext cx="109728" cy="70865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11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4699"/>
            <a:ext cx="1645920" cy="5257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51760" y="3360419"/>
            <a:ext cx="8897112" cy="43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● Chuột (Mouse) — điều khiển con trỏ và thao tác chọn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274552" cy="7086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109728" cy="7086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1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06240"/>
            <a:ext cx="1645920" cy="5257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651760" y="4251960"/>
            <a:ext cx="8897112" cy="43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● Microphone &amp; Webcam — thu âm thanh và hình ảnh trực tiếp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06340"/>
            <a:ext cx="11274552" cy="7086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006340"/>
            <a:ext cx="109728" cy="7086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ai1_p13_img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097779"/>
            <a:ext cx="1645920" cy="5257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651760" y="5143500"/>
            <a:ext cx="8897112" cy="43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● Máy quét (Scanner) — chuyển văn bản giấy thành dữ liệu số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BÀI 1. THIẾT BỊ VÀO -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Thiết bị ra (Output Devices)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1274552" cy="7086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109728" cy="70865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3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1645920" cy="5257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51760" y="2468879"/>
            <a:ext cx="8897112" cy="43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● Màn hình (Monitor) — hiển thị kết quả xử lý trực quan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23259"/>
            <a:ext cx="11274552" cy="7086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223259"/>
            <a:ext cx="109728" cy="70865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6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4699"/>
            <a:ext cx="1645920" cy="5257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51760" y="3360419"/>
            <a:ext cx="8897112" cy="43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● Loa &amp; Tai nghe (Speaker/Headphone) — phát tín hiệu âm thanh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274552" cy="7086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109728" cy="7086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7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06240"/>
            <a:ext cx="1645920" cy="5257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651760" y="4251960"/>
            <a:ext cx="8897112" cy="43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● Máy in (Printer) — in dữ liệu ra bản giấy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06340"/>
            <a:ext cx="11274552" cy="7086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006340"/>
            <a:ext cx="109728" cy="7086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ai1_p8_img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097779"/>
            <a:ext cx="1645920" cy="5257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651760" y="5143500"/>
            <a:ext cx="8897112" cy="43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● Máy chiếu (Projector) — trình chiếu nội dung lên màn rộng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BÀI 1. THIẾT BỊ VÀO -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Sơ đồ hoạt động Input → Processing →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1274552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109728" cy="100583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8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1645920" cy="8229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51760" y="2468879"/>
            <a:ext cx="889711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● Thiết bị Vào (Input) tiếp nhận thông tin từ người dùng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20439"/>
            <a:ext cx="11274552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520439"/>
            <a:ext cx="109728" cy="100583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9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79"/>
            <a:ext cx="1645920" cy="8229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51760" y="3657599"/>
            <a:ext cx="889711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● Bộ xử lý trung tâm (CPU) xử lý dữ liệu theo chương trình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09159"/>
            <a:ext cx="11274552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709159"/>
            <a:ext cx="109728" cy="100583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10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00599"/>
            <a:ext cx="1645920" cy="8229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651760" y="4846320"/>
            <a:ext cx="889711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● Thiết bị Ra (Output) xuất kết quả cho người dùng tiếp nhận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Hãy phân loại thiết bị!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C4A6E"/>
                </a:solidFill>
                <a:latin typeface="Arial"/>
              </a:rPr>
              <a:t>Xác định vai trò của từng thiết bị: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Arial"/>
              </a:rPr>
              <a:t>Bàn phím &amp; Chuột ↔ Thiết bị VÀO (Input)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i1_p11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Arial"/>
              </a:rPr>
              <a:t>Màn hình &amp; Máy in ↔ Thiết bị RA (Output)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i1_p1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Arial"/>
              </a:rPr>
              <a:t>Webcam &amp; Micro ↔ Thiết bị VÀO (Input)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ai1_p13_img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Arial"/>
              </a:rPr>
              <a:t>Màn hình cảm ứng ↔ Vừa VÀO vừa 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Thảo luận chuyên sâu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Trả lời các câu hỏi tình huống (5 phút):</a:t>
            </a:r>
          </a:p>
        </p:txBody>
      </p:sp>
      <p:pic>
        <p:nvPicPr>
          <p:cNvPr id="9" name="Picture 8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369A1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Thiết bị vào (Input): nhập dữ liệu vào máy tính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Thiết bị ra (Output): xuất kết quả từ máy tính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Quy trình xử lý: Input -&gt; Processing -&gt; Output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Bài học kết thúc!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BTVN: Vẽ sơ đồ khối các thiết bị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Vào - Ra của máy tính ở phòng máy!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