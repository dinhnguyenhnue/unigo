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Thiết bị vào - ra (I/O Devices)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Lớp 7 • Bài 1</a:t>
            </a:r>
          </a:p>
        </p:txBody>
      </p:sp>
      <p:pic>
        <p:nvPicPr>
          <p:cNvPr id="6" name="Picture 5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Quan sát và trả lời!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Nhìn quanh phòng máy: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"Kể tên TẤT CẢ thiết bị em thấy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xung quanh chiếc máy tính!"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2 phút — càng nhiều càng tốt!</a:t>
            </a:r>
          </a:p>
        </p:txBody>
      </p:sp>
      <p:pic>
        <p:nvPicPr>
          <p:cNvPr id="9" name="Picture 8" descr="bai1_p10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vào (Input)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Thiết bị vào = đưa thông tin VÀO máy tính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Bàn phím (Keyboard) — gõ chữ, số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Chuột (Mouse) — chỉ, nhấp, kéo thả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Microphone — thu âm giọng nói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Webcam — thu hình ảnh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quét (Scanner) — quét tài liệu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Thiết bị ra (Output) là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Thiết bị ra = đưa thông tin RA cho người dùng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Màn hình (Monitor) — hiển thị hình ảnh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Loa (Speaker) — phát âm thanh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in (Printer) — in tài liệu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Tai nghe (Headphone) — nghe âm thanh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● Máy chiếu (Projector) — chiếu lên màn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BÀI 1. THIẾT BỊ VÀO -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Input → Xử lý →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Quy trình hoạt động: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Bàn phím → CPU xử lý → Màn hình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(Input)      (Processing)    (Output)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Một số thiết bị vừa vào vừa ra: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Màn hình cảm ứng, USB, Ổ cứng ngoài</a:t>
            </a:r>
          </a:p>
        </p:txBody>
      </p:sp>
      <p:pic>
        <p:nvPicPr>
          <p:cNvPr id="9" name="Picture 8" descr="bai1_p11_img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Hãy phân loại!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Sắp xếp vào đúng nhóm: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Bàn phím →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Màn hình →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Webcam →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Loa → Output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720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C4A6E"/>
                </a:solidFill>
                <a:latin typeface="Arial"/>
              </a:rPr>
              <a:t>Màn hình cảm ứng → Cả hai!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7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C4A6E"/>
                </a:solidFill>
                <a:latin typeface="Arial"/>
              </a:rPr>
              <a:t>Thảo luận nhóm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Nhóm 4 em, trả lời: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1. Nếu máy tính không có thiết bị vào,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   em có thể làm gì với nó?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2. Kể 3 thiết bị vào-ra mà smartphone có.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0C4A6E"/>
                </a:solidFill>
                <a:latin typeface="Arial"/>
              </a:rPr>
              <a:t>5 phút thảo luận + 2 phút trình bày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369A1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vào (Input): đưa thông tin vào máy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Thiết bị ra (Output): đưa thông tin ra ngoài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Quy trình: Input → Xử lý →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029200"/>
            <a:ext cx="73152" cy="6400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97280" y="5029200"/>
            <a:ext cx="9994392" cy="640080"/>
          </a:xfrm>
          <a:prstGeom prst="round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1206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C4A6E"/>
                </a:solidFill>
                <a:latin typeface="Arial"/>
              </a:rPr>
              <a:t>Có thiết bị vừa vào vừa ra (I/O)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BTVN: Vẽ sơ đồ Input/Output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của hệ thống máy tính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0C4A6E"/>
                </a:solidFill>
                <a:latin typeface="Arial"/>
              </a:rPr>
              <a:t>tại phòng Tin học.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