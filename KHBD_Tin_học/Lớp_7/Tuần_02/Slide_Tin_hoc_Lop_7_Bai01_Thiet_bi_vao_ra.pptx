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Thiết bị vào - ra (I/O Devices)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7 • Bài 1</a:t>
            </a:r>
          </a:p>
        </p:txBody>
      </p:sp>
      <p:pic>
        <p:nvPicPr>
          <p:cNvPr id="6" name="Picture 5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Quan sát và trả lời!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Hãy nhìn quanh phòng máy tính: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Kể tên TẤT CẢ các thiết bị em nhìn thấy kết nối với máy tính!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Thiết bị nào đưa thông tin vào, thiết bị nào đưa thông tin ra?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Thiết bị vào (Input Devices)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7086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70865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525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Bàn phím (Keyboard) — nhập dữ liệu văn bản và lệnh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23259"/>
            <a:ext cx="11274552" cy="7086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223259"/>
            <a:ext cx="109728" cy="70865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11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14699"/>
            <a:ext cx="1645920" cy="5257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360419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Chuột (Mouse) — điều khiển con trỏ và thao tác chọn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11274552" cy="7086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109728" cy="7086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2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06240"/>
            <a:ext cx="1645920" cy="5257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251960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Microphone &amp; Webcam — thu âm thanh và hình ảnh trực tiếp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06340"/>
            <a:ext cx="11274552" cy="7086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06340"/>
            <a:ext cx="109728" cy="7086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ai1_p13_img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097779"/>
            <a:ext cx="1645920" cy="5257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5143500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Máy quét (Scanner) — chuyển văn bản giấy thành dữ liệu số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Thiết bị ra (Output Devices)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7086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70865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3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525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Màn hình (Monitor) — hiển thị kết quả xử lý trực quan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23259"/>
            <a:ext cx="11274552" cy="7086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223259"/>
            <a:ext cx="109728" cy="70865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6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14699"/>
            <a:ext cx="1645920" cy="5257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360419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Loa &amp; Tai nghe (Speaker/Headphone) — phát tín hiệu âm thanh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11274552" cy="7086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109728" cy="7086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7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06240"/>
            <a:ext cx="1645920" cy="5257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251960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Máy in (Printer) — in dữ liệu ra bản giấy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06340"/>
            <a:ext cx="11274552" cy="7086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06340"/>
            <a:ext cx="109728" cy="7086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ai1_p8_img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097779"/>
            <a:ext cx="1645920" cy="5257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5143500"/>
            <a:ext cx="8897112" cy="43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Máy chiếu (Projector) — trình chiếu nội dung lên màn rộng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Sơ đồ hoạt động Input → Processing →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8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Thiết bị Vào (Input) tiếp nhận thông tin từ người dùng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9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Bộ xử lý trung tâm (CPU) xử lý dữ liệu theo chương trình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0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● Thiết bị Ra (Output) xuất kết quả cho người dùng tiếp nhận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Hãy phân loại thiết bị!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Xác định vai trò của từng thiết bị: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Bàn phím &amp; Chuột ↔ Thiết bị VÀO (Input)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ai1_p11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Màn hình &amp; Máy in ↔ Thiết bị RA (Output)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i1_p12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Webcam &amp; Micro ↔ Thiết bị VÀO (Input)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ai1_p13_img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Màn hình cảm ứng ↔ Vừa VÀO vừa RA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Thảo luận chuyên sâu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Trả lời các câu hỏi tình huống (5 phút):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369A1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Thiết bị vào (Input): nhập dữ liệu vào máy tính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Thiết bị ra (Output): xuất kết quả từ máy tính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Quy trình xử lý: Input -&gt; Processing -&gt; Output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BTVN: Vẽ sơ đồ khối các thiết bị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Vào - Ra của máy tính ở phòng máy!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