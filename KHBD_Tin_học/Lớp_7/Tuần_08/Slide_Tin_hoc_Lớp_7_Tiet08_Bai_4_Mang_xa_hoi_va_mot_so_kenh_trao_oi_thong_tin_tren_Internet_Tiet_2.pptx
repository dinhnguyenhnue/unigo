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7 • TUẦN 8 • TIẾT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66CC"/>
                </a:solidFill>
                <a:latin typeface="Arial"/>
              </a:defRPr>
            </a:pPr>
            <a:r>
              <a:t>BÀI 4: MẠNG XÃ HỘI VÀ</a:t>
            </a:r>
            <a:br/>
            <a:r>
              <a:t>KÊNH TRAO ĐỔI (T2) 🛡️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Tính hai mặt của mạng xã hội • Bảo mật &amp; Văn hóa số</a:t>
            </a:r>
          </a:p>
        </p:txBody>
      </p:sp>
      <p:pic>
        <p:nvPicPr>
          <p:cNvPr id="6" name="Picture 5" descr="safety_shield_masc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8016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Cạm bẫy trên mạng xã hội: Bạn đã từng gặp?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⚠️ Tình huống cảnh báo:</a:t>
            </a:r>
            <a:br/>
            <a:br/>
            <a:r>
              <a:t>• Vô tình đăng ảnh căn cước công dân hoặc số điện thoại lên mạng.</a:t>
            </a:r>
            <a:br/>
            <a:r>
              <a:t>• Bị kẻ xấu nhắn tin đe dọa, bắt nạt hoặc lừa bấm vào link trúng thưởng.</a:t>
            </a:r>
            <a:br/>
            <a:br/>
            <a:r>
              <a:t>• Làm thế nào để tự bảo vệ mình trên không gian mạng?</a:t>
            </a:r>
            <a:br/>
            <a:r>
              <a:t>👉 Nắm vững 4 quy tắc vàng an toàn mạng xã hội!</a:t>
            </a:r>
          </a:p>
        </p:txBody>
      </p:sp>
      <p:pic>
        <p:nvPicPr>
          <p:cNvPr id="6" name="Picture 5" descr="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AN TOÀN MẠNG 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Bốn quy tắc vàng khi tham gia mạng xã hội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762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Arial"/>
              </a:defRPr>
            </a:pPr>
            <a:r>
              <a:t>1. BẢO MẬT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1762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Tuyệt đối KHÔNG đăng mật khẩu, số CCCD, địa chỉ nhà, lịch trình vắng nhà.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07792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7238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Arial"/>
              </a:defRPr>
            </a:pPr>
            <a:r>
              <a:t>2. KIỂM CHỨNG TIN TỨC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07238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Không chia sẻ tin tức giật gân, tin giả (fake news) chưa được kiểm chứng.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03904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6849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8A745"/>
                </a:solidFill>
                <a:latin typeface="Arial"/>
              </a:defRPr>
            </a:pPr>
            <a:r>
              <a:t>3. VĂN HÓA ỨNG XỬ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96849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Bình luận lịch sự, tôn trọng người khác, không tham gia công kích hội đồng.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10698480" cy="8046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646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7"/>
                </a:solidFill>
                <a:latin typeface="Arial"/>
              </a:defRPr>
            </a:pPr>
            <a:r>
              <a:t>4. BÁO CÁO NGUY CƠ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8646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Chặn (block) và báo cáo (report) khi gặp tài khoản quấy rối hoặc lừa đảo.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ỨNG XỬ VĂN MINH TRÊN MẠNG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Mạng xã hội có tính hai mặt: vừa có lợi ích to lớn, vừa tiềm ẩn nhiều rủi ro.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Luôn bảo vệ thông tin cá nhân và tài khoản bằng mật khẩu mạnh.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Ứng xử văn minh, tôn trọng và có trách nhiệm với mọi lời nói trên mạng.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Thông báo ngay cho người lớn khi gặp các tình huống đáng ngờ hoặc nguy hiểm!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66CC"/>
                </a:solidFill>
                <a:latin typeface="Arial"/>
              </a:defRPr>
            </a:pPr>
            <a:r>
              <a:t>BẠN LÀ CÔNG DÂN SỐ THÔNG THÁI!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Hãy cùng nhau xây dựng một môi trường mạng an toàn và văn minh nhé!</a:t>
            </a:r>
            <a:br/>
            <a:br/>
            <a:r>
              <a:t>Hẹn gặp lại các em ở bài học tuần sau!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