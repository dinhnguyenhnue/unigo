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TIN HỌC LỚP 7 • TUẦN 8 • TIẾT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A1B9A"/>
                </a:solidFill>
                <a:latin typeface="Arial"/>
              </a:defRPr>
            </a:pPr>
            <a:r>
              <a:t>BÀI 4: MẠNG XÃ HỘI VÀ</a:t>
            </a:r>
            <a:br/>
            <a:r>
              <a:t>KÊNH TRAO ĐỔI (T1) 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64646"/>
                </a:solidFill>
                <a:latin typeface="Arial"/>
              </a:defRPr>
            </a:pPr>
            <a:r>
              <a:t>Khái niệm mạng xã hội • Các chức năng cơ bản</a:t>
            </a:r>
          </a:p>
        </p:txBody>
      </p:sp>
      <p:pic>
        <p:nvPicPr>
          <p:cNvPr id="6" name="Picture 5" descr="lop7_social_ne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7548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926080" cy="320040"/>
          </a:xfrm>
          <a:prstGeom prst="roundRect">
            <a:avLst>
              <a:gd name="adj" fmla="val 5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KHỞI ĐỘNG 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A2744"/>
                </a:solidFill>
                <a:latin typeface="Arial"/>
              </a:defRPr>
            </a:pPr>
            <a:r>
              <a:t>Zalo, Facebook, YouTube kết nối chúng ta như thế nào?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4864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Arial"/>
              </a:defRPr>
            </a:pPr>
            <a:r>
              <a:t>📱 Kết nối trực tuyến:</a:t>
            </a:r>
            <a:br/>
            <a:br/>
            <a:r>
              <a:t>• Hàng ngày chúng ta xem video, nhắn tin, gửi ảnh cho bạn bè qua các ứng dụng trên điện thoại.</a:t>
            </a:r>
            <a:br/>
            <a:br/>
            <a:r>
              <a:t>• Đó là các dịch vụ MẠNG XÃ HỘI (Social Network) giúp kết nối cộng đồng.</a:t>
            </a:r>
            <a:br/>
            <a:br/>
            <a:r>
              <a:t>• Chúng hoạt động dựa trên những chức năng cốt lõi nào?</a:t>
            </a:r>
            <a:br/>
            <a:r>
              <a:t>👉 Cùng tìm hiểu trong tiết học hôm nay!</a:t>
            </a:r>
          </a:p>
        </p:txBody>
      </p:sp>
      <p:pic>
        <p:nvPicPr>
          <p:cNvPr id="6" name="Picture 5" descr="p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11680"/>
            <a:ext cx="49377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926080" cy="320040"/>
          </a:xfrm>
          <a:prstGeom prst="roundRect">
            <a:avLst>
              <a:gd name="adj" fmla="val 5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CHỨC NĂNG ⚙️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A2744"/>
                </a:solidFill>
                <a:latin typeface="Arial"/>
              </a:defRPr>
            </a:pPr>
            <a:r>
              <a:t>Bốn chức năng cốt lõi của mạng xã hội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7627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7"/>
                </a:solidFill>
                <a:latin typeface="Arial"/>
              </a:defRPr>
            </a:pPr>
            <a:r>
              <a:t>1. TẠO HỒ SƠ (PROFILE)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1762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Arial"/>
              </a:defRPr>
            </a:pPr>
            <a:r>
              <a:t>Cung cấp ảnh đại diện và thông tin giới thiệu bản thân.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07792"/>
            <a:ext cx="1069848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7238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  <a:latin typeface="Arial"/>
              </a:defRPr>
            </a:pPr>
            <a:r>
              <a:t>2. KẾT BẠN &amp; THEO DÕI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0723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Arial"/>
              </a:defRPr>
            </a:pPr>
            <a:r>
              <a:t>Xây dựng mạng lưới kết nối với bạn bè, người thân, thầy cô.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03904"/>
            <a:ext cx="1069848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6849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  <a:latin typeface="Arial"/>
              </a:defRPr>
            </a:pPr>
            <a:r>
              <a:t>3. ĐĂNG TẢI &amp; CHIA SẺ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96849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Arial"/>
              </a:defRPr>
            </a:pPr>
            <a:r>
              <a:t>Chia sẻ bài viết, tranh ảnh, video dự án học tập lên trang cá nhân.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00016"/>
            <a:ext cx="1069848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6460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91E63"/>
                </a:solidFill>
                <a:latin typeface="Arial"/>
              </a:defRPr>
            </a:pPr>
            <a:r>
              <a:t>4. TƯƠNG TÁC XÃ HỘI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8646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Arial"/>
              </a:defRPr>
            </a:pPr>
            <a:r>
              <a:t>Like, Thả tim, Bình luận đóng góp ý kiến, Nhắn tin trực tiếp.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926080" cy="320040"/>
          </a:xfrm>
          <a:prstGeom prst="roundRect">
            <a:avLst>
              <a:gd name="adj" fmla="val 5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GHI NHỚ 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A2744"/>
                </a:solidFill>
                <a:latin typeface="Arial"/>
              </a:defRPr>
            </a:pPr>
            <a:r>
              <a:t>Những kiến thức trọng tâm em cần nhớ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966960" cy="347472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 w="317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2148840"/>
            <a:ext cx="9601200" cy="41148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6712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HỘP KẾT LUẬN — MẠNG XÃ HỘI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9235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Mạng xã hội là dịch vụ trực tuyến kết nối người dùng qua tài khoản cá nhân.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Các chức năng chính: Tạo hồ sơ, kết bạn, chia sẻ nội dung và tương tác.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Mạng xã hội giúp lan tỏa thông tin tích cực và kết nối học tập.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Tiết 2 chúng ta sẽ thảo luận về tính hai mặt và an toàn trên mạng xã hội!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A1B9A"/>
                </a:solidFill>
                <a:latin typeface="Arial"/>
              </a:defRPr>
            </a:pPr>
            <a:r>
              <a:t>BẠN LÀ CÔNG DÂN SỐ! 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C3C3C"/>
                </a:solidFill>
                <a:latin typeface="Arial"/>
              </a:defRPr>
            </a:pPr>
            <a:r>
              <a:t>Hãy luôn sử dụng mạng xã hội lành mạnh và văn minh nhé!</a:t>
            </a:r>
            <a:br/>
            <a:br/>
            <a:r>
              <a:t>Hẹn gặp lại các em ở Tiết 8! 🌟</a:t>
            </a:r>
          </a:p>
        </p:txBody>
      </p:sp>
      <p:pic>
        <p:nvPicPr>
          <p:cNvPr id="5" name="Picture 4" descr="mascot_celebrate_troph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