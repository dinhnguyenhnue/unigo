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17320"/>
            <a:ext cx="999439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9994392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4457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0369A1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  <a:latin typeface="Arial"/>
              </a:defRPr>
            </a:pPr>
            <a:r>
              <a:t>BÀI 3. QUẢN LÝ DỮ LIỆU</a:t>
            </a:r>
            <a:br/>
            <a:r>
              <a:t>TRONG MÁY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45752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0369A1"/>
                </a:solidFill>
                <a:latin typeface="Arial"/>
              </a:defRPr>
            </a:pPr>
            <a:r>
              <a:t>Tin học • Lớp 7 • Tuần 6 (Trọn bộ Tiết 5 &amp; Tiết 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4575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TIẾT 1: CẤU TRÚC TỆP &amp; SAO LƯU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PHẦN MỞ RỘNG TỆP &amp; CÁC THIẾT BỊ LƯU TRỮ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Nắm vững phần mở rộng (.docx, .xlsx, .exe, .bat...).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Sao lưu dữ liệu dự phòng (Backup) lên USB và Đám mây (Cloud).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CẤU TRÚC PHẦN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Nhận biết các loại tệp dữ liệu &amp; tệp chương trình trong Windows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00200"/>
            <a:ext cx="4297680" cy="868680"/>
          </a:xfrm>
          <a:prstGeom prst="chevron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Văn bản: .docx, .pdf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578608"/>
            <a:ext cx="4297680" cy="868679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Đa phương tiện: .jpg, .mp4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557015"/>
            <a:ext cx="4297680" cy="86868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30168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Chương trình: .exe, .bat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35423"/>
            <a:ext cx="429768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08575"/>
            <a:ext cx="37490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Cảnh báo: Không xoá tệp lạ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00200"/>
            <a:ext cx="66751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u_truc_tep_va_phan_mo_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9224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1247120" cy="777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698480" cy="6857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❓ Ghi nhớ trọng tâm Tiết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6309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64592" cy="2240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Đặt tên tệp, thư mục dễ nhớ và phản ánh đúng nội dung.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585216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Thường xuyên sao lưu dữ liệu sang thiết bị ngoài hoặc đám mây.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11680"/>
            <a:ext cx="4754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bang31_thietbi_luut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148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Tên tệp và thư mục cần được đặt sao cho dễ nhớ, cho ta biết trong đó chứa những gì.</a:t>
            </a:r>
            <a:br/>
            <a:r>
              <a:t>• Dữ liệu cần được sao lưu thường xuyên lên thiết bị lưu trữ ngoài hoặc đám mây để tránh bị mất mát.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94392" cy="37490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" cy="374903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TIẾT 2: BẢO MẬT &amp; THỰC 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8961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MẬT KHẨU MẠNH, DIỆT VIRUS &amp; 5 THAO TÁC CỐT LÕI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961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Thiết lập mật khẩu mạnh và phần mềm diệt virus.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5029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✓ Thực hành thành thạo File Explorer: Tạo mới, Đổi tên, Sao chép, Di chuyển, Xoá.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 THAO TÁC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5 Thao tác quản lý tệp và thư mục trên File Explorer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00200"/>
            <a:ext cx="4297680" cy="685800"/>
          </a:xfrm>
          <a:prstGeom prst="chevron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74903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Tạo mới: New Folder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395728"/>
            <a:ext cx="4297680" cy="6858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74903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Đổi tên: Rename (F2)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191256"/>
            <a:ext cx="4297680" cy="6858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8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Sao chép: Copy &amp; Paste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3986784"/>
            <a:ext cx="4297680" cy="6858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59936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Di chuyển: Cut &amp; Paste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4782312"/>
            <a:ext cx="4297680" cy="6858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55464"/>
            <a:ext cx="3749039" cy="548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5. Xoá bỏ: Delete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600200"/>
            <a:ext cx="66751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5_thao_tac_quan_ly_du_l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49224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SƠ ĐỒ CÂY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046720" cy="411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C4A6E"/>
                </a:solidFill>
                <a:latin typeface="Arial"/>
              </a:defRPr>
            </a:pPr>
            <a:r>
              <a:t>Cây thư mục phân cấp hoàn chỉnh trong thực hành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46634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164592" cy="4069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20624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Ổ C:\ ➡️ DuLich, HocTap, GiaDinh.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Trong DuLich ➡️ DiemDen ➡️ BanNgay, HoangHon, PhaoHoa01.jpg...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Thành thạo các phím tắt nhanh: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Ctrl + C (Copy), Ctrl + X (Cut), Ctrl + V (Paste)</a:t>
            </a:r>
          </a:p>
          <a:p>
            <a:pPr>
              <a:spcAft>
                <a:spcPts val="400"/>
              </a:spcAft>
              <a:defRPr sz="1400" b="0">
                <a:solidFill>
                  <a:srgbClr val="0F172A"/>
                </a:solidFill>
                <a:latin typeface="Arial"/>
              </a:defRPr>
            </a:pPr>
            <a:r>
              <a:t>- F2 (Rename), Delete (Xoá)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p7_hinh33_cay_thum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309360" cy="3886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9260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92608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1247120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" cy="100583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rial"/>
              </a:defRPr>
            </a:pPr>
            <a:r>
              <a:t>❓ Trong các mật khẩu sau đây, đâu là mật khẩu MẠNH NHẤT? (SGK tr.16)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12345678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AnMinhKhoa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matkhau2026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434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17720"/>
            <a:ext cx="8229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605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2n#M1nhKh0a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08760"/>
            <a:ext cx="889711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08760"/>
            <a:ext cx="8897112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5313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0369A1"/>
                </a:solidFill>
                <a:latin typeface="Arial"/>
              </a:defRPr>
            </a:pPr>
            <a:r>
              <a:t>BÀI HỌC TUẦN 6 KẾT THÚC!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81655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Arial"/>
              </a:defRPr>
            </a:pPr>
            <a:r>
              <a:t>Chúc các em trở thành những công dân số thông thái, quản lý dữ liệu an toàn và hiệu quả!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0EA5E9"/>
                </a:solidFill>
                <a:latin typeface="Arial"/>
              </a:defRPr>
            </a:pPr>
            <a:r>
              <a:t>Chúc các em có những giờ học Tin học thật hào hứng và bổ ích!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