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5 • TUẦN 8 • TIẾT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4782D"/>
                </a:solidFill>
                <a:latin typeface="Arial"/>
              </a:defRPr>
            </a:pPr>
            <a:r>
              <a:t>BÀI 4: CÂY THƯ MỤC</a:t>
            </a:r>
            <a:br/>
            <a:r>
              <a:t>(TIẾT 2)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Thực hành tạo cây thư mục • Công cụ tìm kiếm trong Windows</a:t>
            </a:r>
          </a:p>
        </p:txBody>
      </p:sp>
      <p:pic>
        <p:nvPicPr>
          <p:cNvPr id="6" name="Picture 5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Ô Search trong Windows giúp em tìm tệp như thế nào?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82828"/>
                </a:solidFill>
                <a:latin typeface="Arial"/>
              </a:defRPr>
            </a:pPr>
            <a:r>
              <a:t>🔍 Thử thách tìm tệp:</a:t>
            </a:r>
            <a:br/>
            <a:br/>
            <a:r>
              <a:t>• Khi trong máy tính có hàng nghìn bức ảnh và tài liệu, làm sao để tìm ra tệp "Bai_tap_1.docx" trong 3 giây?</a:t>
            </a:r>
            <a:br/>
            <a:br/>
            <a:r>
              <a:t>• Sử dụng ô Tìm kiếm (Search Box 🔍) ở góc phải cửa sổ File Explorer!</a:t>
            </a:r>
            <a:br/>
            <a:br/>
            <a:r>
              <a:t>👉 Cùng bước vào phần thực hành hấp dẫn nhé!</a:t>
            </a:r>
          </a:p>
        </p:txBody>
      </p:sp>
      <p:pic>
        <p:nvPicPr>
          <p:cNvPr id="6" name="Picture 5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THỰC HÀNH 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Nhiệm vụ tạo cây thư mục (SGK tr.22)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Nhiệm vụ 1: Tạo cấu trúc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4884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Trên ổ đĩa D:, tạo thư mục LOP_5 ➔ tạo tiếp 2 thư mục con: HOC_TAP và GIAI_TRI.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3832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Nhiệm vụ 2: Tạo tệp tài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337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Trong HOC_TAP, tạo tệp văn bản tên là Gioi_thieu.txt và gõ vài dòng giới thiệu bản thân.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Nhiệm vụ 3: Sử dụng công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5262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Quay lại ổ đĩa D:, dùng ô Search tìm kiếm từ khóa "Gioi_thieu" và quan sát kết quả.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560320" cy="32004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744"/>
                </a:solidFill>
                <a:latin typeface="Arial"/>
              </a:defRPr>
            </a:pPr>
            <a:r>
              <a:t>Những điều em cần ghi nhớ sau bài thực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THỰC HÀNH CÂY THƯ MỤC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Thao tác tạo thư mục: Nháy chuột phải ➔ New ➔ Folder (Ctrl + Shift + N).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Công cụ tìm kiếm trong Windows giúp tìm nhanh tệp và thư mục theo tên.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Đường dẫn (Path) cho biết chính xác vị trí của tệp trong cấu trúc cây.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Rèn luyện thói quen lưu tệp vào đúng thư mục chuyên biệt!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782D"/>
                </a:solidFill>
                <a:latin typeface="Arial"/>
              </a:defRPr>
            </a:pPr>
            <a:r>
              <a:t>CHÚC MỪNG CÁC EM HOÀN THÀNH!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Bây giờ các em đã là chuyên gia quản lý dữ liệu trên máy tính rồi!</a:t>
            </a:r>
            <a:br/>
            <a:br/>
            <a:r>
              <a:t>Hẹn gặp lại các em ở bài học tuần sau!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