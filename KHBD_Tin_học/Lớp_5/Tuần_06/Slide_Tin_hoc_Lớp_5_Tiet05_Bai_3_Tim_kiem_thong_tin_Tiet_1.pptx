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17320"/>
            <a:ext cx="999439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9994392" cy="2286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457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BE185D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457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700" b="1">
                <a:solidFill>
                  <a:srgbClr val="0F172A"/>
                </a:solidFill>
                <a:latin typeface="Arial"/>
              </a:defRPr>
            </a:pPr>
            <a:r>
              <a:t>BÀI 3. TÌM KIẾM THÔNG TIN</a:t>
            </a:r>
            <a:br/>
            <a:r>
              <a:t>TRONG GIẢI QUYẾT VẤN ĐỀ (TIẾT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4575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BE185D"/>
                </a:solidFill>
                <a:latin typeface="Arial"/>
              </a:defRPr>
            </a:pPr>
            <a:r>
              <a:t>Môn Tin học • Lớp 5 • Tuần 6 • Sách Kết nối tri thức với cuộc sống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26280"/>
            <a:ext cx="944575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94392" cy="374903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" cy="374903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MỤC TIÊU TIẾT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8961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Sau tiết 1 hôm nay, các em sẽ nắm vững: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961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Giải thích được sự cần thiết và tầm quan trọng của việc thu thập, tìm kiếm thông tin.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Hiểu được có đầy đủ thông tin sẽ giúp em ra quyết định giải quyết vấn đề tốt hơn.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Biết cách hợp tác nhóm, thảo luận và phân công công việc dựa vào thế mạnh của mỗi bạn.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HOẠT ĐỘNG 1: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831843"/>
                </a:solidFill>
                <a:latin typeface="Arial"/>
              </a:defRPr>
            </a:pPr>
            <a:r>
              <a:t>Tình huống: Chuẩn bị hành lý kì nghỉ hè của An, Khoa, Minh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12471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p5_khoi_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064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709160"/>
            <a:ext cx="11247120" cy="9601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4709160"/>
            <a:ext cx="182880" cy="96011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0607040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👉 An đi biển Nha Trang, Khoa đi Đà Lạt mát lạnh, Minh đi Úc vào mùa đông tuyết rơi.</a:t>
            </a:r>
            <a:br/>
            <a:r>
              <a:t>Cả 3 bạn đều xếp đồ bơi và quần áo mùa hè vào va li. Em đoán xem kì nghỉ của ai sẽ gặp khó khăn?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831843"/>
                </a:solidFill>
                <a:latin typeface="Arial"/>
              </a:defRPr>
            </a:pPr>
            <a:r>
              <a:t>Sự cần thiết của việc thu thập thông tin trước khi hành động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Quan sát Hình 15 &amp; Hình 16 SGK: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An đi biển Nha Trang (nắng nóng quanh năm) ➡️ Đồ mùa hè rất phù hợp!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Minh đi Úc: Lúc này ở Úc là MÙA ĐÔNG tuyết rơi ➡️ Minh bị lạnh co ro vì không có quần áo ấm!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Khoa đi Đà Lạt: Ban đêm rất lạnh ➡️ Thiếu áo ấm để đi dạo phố.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👉 Bài học rút ra: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Thiếu thông tin sẽ gây rắc rối. Có đủ thông tin giúp giải quyết vấn đề thành công!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5_hinh15_16_an_m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1247120" cy="777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698480" cy="6857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❓ Thu thập và tìm kiếm thông tin có vai trò quan trọng như thế nào?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6309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64592" cy="22402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Để giải quyết vấn đề thực tế, em cần đưa ra quyết định đúng đắn.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Muốn có quyết định chính xác, bắt buộc phải có thông tin đầy đủ và tin cậy.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011680"/>
            <a:ext cx="4754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5_hinh15_16_an_m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148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Thu thập và tìm kiếm thông tin là cần thiết và quan trọng trong giải quyết vấn đề.</a:t>
            </a:r>
            <a:br/>
            <a:r>
              <a:t>• Có đầy đủ thông tin sẽ giúp em giải quyết vấn đề tốt hơn.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831843"/>
                </a:solidFill>
                <a:latin typeface="Arial"/>
              </a:defRPr>
            </a:pPr>
            <a:r>
              <a:t>Hợp tác nhóm để cùng nhau giải quyết vấn đề 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Nhiệm vụ: Nhóm 3 bạn hoàn thành bài trình chiếu kì nghỉ hè.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Phân công thông minh theo thế mạnh: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Mỗi bạn chuẩn bị nội dung và hình ảnh trang của mình.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An chỉnh sửa bài viết văn bản cho chuẩn xác.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Minh chọn và chỉnh sửa hình ảnh cho sinh động.</a:t>
            </a:r>
          </a:p>
          <a:p>
            <a:pPr>
              <a:spcAft>
                <a:spcPts val="4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- Khoa ghép các trang chiếu và hoàn thiện bài.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👉 Cả nhóm cùng vui vẻ, hoàn thành bài xuất sắc!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5_hoatdong2_nh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1247120" cy="777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698480" cy="6857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❓ Làm thế nào để làm việc nhóm hiệu quả và gắn kết?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6309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64592" cy="22402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Không để một bạn làm hộ cả nhóm, cũng không làm riêng lẻ rời rạc.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Chia nhỏ công việc và trao đổi giúp đỡ nhau trong quá trình thực hiện.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011680"/>
            <a:ext cx="4754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5_hoatdong2_nh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148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Khi làm việc nhóm, cần thảo luận, phân công công việc dựa vào điểm mạnh của mỗi người.</a:t>
            </a:r>
            <a:br/>
            <a:r>
              <a:t>• Khi được phân công, cần có ý thức, tinh thần trách nhiệm; hợp tác và giúp đỡ nhau.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Để chuẩn bị cho chuyến đi tham quan cùng lớp, em cần những thông tin nào? (SGK tr.15)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Vị trí điểm tham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Dự báo thời tiết ngày đi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Chương trình và hoạt động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Cần tất cả các thông tin trên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Trong hoạt động làm việc nhóm, phát biểu nào sau đây là ĐÚNG NHẤT? (SGK tr.16)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Bạn giỏi nhất nên làm hộ cả nhóm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Mỗi bạn cần có tinh thần trách nhiệm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Ai thích làm thì làm, không ép buộc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Chỉ cần nhóm trưởng báo cáo kết quả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508760"/>
            <a:ext cx="8897112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08760"/>
            <a:ext cx="8897112" cy="2286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5313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BE185D"/>
                </a:solidFill>
                <a:latin typeface="Arial"/>
              </a:defRPr>
            </a:pPr>
            <a:r>
              <a:t>HOÀN THÀNH XUẤT SẮC TIẾT 1!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06040"/>
            <a:ext cx="81655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1. Ghi nhớ 2 Hộp Chốt kiến thức quan trọng của Tiết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154680"/>
            <a:ext cx="816559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2. Chuẩn bị cho Tiết 2: Thực hành tìm kiếm thắng cảnh Sa Pa trên Google!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703320"/>
            <a:ext cx="816559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3. Chúc các em luôn có tinh thần hợp tác nhóm tuyệt vời!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34840"/>
            <a:ext cx="8531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EC4899"/>
                </a:solidFill>
                <a:latin typeface="Arial"/>
              </a:defRPr>
            </a:pPr>
            <a:r>
              <a:t>Chúc các em có những giờ học Tin học thật hào hứng và bổ ích!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