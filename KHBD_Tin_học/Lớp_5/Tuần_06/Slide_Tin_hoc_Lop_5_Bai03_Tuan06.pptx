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17320"/>
            <a:ext cx="999439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17320"/>
            <a:ext cx="9994392" cy="2286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9445752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BE185D"/>
                </a:solidFill>
                <a:latin typeface="Arial"/>
              </a:defRPr>
            </a:pPr>
            <a:r>
              <a:t>TRƯỜNG TIỂU HỌC &amp; THCS UNIGO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44575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700" b="1">
                <a:solidFill>
                  <a:srgbClr val="0F172A"/>
                </a:solidFill>
                <a:latin typeface="Arial"/>
              </a:defRPr>
            </a:pPr>
            <a:r>
              <a:t>BÀI 3. TÌM KIẾM THÔNG TIN</a:t>
            </a:r>
            <a:br/>
            <a:r>
              <a:t>TRONG GIẢI QUYẾT VẤN ĐỀ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9445752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BE185D"/>
                </a:solidFill>
                <a:latin typeface="Arial"/>
              </a:defRPr>
            </a:pPr>
            <a:r>
              <a:t>Tin học • Lớp 5 • Tuần 6 (Trọn bộ Tiết 5 &amp; Tiết 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26280"/>
            <a:ext cx="944575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GV: Đậu Đình Nguyên • Bộ môn Tin học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9994392" cy="3749039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554480"/>
            <a:ext cx="320040" cy="3749039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74519"/>
            <a:ext cx="89611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EF08A"/>
                </a:solidFill>
                <a:latin typeface="Arial"/>
              </a:defRPr>
            </a:pPr>
            <a:r>
              <a:t>TIẾT 1: LÝ THUYẾT &amp; TÌNH HUỐNG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423160"/>
            <a:ext cx="89611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SỰ CẦN THIẾT CỦA THÔNG TIN &amp; HỢP TÁC NHÓM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566160"/>
            <a:ext cx="896112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Hiểu tầm quan trọng của việc tìm kiếm thông tin trước khi hành động.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069080"/>
            <a:ext cx="8961120" cy="5029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Phân công công việc nhóm khoa học theo điểm mạnh của mỗi người.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TÌNH HUỐNG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831843"/>
                </a:solidFill>
                <a:latin typeface="Arial"/>
              </a:defRPr>
            </a:pPr>
            <a:r>
              <a:t>Chuẩn bị hành lý: An đi biển Nha Trang, Minh đi Úc mùa đông tuyết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124712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p5_hinh15_16_an_m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06424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4709160"/>
            <a:ext cx="11247120" cy="9601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4709160"/>
            <a:ext cx="182880" cy="960119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800600"/>
            <a:ext cx="10607040" cy="7772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👉 Minh bị lạnh co ro vì thiếu thông tin thời tiết ở Úc lúc đó là mùa đông.</a:t>
            </a:r>
            <a:br/>
            <a:r>
              <a:t>Có đầy đủ thông tin sẽ giúp chúng ta giải quyết vấn đề tốt hơn rất nhiều!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11247120" cy="777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698480" cy="68579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❓ Ghi nhớ trọng tâm Tiết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6309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164592" cy="22402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Thu thập và tìm kiếm thông tin là cần thiết và quan trọng trong giải quyết vấn đề.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39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Khi làm việc nhóm, phân công theo điểm mạnh và có tinh thần trách nhiệm giúp đỡ nhau.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011680"/>
            <a:ext cx="4754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5_hoatdong2_nh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57400"/>
            <a:ext cx="4572000" cy="21488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343400"/>
            <a:ext cx="11247120" cy="13258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698480" cy="3200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Arial"/>
              </a:defRPr>
            </a:pPr>
            <a:r>
              <a:t>📌 GHI NHỚ TRỌNG TÂM (SGK)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1069848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• Thu thập và tìm kiếm thông tin là cần thiết và quan trọng trong giải quyết vấn đề.</a:t>
            </a:r>
            <a:br/>
            <a:r>
              <a:t>• Có đầy đủ thông tin sẽ giúp em giải quyết vấn đề tốt hơn.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9994392" cy="3749039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554480"/>
            <a:ext cx="320040" cy="3749039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74519"/>
            <a:ext cx="89611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EF08A"/>
                </a:solidFill>
                <a:latin typeface="Arial"/>
              </a:defRPr>
            </a:pPr>
            <a:r>
              <a:t>TIẾT 2: THỰC HÀNH TÌM KIẾM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423160"/>
            <a:ext cx="89611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QUY TRÌNH 4 BƯỚC &amp; CHỌN LỌC THÔNG TIN SA 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566160"/>
            <a:ext cx="896112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Thực hành sử dụng máy tìm kiếm Google với từ khoá chính xác.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069080"/>
            <a:ext cx="8961120" cy="5029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Lựa chọn điểm đến phù hợp theo đặc điểm đối tượng trong đoàn.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QUY TRÌNH 4 BƯỚC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831843"/>
                </a:solidFill>
                <a:latin typeface="Arial"/>
              </a:defRPr>
            </a:pPr>
            <a:r>
              <a:t>Sơ đồ 4 bước tìm kiếm thông tin chuẩn xác trên Internet</a:t>
            </a:r>
          </a:p>
        </p:txBody>
      </p:sp>
      <p:sp>
        <p:nvSpPr>
          <p:cNvPr id="6" name="Chevron 5"/>
          <p:cNvSpPr/>
          <p:nvPr/>
        </p:nvSpPr>
        <p:spPr>
          <a:xfrm>
            <a:off x="365760" y="1600200"/>
            <a:ext cx="4297680" cy="868680"/>
          </a:xfrm>
          <a:prstGeom prst="chevron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37490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Bước 1: Xác định thông tin</a:t>
            </a:r>
          </a:p>
        </p:txBody>
      </p:sp>
      <p:sp>
        <p:nvSpPr>
          <p:cNvPr id="8" name="Chevron 7"/>
          <p:cNvSpPr/>
          <p:nvPr/>
        </p:nvSpPr>
        <p:spPr>
          <a:xfrm>
            <a:off x="365760" y="2578608"/>
            <a:ext cx="4297680" cy="868679"/>
          </a:xfrm>
          <a:prstGeom prst="chevron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37490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Bước 2: Chọn từ khoá " "</a:t>
            </a:r>
          </a:p>
        </p:txBody>
      </p:sp>
      <p:sp>
        <p:nvSpPr>
          <p:cNvPr id="10" name="Chevron 9"/>
          <p:cNvSpPr/>
          <p:nvPr/>
        </p:nvSpPr>
        <p:spPr>
          <a:xfrm>
            <a:off x="365760" y="3557015"/>
            <a:ext cx="4297680" cy="86868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30168"/>
            <a:ext cx="37490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Bước 3: Chọn nguồn tin cậy</a:t>
            </a:r>
          </a:p>
        </p:txBody>
      </p:sp>
      <p:sp>
        <p:nvSpPr>
          <p:cNvPr id="12" name="Chevron 11"/>
          <p:cNvSpPr/>
          <p:nvPr/>
        </p:nvSpPr>
        <p:spPr>
          <a:xfrm>
            <a:off x="365760" y="4535423"/>
            <a:ext cx="4297680" cy="86868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608575"/>
            <a:ext cx="37490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Bước 4: Tổng hợp &amp; Áp dụng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600200"/>
            <a:ext cx="667512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uy_trinh_4_buoc_tim_ki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649224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KẾT QUẢ THỰC 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831843"/>
                </a:solidFill>
                <a:latin typeface="Arial"/>
              </a:defRPr>
            </a:pPr>
            <a:r>
              <a:t>Kết quả tìm kiếm và lựa chọn điểm tham quan Sa 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46634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164592" cy="40690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20624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Tìm kiếm từ khoá: Các điểm tham quan ở Sa Pa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Kết quả: Nhà thờ đá, đèo Ô Quy Hồ, đỉnh Fansipan, Cát Cát...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Đưa ra quyết định thông minh: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Chọn điểm gần, an toàn cho người già và trẻ nhỏ.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Lên lịch trình hợp lý theo dự báo thời tiết thực tế!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00200"/>
            <a:ext cx="6492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5_hinh17_tim_kiem_s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30936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NHANH 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11247120" cy="1005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182880" cy="1005839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69848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rial"/>
              </a:defRPr>
            </a:pPr>
            <a:r>
              <a:t>❓ Để tìm kiếm thông tin chính xác cụm từ về Sa Pa, em nên đặt từ khoá trong dấu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Dấu ngoặc đơn ( 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926080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Dấu ngoặc kép " 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43484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Dấu ngoặc nhọn { 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4348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Dấu gạch chéo / /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508760"/>
            <a:ext cx="8897112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508760"/>
            <a:ext cx="8897112" cy="2286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74519"/>
            <a:ext cx="85313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300" b="1">
                <a:solidFill>
                  <a:srgbClr val="BE185D"/>
                </a:solidFill>
                <a:latin typeface="Arial"/>
              </a:defRPr>
            </a:pPr>
            <a:r>
              <a:t>BÀI HỌC TUẦN 6 KẾT THÚC! 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606040"/>
            <a:ext cx="81655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Arial"/>
              </a:defRPr>
            </a:pPr>
            <a:r>
              <a:t>Chúc các em luôn là những học sinh UNIGO năng động, biết tìm kiếm và hợp tác thông minh!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434840"/>
            <a:ext cx="8531352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EC4899"/>
                </a:solidFill>
                <a:latin typeface="Arial"/>
              </a:defRPr>
            </a:pPr>
            <a:r>
              <a:t>Chúc các em có những giờ học Tin học thật hào hứng và bổ ích! 🚀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