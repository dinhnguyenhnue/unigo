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Tìm kiếm thông tin trên Website 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5 • Bài 2</a:t>
            </a:r>
          </a:p>
        </p:txBody>
      </p:sp>
      <p:pic>
        <p:nvPicPr>
          <p:cNvPr id="6" name="Picture 5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2. TÌM KIẾM THÔNG TIN TRÊN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Làm sao tìm được câu trả lời?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Nếu muốn biết 'Con cá heo thở bằng gì?':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Em sẽ gõ từ khóa gì vào Google để tìm nhanh nhất?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2. TÌM KIẾM THÔNG TIN TRÊN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Trình duyệt web và Máy tìm kiếm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Trình duyệt Web (Chrome, Edge): công cụ mở trang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Máy tìm kiếm (Google, Bing): công cụ tra cứu thông tin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Nhập địa chỉ website vào thanh địa chỉ (Address bar)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2. TÌM KIẾM THÔNG TIN TRÊN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Từ khóa tìm kiếm (Keywords)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3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Từ khóa là từ hoặc cụm từ thể hiện nội dung cần tìm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6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Chọn từ khóa ngắn gọn, chính xác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7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Ví dụ: thay vì 'tôi muốn tìm ảnh con hổ', gõ 'ảnh con hổ'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BÀI 2. TÌM KIẾM THÔNG TIN TRÊN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Đánh giá thông tin tìm được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8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132" y="2766060"/>
            <a:ext cx="164592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Đọc lướt tiêu đề và đoạn tóm tắt kết quả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1584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ai1_p9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766060"/>
            <a:ext cx="1645920" cy="1828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28744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Chọn các trang web uy tín (.edu, .gov, báo chính thống)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2628900"/>
            <a:ext cx="3605784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5968" y="2628900"/>
            <a:ext cx="3605784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ai1_p10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0" y="2766060"/>
            <a:ext cx="164592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63128" y="4594860"/>
            <a:ext cx="333146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31843"/>
                </a:solidFill>
                <a:latin typeface="Arial"/>
              </a:rPr>
              <a:t>So sánh thông tin từ 2-3 trang web khác nhau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Thực hành tìm kiếm!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31843"/>
                </a:solidFill>
                <a:latin typeface="Arial"/>
              </a:rPr>
              <a:t>Thực hiện trên máy tính: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Mở trình duyệt Google Chrome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11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Gõ từ khóa: 'Hành tinh lớn nhất hệ mặt trời'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12_img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Nhấn Enter và đọc kết quả đầu tiên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i1_p13_img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31843"/>
                </a:solidFill>
                <a:latin typeface="Arial"/>
              </a:rPr>
              <a:t>Lưu ảnh hành tinh về máy tính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5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831843"/>
                </a:solidFill>
                <a:latin typeface="Arial"/>
              </a:rPr>
              <a:t>Thử thách: Truy tìm tri thức!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Tìm câu trả lời cho các câu hỏi:</a:t>
            </a:r>
          </a:p>
        </p:txBody>
      </p:sp>
      <p:pic>
        <p:nvPicPr>
          <p:cNvPr id="9" name="Picture 8" descr="bai1_p10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E185D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Sử dụng trình duyệt web và máy tìm kiếm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Lựa chọn từ khóa thông minh và ngắn gọn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31843"/>
                </a:solidFill>
                <a:latin typeface="Arial"/>
              </a:rPr>
              <a:t>Đánh giá và chọn lọc thông tin đáng tin cậy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Em giỏi lắm!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BTVN: Tìm kiếm 3 thông tin thú vị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831843"/>
                </a:solidFill>
                <a:latin typeface="Arial"/>
              </a:rPr>
              <a:t>về động vật biển và ghi vào vở!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