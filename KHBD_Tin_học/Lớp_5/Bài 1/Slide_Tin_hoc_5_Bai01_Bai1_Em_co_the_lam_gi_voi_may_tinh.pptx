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5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EM CÓ THỂ LÀM GÌ VỚI MÁY TÍNH?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475569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5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Học tập &amp; Giải trí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Nêu được ví dụ máy tính giúp học tập, giải trí, tìm kiếm và trao đổi thông tin.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Hợp tác &amp; Sáng tạo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Nêu được ví dụ máy tính giúp hợp tác và tạo ra các sản phẩm số đa dạng.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Ý thức sử dụng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Thể hiện mong muốn và ý thức sử dụng thành thạo máy tính trong cuộc sống.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💻 Máy tính trong đời sống: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Quan sát các bạn nhỏ đang sử dụng máy tính với nhiều hoạt động khác nhau.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👉 1. Em đã sử dụng máy tính để làm những việc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👉 2. Em thích dùng máy tính vào mục đích nào nhất?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5_ung_dung_may_t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MÁY TÍNH GIÚP EM HỌC TẬP VÀ TÌM KIẾM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📚 HỌC TẬP HIỆU QUẢ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Tra cứu từ điển, làm bài tập trực tuyến, học Tiếng Anh, luyện gõ bàn phím.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🌐 TÌM KIẾM THÔNG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Tìm tài liệu lịch sử, khoa học, địa lý trên các trang web uy tín.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MÁY TÍNH LÀ NGƯỜI BẠN ĐỒNG HÀNH ĐẮC LỰC TRONG HỌC TẬP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MÁY TÍNH GIÚP GIẢI TRÍ VÀ GIAO TIẾP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🎵 Giải trí lành mạnh:</a:t>
            </a:r>
            <a:br/>
            <a:r>
              <a:rPr>
                <a:latin typeface="Arial"/>
              </a:rPr>
              <a:t>• Nghe nhạc, xem phim hoạt hình, chơi game tư duy.</a:t>
            </a:r>
            <a:br/>
            <a:r>
              <a:rPr>
                <a:latin typeface="Arial"/>
              </a:rPr>
              <a:t>📧 Trao đổi &amp; Hợp tác:</a:t>
            </a:r>
            <a:br/>
            <a:r>
              <a:rPr>
                <a:latin typeface="Arial"/>
              </a:rPr>
              <a:t>• Gửi email, gọi video cho người thân, làm bài nhóm online.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📌 MÁY TÍNH KẾT NỐI BẠN BÈ VÀ MỞ RỘNG THẾ GIỚI!</a:t>
            </a:r>
            <a:br/>
            <a:r>
              <a:rPr>
                <a:latin typeface="Arial"/>
              </a:rPr>
              <a:t>Cần sử dụng máy tính đúng mục đích và điều độ thời gian.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SÁNG TẠO SẢN PHẨM SỐ DÀNH CHO 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🎨 VẼ TRANH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Sử dụng phần mềm Paint để tạo bức tranh sắc màu.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📝 SOẠN THẢO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Dùng Word để viết cảm nghĩ, thơ, truyện ngắn.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📊 TRÌNH CHIẾU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Dùng PowerPoint tạo bài trình bày sinh động.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❓ Bài 1: Nối hoạt động với công dụng máy tính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• Xem video khoa học ➔ Học tập &amp; Tìm kiếm</a:t>
            </a:r>
            <a:br/>
            <a:r>
              <a:rPr>
                <a:latin typeface="Arial"/>
              </a:rPr>
              <a:t>• Vẽ tranh trên Paint ➔ Tạo sản phẩm số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❓ Bài 2: Nêu 3 việc em muốn học thêm trên máy tính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Lập trình Scratch, chỉnh sửa ảnh, làm slide...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Hỏi bố mẹ hoặc người thân xem họ sử dụng máy tính để giải quyết những công việc gì hằng ngày.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1. Học tập &amp; Giải trí: Nêu được ví dụ máy tính giúp học tập, giải trí, tìm kiếm và trao đổi thông tin.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2. Hợp tác &amp; Sáng tạo: Nêu được ví dụ máy tính giúp hợp tác và tạo ra các sản phẩm số đa dạng.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3. Ý thức sử dụng: Thể hiện mong muốn và ý thức sử dụng thành thạo máy tính trong cuộc sống.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F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0284C7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064E3B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065F46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