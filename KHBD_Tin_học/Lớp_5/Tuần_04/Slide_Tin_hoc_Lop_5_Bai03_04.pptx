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90" d="100"/>
          <a:sy n="90" d="100"/>
        </p:scale>
        <p:origin x="23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x_8DYSDoCGY?feature=oembed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WZRmOLIinfo?feature=oembed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TÌM KIẾM THÔNG TIN &amp;</a:t>
            </a:r>
            <a:br/>
            <a:r>
              <a:t>CẤU TRÚC CÂY THƯ MỤC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TÌM KIẾM THÔNG TIN 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Khám phá kỹ thuật tìm kiếm chính xác và chọn lọc thông tin đáng tin cậy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691640"/>
            <a:ext cx="7890933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CÁC BƯỚC TÌM KIẾM THÔNG TIN TRÊN INTERNET">
            <a:hlinkClick r:id="" action="ppaction://media"/>
            <a:extLst>
              <a:ext uri="{FF2B5EF4-FFF2-40B4-BE49-F238E27FC236}">
                <a16:creationId xmlns:a16="http://schemas.microsoft.com/office/drawing/2014/main" id="{75C07412-6B99-714D-7663-3790BE6885E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360968" y="134831"/>
            <a:ext cx="10138384" cy="572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90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Quy trình 4 bước tìm kiếm thông tin chính xác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71301"/>
            <a:ext cx="3840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1: Xác định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860463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Bước</a:t>
            </a:r>
            <a:r>
              <a:rPr dirty="0"/>
              <a:t> 2: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khóa</a:t>
            </a:r>
            <a:r>
              <a:rPr dirty="0"/>
              <a:t> " "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828118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Bước</a:t>
            </a:r>
            <a:r>
              <a:rPr dirty="0"/>
              <a:t> 3: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nguồn</a:t>
            </a:r>
            <a:r>
              <a:rPr dirty="0"/>
              <a:t> </a:t>
            </a:r>
            <a:r>
              <a:rPr dirty="0" err="1"/>
              <a:t>uy</a:t>
            </a:r>
            <a:r>
              <a:rPr dirty="0"/>
              <a:t> </a:t>
            </a:r>
            <a:r>
              <a:rPr dirty="0" err="1"/>
              <a:t>tín</a:t>
            </a:r>
            <a:endParaRPr dirty="0"/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Bước</a:t>
            </a:r>
            <a:r>
              <a:rPr dirty="0"/>
              <a:t> 4: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&amp;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i_lop5_bai3_search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CÂY THƯ MỤC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Tổ chức lưu trữ dữ liệu khoa học theo cấu trúc hình cây phân cấp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Tin học 3. Hướng dẫn tạo thư mục trên máy tính.">
            <a:hlinkClick r:id="" action="ppaction://media"/>
            <a:extLst>
              <a:ext uri="{FF2B5EF4-FFF2-40B4-BE49-F238E27FC236}">
                <a16:creationId xmlns:a16="http://schemas.microsoft.com/office/drawing/2014/main" id="{E1AC075A-BB15-791A-F7B8-8910ED9B91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233856" y="0"/>
            <a:ext cx="10452543" cy="590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231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4 Thao tác quản lý thư mục cơ bản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49458"/>
            <a:ext cx="3840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 (New)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849541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Đổi</a:t>
            </a:r>
            <a:r>
              <a:rPr dirty="0"/>
              <a:t> </a:t>
            </a:r>
            <a:r>
              <a:rPr dirty="0" err="1"/>
              <a:t>tên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(Rename)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849623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3. Sao </a:t>
            </a:r>
            <a:r>
              <a:rPr dirty="0" err="1"/>
              <a:t>chép</a:t>
            </a:r>
            <a:r>
              <a:rPr dirty="0"/>
              <a:t> / </a:t>
            </a:r>
            <a:r>
              <a:rPr dirty="0" err="1"/>
              <a:t>Cắt</a:t>
            </a:r>
            <a:r>
              <a:rPr dirty="0"/>
              <a:t> &amp; </a:t>
            </a:r>
            <a:r>
              <a:rPr dirty="0" err="1"/>
              <a:t>Dán</a:t>
            </a:r>
            <a:endParaRPr dirty="0"/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1"/>
            <a:ext cx="3840480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Xóa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rác</a:t>
            </a:r>
            <a:r>
              <a:rPr dirty="0"/>
              <a:t> (Delete)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i_lop5_bai4_4step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Thực hành xây dựng Cây thư mục học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72464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mẹ</a:t>
            </a:r>
            <a:r>
              <a:rPr dirty="0"/>
              <a:t> </a:t>
            </a:r>
            <a:r>
              <a:rPr lang="en-US" dirty="0"/>
              <a:t>"</a:t>
            </a:r>
            <a:r>
              <a:rPr lang="en-US" dirty="0" err="1"/>
              <a:t>Tên_</a:t>
            </a:r>
            <a:r>
              <a:rPr dirty="0" err="1"/>
              <a:t>HOC_TAP</a:t>
            </a:r>
            <a:r>
              <a:rPr lang="en-US" dirty="0"/>
              <a:t>"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ổ </a:t>
            </a:r>
            <a:r>
              <a:rPr dirty="0" err="1"/>
              <a:t>đĩa</a:t>
            </a:r>
            <a:r>
              <a:rPr dirty="0"/>
              <a:t> 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Tạo</a:t>
            </a:r>
            <a:r>
              <a:rPr dirty="0"/>
              <a:t> 3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con: TOAN, TIENG_VIET, TIN_HOC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Lưu bài tập vào đúng thư mục tương ứng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 </a:t>
            </a:r>
            <a:r>
              <a:rPr dirty="0" err="1"/>
              <a:t>rõ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, </a:t>
            </a:r>
            <a:r>
              <a:rPr dirty="0" err="1"/>
              <a:t>ngăn</a:t>
            </a:r>
            <a:r>
              <a:rPr dirty="0"/>
              <a:t> </a:t>
            </a:r>
            <a:r>
              <a:rPr dirty="0" err="1"/>
              <a:t>nắp</a:t>
            </a:r>
            <a:r>
              <a:rPr dirty="0"/>
              <a:t>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ai_lop5_bai4_hoctap_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Thu thập và tìm kiếm thông tin chính xác bằng từ khóa " 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Sắp xếp dữ liệu ngăn nắp theo cấu trúc Cây thư mục.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i_lop5_bai4_hoctap_f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Làm chủ kỹ năng tìm kiếm và tổ chức dữ liệu giúp em trở thành người sử dụng máy tính thông minh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BÀI HỌC KẾT THÚC!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bài tập thực hành trên máy tính và chuẩn bị cho bài tuần tới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496</Words>
  <Application>Microsoft Office PowerPoint</Application>
  <PresentationFormat>Widescreen</PresentationFormat>
  <Paragraphs>49</Paragraphs>
  <Slides>12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8</cp:revision>
  <dcterms:created xsi:type="dcterms:W3CDTF">2026-08-04T15:56:52Z</dcterms:created>
  <dcterms:modified xsi:type="dcterms:W3CDTF">2026-08-25T04:02:11Z</dcterms:modified>
</cp:coreProperties>
</file>