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18287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BE185D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TÌM KIẾM THÔNG TIN &amp;</a:t>
            </a:r>
            <a:br/>
            <a:r>
              <a:t>CẤU TRÚC CÂY THƯ MỤC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BE185D"/>
                </a:solidFill>
                <a:latin typeface="Arial"/>
              </a:defRPr>
            </a:pPr>
            <a:r>
              <a:t>Tin học • Lớp 5 • Tuần 04 (Tiết 3 &amp; Tiết 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3: TÌM KIẾM THÔNG TIN TRONG GIẢI QUYẾT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Khám phá kỹ thuật tìm kiếm chính xác và chọn lọc thông tin đáng tin cậy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Tình huống: Chuẩn bị hành lý cho kì nghỉ hè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1147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3657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An đi Nha Trang</a:t>
            </a:r>
          </a:p>
        </p:txBody>
      </p:sp>
      <p:pic>
        <p:nvPicPr>
          <p:cNvPr id="9" name="Picture 8" descr="sgk_lop5_bai3_khoi_d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3291840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343400"/>
            <a:ext cx="3291840" cy="11887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0">
                <a:solidFill>
                  <a:srgbClr val="0F172A"/>
                </a:solidFill>
                <a:latin typeface="Arial"/>
              </a:defRPr>
            </a:pPr>
            <a:r>
              <a:t>Nha Trang là thành phố biển, quanh năm nắng ấm. Cần đồ bơi, kem chống nắng...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41147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566160" cy="3657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Khoa đi Đà Lạt</a:t>
            </a:r>
          </a:p>
        </p:txBody>
      </p:sp>
      <p:pic>
        <p:nvPicPr>
          <p:cNvPr id="14" name="Picture 13" descr="sgk_lop5_bai3_khoi_d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148840"/>
            <a:ext cx="3291840" cy="21031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43400" y="4343400"/>
            <a:ext cx="3291840" cy="11887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0">
                <a:solidFill>
                  <a:srgbClr val="0F172A"/>
                </a:solidFill>
                <a:latin typeface="Arial"/>
              </a:defRPr>
            </a:pPr>
            <a:r>
              <a:t>Đà Lạt nằm ở vùng cao nguyên, đêm se lạnh. Cần áo ấm, áo khoác gió...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645920"/>
            <a:ext cx="3566160" cy="41147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691640"/>
            <a:ext cx="3566160" cy="3657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Minh đi Úc</a:t>
            </a:r>
          </a:p>
        </p:txBody>
      </p:sp>
      <p:pic>
        <p:nvPicPr>
          <p:cNvPr id="19" name="Picture 18" descr="sgk_lop5_bai3_khoi_d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148840"/>
            <a:ext cx="3291840" cy="21031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3880" y="4343400"/>
            <a:ext cx="3291840" cy="11887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0">
                <a:solidFill>
                  <a:srgbClr val="0F172A"/>
                </a:solidFill>
                <a:latin typeface="Arial"/>
              </a:defRPr>
            </a:pPr>
            <a:r>
              <a:t>Nước Úc ở Nam bán cầu. Mùa hè Việt Nam là mùa đông ở Úc! Cần áo phao dày.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Kỹ thuật sử dụng từ khóa tìm kiếm trên Internet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868680"/>
          </a:xfrm>
          <a:prstGeom prst="chevron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Chọn từ khóa ngắn gọn, chính xác (Keyword)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754880" cy="868680"/>
          </a:xfrm>
          <a:prstGeom prst="chevron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Đặt từ khóa trong dấu ngoặc kép " " để tìm chuẩn xác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75488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Chọn lọc từ website tin cậy (.gov.vn, .edu.vn)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75488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Đánh giá và tổng hợp thông tin trước khi áp dụng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gk_lop5_bai3_thuc_hanh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4: BÀI 4. CÂY THƯ MỤC 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Tổ chức lưu trữ dữ liệu khoa học theo cấu trúc hình cây phân cấp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Cấu trúc phân cấp Cây thư mục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Ổ đĩa gốc (Root): C:, D:, 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Thư mục mẹ (Parent folder): Chứa thư mục khác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Thư mục con (Subfolder): Nằm bên trong thư mục mẹ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Tệp tin (File): Nơi lưu trữ nội dung cụ thể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5_bai4_so_do_cay_thu_m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Khám phá Cây thư mục trong File Explorer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Ngăn trái: Sơ đồ cây các ổ đĩa và thư mục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Ngăn phải: Nội dung chi tiết của thư mục đang chọn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Đường dẫn (Path): Địa chỉ chính xác của tệp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Thao tác nhanh: New folder, Rename, 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5_bai4_file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Tổng kết: Kỹ năng trọng tâm của Tuần 04 là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3: Thu thập và tìm kiếm thông tin chính xác bằng từ khóa.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4: Sắp xếp dữ liệu ngăn nắp theo cấu trúc Cây thư mục.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gk_lop5_bai4_luyen_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Làm chủ kỹ năng tìm kiếm và tổ chức dữ liệu giúp em trở thành người sử dụng máy tính thông minh và hiệu quả!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Trong đường dẫn D:\HOC_TAP\TIN_HOC\BaiTap.docx, đâu là thư mục con?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Ổ đĩa 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TIN_HOC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Tệp BaiTap.docx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gốc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BE185D"/>
                </a:solidFill>
                <a:latin typeface="Arial"/>
              </a:defRPr>
            </a:pPr>
            <a:r>
              <a:t>BÀI HỌC KẾT THÚC!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Hoàn thành bài tập thực hành trên máy tính và chuẩn bị cho bài tuần tới nhé!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EC489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