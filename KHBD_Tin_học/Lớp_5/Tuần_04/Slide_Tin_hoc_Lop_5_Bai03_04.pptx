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BE185D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TÌM KIẾM THÔNG TIN &amp;</a:t>
            </a:r>
            <a:br/>
            <a:r>
              <a:t>CẤU TRÚC CÂY THƯ MỤC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BE185D"/>
                </a:solidFill>
                <a:latin typeface="Arial"/>
              </a:defRPr>
            </a:pPr>
            <a:r>
              <a:t>Tin học • Lớp 5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TÌM KIẾM THÔNG TIN TRONG GIẢI QUYẾT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Khám phá kỹ thuật tìm kiếm chính xác và chọn lọc thông tin đáng tin cậy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Tình huống: Chuẩn bị hành lý đi nghỉ hè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An đi biển Nha Trang (nắng nóng), Khoa đi Đà Lạt (se lạnh), Minh đi Úc (mùa đông tuyết).</a:t>
            </a:r>
            <a:br/>
            <a:r>
              <a:t>Vì sao mỗi bạn phải chuẩn bị hành lý hoàn toàn khác nhau?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Kỹ thuật sử dụng Từ khóa tìm kiếm thần kỳ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Chọn từ khóa ngắn gọn, chính xác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Đặt từ khóa trong dấu ngoặc kép " 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Ưu tiên nguồn tin chính thống, đáng tin cậy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Giải quyết vấn đề nhanh chóng và hiệu quả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_lop5_bai3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CÂY THƯ MỤC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Tổ chức lưu trữ dữ liệu khoa học theo cấu trúc hình cây phân cấp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Cây tri thức — Sơ đồ Cây thư mục kỳ diệu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4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Gốc là ổ đĩa (C:, D:), Cành lớn là Thư mục mẹ, Cành nhỏ là Thư mục con, Quả là các Tệp tin!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Các thành phần trong Cây thư mục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Ổ đĩa gốc (Root)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Ổ đĩa C:, D:, 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Nơi chứa toàn bộ cây dữ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Thư mục (Folder)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Thư mục mẹ chứa thư mục 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Ví dụ: TOAN, VAN,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Tệp tin (File)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Bài văn .docx, Bài giảng .pptx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Tranh vẽ .png, Âm thanh .mp3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 kiến thức trọng tâm Tuần 04 (Lớp 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Thu thập và tìm kiếm thông tin chính xác bằng từ khóa " 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Sắp xếp dữ liệu ngăn nắp theo cấu trúc Cây thư mục.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5_bai4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Làm chủ kỹ năng tìm kiếm và tổ chức dữ liệu giúp em trở thành người sử dụng máy tính thông minh và hiệu quả!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Trong đường dẫn D:\HOC_TAP\TIN_HOC\BaiTap.docx, đâu là thư mục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Ổ đĩa 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Tệp BaiTap.docx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gốc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BE185D"/>
                </a:solidFill>
                <a:latin typeface="Arial"/>
              </a:defRPr>
            </a:pPr>
            <a:r>
              <a:t>BÀI HỌC KẾT THÚC!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bài tập thực hành trên máy tính và chuẩn bị cho bài tuần tới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