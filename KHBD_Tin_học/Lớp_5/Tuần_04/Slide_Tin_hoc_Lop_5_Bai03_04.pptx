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image" Target="../media/image8.jpg"/><Relationship Id="rId5" Type="http://schemas.openxmlformats.org/officeDocument/2006/relationships/image" Target="../media/image9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Tìm kiếm thông tin &amp; Cây thư mục 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5 • Tiết 3 &amp; 4</a:t>
            </a:r>
          </a:p>
        </p:txBody>
      </p:sp>
      <p:pic>
        <p:nvPicPr>
          <p:cNvPr id="6" name="Picture 5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Làm sao quản lý hàng trăm tệp tài liệu?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Nếu tất cả bài tập, tranh vẽ, bài hát để lộn xộn trong máy tính: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Làm sao em tìm được bài tập cần nộp cho cô?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831843"/>
                </a:solidFill>
                <a:latin typeface="Arial"/>
              </a:rPr>
              <a:t>Cây thư mục chính là giải pháp hoàn hảo!</a:t>
            </a:r>
          </a:p>
        </p:txBody>
      </p:sp>
      <p:pic>
        <p:nvPicPr>
          <p:cNvPr id="9" name="Picture 8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KHÁM PHÁ VIDEO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Tìm kiếm thông tin &amp; Tổ chức thư mục 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Video hướng dẫn kỹ năng tìm kiếm từ khóa nâng cao và tổ chức cây thư mục khoa học!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🔗 Đường link video tham khảo: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https://www.youtube.com/watch?v=kYJ5z5_W2hY</a:t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/>
            </a:r>
          </a:p>
          <a:p>
            <a:pPr algn="l">
              <a:spcAft>
                <a:spcPts val="600"/>
              </a:spcAft>
            </a:pPr>
            <a:r>
              <a:rPr sz="1700" b="0">
                <a:solidFill>
                  <a:srgbClr val="831843"/>
                </a:solidFill>
                <a:latin typeface="Arial"/>
              </a:rPr>
              <a:t>💡 Thầy/Cô sẽ chiếu video cho các em quan sát nhé!</a:t>
            </a:r>
          </a:p>
        </p:txBody>
      </p:sp>
      <p:pic>
        <p:nvPicPr>
          <p:cNvPr id="9" name="Picture 8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Tiết 3: Kỹ thuật tìm kiếm thông tin hiệu quả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Sử dụng từ khóa ngắn gọn, chính xác (Keyword)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11_img1_2280x320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Đặt từ khóa trong dấu ngoặc kép " " để tìm chính xác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2_img1_2280x320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Chọn lọc thông tin từ các website uy tín (.gov, .edu)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13_img1_2280x320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Đánh giá và kiểm chứng độ chính xác của thông tin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BÀI 3. TÌM KIẾM THÔNG TIN &amp; BÀI 4. CÂY THƯ MỤC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Tiết 4: Cấu trúc Cây thư mục (Folder Tree)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3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2468879"/>
            <a:ext cx="164592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94360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Thư mục gốc (Root folder): ổ đĩa C:, D:, 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23317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08776" y="23317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14_img1_2280x320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304" y="2468879"/>
            <a:ext cx="1645920" cy="10058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45936" y="34747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Thư mục mẹ và thư mục con (Subfolder)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5_img1_2280x320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95728" y="4297680"/>
            <a:ext cx="1645920" cy="10058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94360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Tệp tin (File): văn bản .docx, trình chiếu .pptx, ảnh .png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4160520"/>
            <a:ext cx="5522976" cy="1600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4160520"/>
            <a:ext cx="5522976" cy="91440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16_img1_2280x320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47304" y="4297680"/>
            <a:ext cx="1645920" cy="10058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345936" y="5303520"/>
            <a:ext cx="524865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831843"/>
                </a:solidFill>
                <a:latin typeface="Arial"/>
              </a:rPr>
              <a:t>Đường dẫn (Path): chỉ rõ vị trí lưu trữ của tệp tin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LUYỆN TẬP TƯƠNG TÁC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Thực hành tạo cây thư mục!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Tạo cây thư mục trên ổ đĩa D: theo sơ đồ: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Tạo thư mục chính: HOC_TAP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p11_img1_2280x3201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Tạo 3 thư mục con: TOAN, VAN, TIN_HOC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p12_img1_2280x3201.jpe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Lưu bài tập Tin học vào thư mục TIN_HOC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4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p13_img1_2280x3201.jpe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831843"/>
                </a:solidFill>
                <a:latin typeface="Arial"/>
              </a:rPr>
              <a:t>Đổi tên và xóa thư mục khi cần thiết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5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831843"/>
                </a:solidFill>
                <a:latin typeface="Arial"/>
              </a:rPr>
              <a:t>Thử thách: Tìm nhanh tệp tin!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EC4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Ghép nối đường dẫn với tệp tương ứng: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D:\HOC_TAP\TIN_HOC\Bai3.docx ↔ Tệp bài 3 môn Tin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D:\ANH_DEP\Gia_dinh.png ↔ Tệp ảnh gia đình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D:\AM_NHAC\Bai_hat.mp3 ↔ Tệp bài hát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831843"/>
                </a:solidFill>
                <a:latin typeface="Arial"/>
              </a:rPr>
              <a:t>D:\VIDEO\Hoat_hinh.mp4 ↔ Tệp video</a:t>
            </a:r>
          </a:p>
        </p:txBody>
      </p:sp>
      <p:pic>
        <p:nvPicPr>
          <p:cNvPr id="9" name="Picture 8" descr="p10_img1_2280x320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DF2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17319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831843"/>
                </a:solidFill>
                <a:latin typeface="Arial"/>
              </a:rPr>
              <a:t>Tóm tắt bài học 2 tiết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51560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Kỹ năng tìm kiếm và đánh giá thông tin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8744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565904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65904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5904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Hiểu cấu trúc phân cấp của cây thư mục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43088" y="2103120"/>
            <a:ext cx="3331464" cy="3291839"/>
          </a:xfrm>
          <a:prstGeom prst="roundRect">
            <a:avLst/>
          </a:prstGeom>
          <a:solidFill>
            <a:srgbClr val="FDF2F8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080248" y="2240279"/>
            <a:ext cx="411480" cy="411480"/>
          </a:xfrm>
          <a:prstGeom prst="ellipse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80248" y="2240279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80248" y="2743200"/>
            <a:ext cx="3057144" cy="25145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31843"/>
                </a:solidFill>
                <a:latin typeface="Arial"/>
              </a:rPr>
              <a:t>Tổ chức lưu trữ dữ liệu ngăn nắp, khoa học</a:t>
            </a:r>
          </a:p>
        </p:txBody>
      </p:sp>
    </p:spTree>
  </p:cSld>
  <p:clrMapOvr>
    <a:masterClrMapping/>
  </p:clrMapOvr>
  <p:transition spd="med">
    <p:push dir="l"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"/>
              </a:rPr>
              <a:t>Xuất sắc! 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108960"/>
            <a:ext cx="10360152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</a:rPr>
              <a:t>BTVN: Sắp xếp lại các thư mục học tập trên máy tính của em!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