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18287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9F1239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CÂY THƯ MỤC</a:t>
            </a:r>
            <a:br/>
            <a:r>
              <a:t>(FOLDER TREE)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9F1239"/>
                </a:solidFill>
                <a:latin typeface="Arial"/>
              </a:defRPr>
            </a:pPr>
            <a:r>
              <a:t>Tin học • Lớp 5 • Tiết 4 (Chủ đề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Cấu trúc phân cấp Cây thư mục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Ổ đĩa gốc (Root): C:, D:, 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Thư mục mẹ (Parent folder): Chứa thư mục khác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Thư mục con (Subfolder): Nằm bên trong thư mục mẹ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Tệp tin (File): Nơi lưu trữ nội dung cụ thể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5_bai4_so_do_cay_thu_m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Khám phá Cây thư mục trong File Explorer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868680"/>
          </a:xfrm>
          <a:prstGeom prst="chevron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Ngăn trái: Hiển thị sơ đồ cây các ổ đĩa và thư mục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754880" cy="868680"/>
          </a:xfrm>
          <a:prstGeom prst="chevron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Ngăn phải: Hiển thị chi tiết tệp và thư mục con bên trong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75488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Thanh địa chỉ (Path): Chỉ rõ đường dẫn vị trí tệp tin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75488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420624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Thao tác: Tạo mới, Đổi tên, Di chuyển, Sao chép, Xóa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gk_lop5_bai4_file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81337"/>
                </a:solidFill>
                <a:latin typeface="Arial"/>
              </a:defRPr>
            </a:pPr>
            <a:r>
              <a:t>Thực hành tổ chức Cây thư mục học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thư mục mẹ: HOC_TAP trên ổ đĩa 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các thư mục con: TOAN, TIENG_VIET, TIN_HOC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Lưu tệp văn bản bài tập vào đúng thư mục tương ứng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Giữ máy tính luôn ngăn nắp, dễ tìm kiếm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5_bai4_luyen_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 chức tệp tin theo Cây thư mục mang lại lợi ích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Dữ liệu được sắp xếp ngăn nắp, khoa học theo từng chủ đề.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Tìm kiếm tệp tin nhanh chóng, tránh thất lạc hoặc xóa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gk_lop5_bai4_file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Cây thư mục là phương pháp quản lý dữ liệu hình cây phân cấp chuẩn mực trong hệ điều hành máy tính!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F12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9F1239"/>
                </a:solidFill>
                <a:latin typeface="Arial"/>
              </a:defRPr>
            </a:pPr>
            <a:r>
              <a:t>XUẤT SẮC 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Sắp xếp lại các thư mục bài tập trên máy tính của em theo cây thư mục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F43F5E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