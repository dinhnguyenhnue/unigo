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9F1239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4. CÂY THƯ MỤC</a:t>
            </a:r>
            <a:br/>
            <a:r>
              <a:t>(FOLDER TREE)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9F1239"/>
                </a:solidFill>
                <a:latin typeface="Arial"/>
              </a:defRPr>
            </a:pPr>
            <a:r>
              <a:t>Tin học • Lớp 5 • Tiết 4 (Chủ đề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Cây tri thức — Sơ đồ Cây thư mục kỳ diệu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5_bai4_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F1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Gốc cây là ổ đĩa C:, D:. Cành lớn là Thư mục mẹ, cành nhỏ là Thư mục con, quả là các Tệp tin!</a:t>
            </a:r>
            <a:br/>
            <a:r>
              <a:t>Em thấy cây thư mục giúp máy tính gọn gàng như thế nào?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Các thành phần trong Cây thư mục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F1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Ổ đĩa gốc (Root)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Ổ đĩa C:, D:, 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Nơi chứa toàn bộ cây dữ liệu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Điểm xuất phát của mọi đường dẫn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Thư mục (Folder)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Thư mục mẹ chứa thư mục con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Dùng để phân loại theo chủ đề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Ví dụ: TOAN, VAN, TIN_HOC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Tệp tin (File)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Bài văn .docx, Trình chiếu 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Tranh vẽ .png, Bài hát .mp3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Được lưu gọn trong thư mục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4 Thao tác quản lý thư mục cơ bản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868680"/>
          </a:xfrm>
          <a:prstGeom prst="chevron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Tạo thư mục mới (New)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389120" cy="868680"/>
          </a:xfrm>
          <a:prstGeom prst="chevron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Đổi tên thư mục (Rename)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38912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675887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Sao chép / Cắt &amp; Dán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38912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654296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Xóa thư mục rác (Delete)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p5_bai4_4_operations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Thực hành xây dựng Cây thư mục học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Tạo thư mục mẹ HOC_TAP trên ổ đĩa 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Tạo 3 thư mục con: TOAN, TIENG_VIET, TIN_HOC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Lưu bài tập vào đúng thư mục tương ứng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Cấu trúc chuẩn Tiếng Việt rõ ràng, ngăn nắp!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p5_bai4_cay_thuc_hanh_hoc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37360"/>
            <a:ext cx="685800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 chức tệp tin theo Cây thư mục mang lại lợi ích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Sắp xếp dữ liệu ngăn nắp, khoa học theo từng phân cấp.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Tìm kiếm bài tập nhanh chóng, không bị thất lạc hay xóa nhầm.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p5_bai4_cay_thuc_hanh_hoc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Cây thư mục là phương pháp quản lý dữ liệu hình cây phân cấp chuẩn mực giúp máy tính của em luôn ngăn nắp và khoa học!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F1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Trong đường dẫn D:\HOC_TAP\TIN_HOC\BaiTap.docx, đâu là thư mục con?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Ổ đĩa 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TIN_HOC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Tệp BaiTap.docx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gốc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9F1239"/>
                </a:solidFill>
                <a:latin typeface="Arial"/>
              </a:defRPr>
            </a:pPr>
            <a:r>
              <a:t>XUẤT SẮC HOÀN THÀNH BÀI HỌC!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Tạo cây thư mục học tập trên máy tính ở nhà của em nhé!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F43F5E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