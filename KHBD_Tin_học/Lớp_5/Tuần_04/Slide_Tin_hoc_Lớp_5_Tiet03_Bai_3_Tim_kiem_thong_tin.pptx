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36575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4392" cy="18287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BE185D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Arial"/>
              </a:defRPr>
            </a:pPr>
            <a:r>
              <a:t>BÀI 3. TÌM KIẾM THÔNG TIN</a:t>
            </a:r>
            <a:br/>
            <a:r>
              <a:t>TRONG GIẢI QUYẾT 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4575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0">
                <a:solidFill>
                  <a:srgbClr val="BE185D"/>
                </a:solidFill>
                <a:latin typeface="Arial"/>
              </a:defRPr>
            </a:pPr>
            <a:r>
              <a:t>Tin học • Lớp 5 • Tiết 3 (Chủ đề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&amp; TÌNH HUỐNG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31843"/>
                </a:solidFill>
                <a:latin typeface="Arial"/>
              </a:defRPr>
            </a:pPr>
            <a:r>
              <a:t>Tình huống: Chuẩn bị hành lý cho kì nghỉ hè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566160" cy="41147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566160" cy="3657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An đi Nha Trang</a:t>
            </a:r>
          </a:p>
        </p:txBody>
      </p:sp>
      <p:pic>
        <p:nvPicPr>
          <p:cNvPr id="9" name="Picture 8" descr="sgk_lop5_bai3_khoi_d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329184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343400"/>
            <a:ext cx="3291840" cy="11887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Arial"/>
              </a:defRPr>
            </a:pPr>
            <a:r>
              <a:t>Nha Trang là thành phố biển, quanh năm nắng ấm. Cần đồ bơi, kem chống nắng...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3566160" cy="41147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91640"/>
            <a:ext cx="3566160" cy="3657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Khoa đi Đà Lạt</a:t>
            </a:r>
          </a:p>
        </p:txBody>
      </p:sp>
      <p:pic>
        <p:nvPicPr>
          <p:cNvPr id="14" name="Picture 13" descr="sgk_lop5_bai3_khoi_d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48840"/>
            <a:ext cx="329184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43400" y="4343400"/>
            <a:ext cx="3291840" cy="11887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Arial"/>
              </a:defRPr>
            </a:pPr>
            <a:r>
              <a:t>Đà Lạt nằm ở vùng cao nguyên, đêm se lạnh. Cần áo ấm, áo khoác gió...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3566160" cy="41147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691640"/>
            <a:ext cx="3566160" cy="3657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Minh đi Úc</a:t>
            </a:r>
          </a:p>
        </p:txBody>
      </p:sp>
      <p:pic>
        <p:nvPicPr>
          <p:cNvPr id="19" name="Picture 18" descr="sgk_lop5_bai3_khoi_d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148840"/>
            <a:ext cx="3291840" cy="2103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3880" y="4343400"/>
            <a:ext cx="3291840" cy="11887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Arial"/>
              </a:defRPr>
            </a:pPr>
            <a:r>
              <a:t>Nước Úc ở Nam bán cầu. Mùa hè Việt Nam là mùa đông ở Úc! Cần áo phao dày.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HOẠT ĐỘNG KHÁM PHÁ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31843"/>
                </a:solidFill>
                <a:latin typeface="Arial"/>
              </a:defRPr>
            </a:pPr>
            <a:r>
              <a:t>Sự cần thiết của việc thu thập thông 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8404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42900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Thông tin giúp em hiểu rõ hoàn cảnh thực tế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42900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Lựa chọn đồ dùng, trang phục phù hợp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42900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Tránh gặp rủi ro thời tiết bất ngờ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42900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Giúp giải quyết vấn đề thành công và hiệu quả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45920"/>
            <a:ext cx="72237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gk_lop5_bai3_cac_buoc_tim_ki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7360"/>
            <a:ext cx="704088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&amp; THAO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31843"/>
                </a:solidFill>
                <a:latin typeface="Arial"/>
              </a:defRPr>
            </a:pPr>
            <a:r>
              <a:t>Kỹ thuật sử dụng từ khóa tìm kiếm trên Internet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45920"/>
            <a:ext cx="4754880" cy="868680"/>
          </a:xfrm>
          <a:prstGeom prst="chevron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420624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Chọn từ khóa ngắn gọn, chính xác (Keyword)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624328"/>
            <a:ext cx="4754880" cy="868680"/>
          </a:xfrm>
          <a:prstGeom prst="chevron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20624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Đặt từ khóa trong dấu ngoặc kép " " để tìm chuẩn xác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602736"/>
            <a:ext cx="4754880" cy="868679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420624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Chọn lọc từ website tin cậy (.gov.vn, .edu.vn)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581144"/>
            <a:ext cx="4754880" cy="86868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54296"/>
            <a:ext cx="420624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Đánh giá và tổng hợp thông tin trước khi áp dụng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1645920"/>
            <a:ext cx="63093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gk_lop5_bai3_thuc_hanh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612648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82296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❓ Vì sao phải tìm kiếm thông tin trước khi giải quyết một vấn đề?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640080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164592" cy="219455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943600" cy="8229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Giúp nắm bắt đầy đủ dữ liệu thực tế và điều kiện liên quan.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943600" cy="822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Đưa ra quyết định chính xác, tiết kiệm thời gian và công sức.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03120"/>
            <a:ext cx="466344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gk_lop5_bai3_cac_buoc_tim_ki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48840"/>
            <a:ext cx="448056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434840"/>
            <a:ext cx="11247120" cy="118871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1069848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Thu thập và tìm kiếm thông tin là bước đầu tiên cực kỳ quan trọng giúp em giải quyết mọi vấn đề một cách khoa học!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❓ Để tìm chính xác cụm từ 'dự báo thời tiết Đà Lạt', em nên gõ như thế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"dự báo thời tiết Đà Lạt"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thời tiết và mọi thứ ở Đà Lạt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tìm cho tôi thời tiết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da lat hom nay the nao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135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1352" cy="18287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5592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400" b="1">
                <a:solidFill>
                  <a:srgbClr val="BE185D"/>
                </a:solidFill>
                <a:latin typeface="Arial"/>
              </a:defRPr>
            </a:pPr>
            <a:r>
              <a:t>HOÀN THÀNH TIẾT 3!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8165592" cy="10972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700" b="0">
                <a:solidFill>
                  <a:srgbClr val="0F172A"/>
                </a:solidFill>
                <a:latin typeface="Arial"/>
              </a:defRPr>
            </a:pPr>
            <a:r>
              <a:t>BTVN: Cùng bố mẹ tìm hiểu thông tin thời tiết địa điểm du lịch cuối tuần này nhé!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114800"/>
            <a:ext cx="816559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  <a:latin typeface="Arial"/>
              </a:defRPr>
            </a:pPr>
            <a:r>
              <a:t>Hẹn gặp lại các em ở bài học tuần sau!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