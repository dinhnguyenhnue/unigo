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BE185D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3. TÌM KIẾM THÔNG TIN</a:t>
            </a:r>
            <a:br/>
            <a:r>
              <a:t>TRONG GIẢI QUYẾT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BE185D"/>
                </a:solidFill>
                <a:latin typeface="Arial"/>
              </a:defRPr>
            </a:pPr>
            <a:r>
              <a:t>Tin học • Lớp 5 • Tiết 3 (Chủ đề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Tình huống: Chuẩn bị hành lý đi nghỉ hè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5_bai3_trav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An đi biển Nha Trang (nắng nóng), Khoa đi Đà Lạt (se lạnh), Minh đi Úc (mùa đông tuyết).</a:t>
            </a:r>
            <a:br/>
            <a:r>
              <a:t>Vì sao mỗi bạn phải chuẩn bị hành lý hoàn toàn khác nhau?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Sự cần thiết của việc thu thập thông tin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Hiểu rõ hoàn cảnh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Nắm bắt thời tiết thực tế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Biết địa điểm tham quan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Chuẩn bị trang phục đúng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Tránh rủi 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Không bị cảm lạnh bất ngờ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Tránh lãng phí hành lý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Luôn chủ động mọi tình huống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Giải quyết hiệu quả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Đưa ra quyết định sáng suốt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Chuyến đi an toàn, vui vẻ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Tiết kiệm thời gian &amp; công sức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Kỹ thuật sử dụng Từ khóa tìm kiếm thần kỳ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Chọn từ khóa ngắn gọn, chính xác (Keyword)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Đặt từ khóa trong dấu ngoặc kép " 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Ví dụ: "dự báo thời tiết Đà Lạt"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Máy tìm kiếm sẽ lọc chính xác cụm từ em cần!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_lop5_bai3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Quy trình tìm kiếm và kiểm chứng thông tin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868680"/>
          </a:xfrm>
          <a:prstGeom prst="chevron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1: Xác định rõ thông tin cần tìm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754880" cy="868680"/>
          </a:xfrm>
          <a:prstGeom prst="chevron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2: Chọn từ khóa phù hợp đặt trong " "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75488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3: Ưu tiên website uy tín (.gov.vn, .edu.vn)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75488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4: Tổng hợp &amp; áp dụng giải quyết vấn đề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i_lop5_bai3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Thu thập và tìm kiếm thông tin giúp ích gì cho em?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Giúp nắm bắt đầy đủ thông tin thực tế trước khi hành động.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Đưa ra quyết định thông minh, giải quyết vấn đề khoa học.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5_bai3_trav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Thu thập và tìm kiếm thông tin là bước đầu tiên cực kỳ quan trọng giúp em giải quyết mọi vấn đề một cách tự tin và hiệu quả!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Để tìm chính xác cụm từ 'dự báo thời tiết Đà Lạt', em nên gõ như thế nào vào Google?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"dự báo thời tiết Đà Lạt"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thời tiết và mọi thứ ở Đà Lạt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tìm cho tôi thời tiết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da lat hom nay the nao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BE185D"/>
                </a:solidFill>
                <a:latin typeface="Arial"/>
              </a:defRPr>
            </a:pPr>
            <a:r>
              <a:t>HOÀN THÀNH TIẾT 3!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Cùng bố mẹ tìm hiểu thông tin thời tiết địa điểm du lịch cuối tuần này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EC489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