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TÌM KIẾM THÔNG TIN</a:t>
            </a:r>
            <a:br/>
            <a:r>
              <a:t>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Tiết 3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Sự cần thiết của việc thu thập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Hiểu rõ hoàn cảnh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Nắm bắt thời tiết thực tế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Biết địa điểm tham quan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Chuẩn bị trang phục đúng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Tránh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bị cảm lạnh bất ngờ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Tránh lãng phí hành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chủ động mọi tình huống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Giải quyết hiệu quả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Đưa ra quyết định sáng suốt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Chuyến đi an toàn, vui vẻ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Tiết kiệm thời gian &amp; công sức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 thần kỳ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Chọn từ khóa ngắn gọn, chính xác (Keyword)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từ khóa trong dấu ngoặc kép " 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Ví dụ: "dự báo thời tiết Đà Lạt"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Máy tìm kiếm sẽ lọc chính xác cụm từ em cần!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5_bai3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Quy trình 4 bước tìm kiếm thông tin chính xác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1: Xác định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2: Chọn từ khóa " "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75887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3: Chọn nguồn uy tín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54296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4: Tổng hợp &amp; áp dụng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_lop5_bai3_search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Thu thập và tìm kiếm thông tin giúp ích gì cho em?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Giúp nắm bắt đầy đủ thông tin thực tế trước khi hành động.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Đưa ra quyết định thông minh, giải quyết vấn đề khoa học.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Thu thập và tìm kiếm thông tin là bước đầu tiên cực kỳ quan trọng giúp em giải quyết mọi vấn đề một cách tự tin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Để tìm chính xác cụm từ 'dự báo thời tiết Đà Lạt', em nên gõ như thế nào vào Google?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"dự báo thời tiết Đà Lạt"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thời tiết và mọi thứ ở Đà Lạt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tìm cho tôi thời tiết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da lat hom nay the nao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Cùng bố mẹ tìm hiểu thông tin thời tiết địa điểm du lịch cuối tuần này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