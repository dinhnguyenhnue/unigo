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có thể làm gì với máy tính?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5 • Bài 1</a:t>
            </a:r>
          </a:p>
        </p:txBody>
      </p:sp>
      <p:pic>
        <p:nvPicPr>
          <p:cNvPr id="6" name="Picture 5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Kể cho cô nghe nào!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Tuần trước em đã dùng máy tính để làm gì?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Kể ít nhất 2 việc nhé!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Gợi ý: Học bài? Xem video? Chơi game? Tìm kiếm?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Máy tính — Trợ thủ đa năng!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Với máy tính, em có thể: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Soạn thảo văn bản (Word)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Tính toán bằng bảng tính (Excel)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Vẽ tranh và thiết kế (Paint, Canva)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Thuyết trình (PowerPoint)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Kết nối và chia sẻ!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Nhờ Internet, em có thể: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Tìm kiếm thông tin (Google)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Gửi email cho thầy cô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Học trực tuyến (Zoom, Google Meet)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Chia sẻ bài với bạn bè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Máy tính trong đời sống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Máy tính giúp mọi người: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Bác sĩ — chẩn đoán bệnh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Kỹ sư — thiết kế nhà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Giáo viên — soạn giáo 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Phi công — điều khiển máy bay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Em hãy thực hành!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1: Mở phần mềm soạn thảo (Word)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2: Gõ họ tên và lớp của em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3: Viết "Em thích dùng máy tính để..."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4: Lưu file với tên của em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Ghép đôi: Công việc ↔ Phần mềm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Nối công việc với phần mềm phù hợp: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Viết bài văn ↔ Word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Tính điểm TB ↔ Excel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Làm bài trình bày ↔ PowerPoint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Vẽ tranh ↔ Paint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E185D"/>
                </a:solidFill>
                <a:latin typeface="Arial"/>
              </a:rPr>
              <a:t>Hôm nay em đã biết!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Máy tính làm được RẤT NHIỀU việc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Mỗi công việc có phần mềm phù hợp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Máy tính giúp ích trong mọi nghề nghiệp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BTVN: Hỏi 1 người lớn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họ dùng máy tính để làm gì?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Ghi lại vào vở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