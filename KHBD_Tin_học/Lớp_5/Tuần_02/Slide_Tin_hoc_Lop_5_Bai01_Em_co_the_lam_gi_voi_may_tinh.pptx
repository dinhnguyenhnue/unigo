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Em có thể làm gì với máy tính?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5 • Bài 1</a:t>
            </a:r>
          </a:p>
        </p:txBody>
      </p:sp>
      <p:pic>
        <p:nvPicPr>
          <p:cNvPr id="6" name="Picture 5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1. EM CÓ THỂ LÀM GÌ VỚI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Kể cho cô nghe nào!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Tuần trước em đã dùng máy tính để làm những việc gì?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Kể ít nhất 2 việc cụ thể nhé!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1. EM CÓ THỂ LÀM GÌ VỚI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Máy tính — Trợ thủ đa năng!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Soạn thảo văn bản và bài viết (Word)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Tính toán và xử lý số liệu (Excel)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Thiết kế tranh ảnh và sơ đồ (Paint, Canva)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Tạo bài trình chiếu sinh động (PowerPoint)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1. EM CÓ THỂ LÀM GÌ VỚI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Kết nối và chia sẻ tri thức!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3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Tìm kiếm thông tin học tập trên Google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Gửi thư điện tử Email trao đổi bài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7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Học trực tuyến qua Zoom, Google Meet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1. EM CÓ THỂ LÀM GÌ VỚI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Máy tính trong mọi nghề nghiệp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Bác sĩ — chẩn đoán bệnh và lưu hồ sơ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9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Kỹ sư — thiết kế công trình và bản vẽ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Giáo viên — giảng dạy và soạn giáo án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Em hãy thực hành!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31843"/>
                </a:solidFill>
                <a:latin typeface="Arial"/>
              </a:rPr>
              <a:t>Thực hiện lần lượt các bước: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Mở phần mềm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Gõ họ tên và lớp của 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Viết câu: 'Em thích máy tính vì...'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Lưu file bài làm vào thư mục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Trò chơi: Ghép đôi công việc!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Nối công việc với phần mềm tương ứng: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E185D"/>
                </a:solidFill>
                <a:latin typeface="Arial"/>
              </a:rPr>
              <a:t>Hôm nay em đã biết!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Máy tính là công cụ đa năng trong học tập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Mỗi công việc ứng với phần mềm chuyên dụng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Máy tính đóng vai trò quan trọng trong xã hội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BTVN: Hỏi 1 người lớn về công việc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họ thực hiện trên máy tính hàng ngày!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