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1E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5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91E63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3E0A22"/>
                </a:solidFill>
                <a:latin typeface="Times New Roman"/>
              </a:rPr>
              <a:t>EM CÓ THỂ LÀM GÌ VỚI MÁY TÍNH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Máy tính và cuộc sống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E0A22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1E63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Chăm chỉ: Tích cực khám phá các ứng dụng hữu ích của máy tính trong học tập.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Trách nhiệm: Sử dụng máy tính đúng mục đích, không lướt web vô ích.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Trung thực: Thành thật về thời gian và cách sử dụng máy tính.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Đặt câu hỏi: "Trong 1 ngày, em đã dùng máy tính/điện thoại bao nhiêu lần và để làm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Ghi nhanh ý kiến lên bảng, dẫn vào bài.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📖  Máy tính trong học tập và sáng tạo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Trình chiếu: Soạn văn bản, vẽ tranh, làm slide, học tiếng Anh online, lập trình Scratch.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Thao tác nhanh demo 1-2 ứng dụng.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Kết luận: Máy tính là công cụ mạnh mẽ cho học tập và sáng tạo.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📝  Sử dụng máy tính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Thực hiện hoạt động: Sử dụng máy tính an toàn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Học sinh làm việc theo hướng dẫn của giáo viên.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Hoàn thành sản phẩm học tập.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✏️  Lập kế hoạch sử dụng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Phát mẫu lịch tuần, HS điền thời gian và mục đích dùng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Nhận xét, tư vấn điều chỉnh cho hợp lí.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🎯  Thực hành mở ứng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Hướng dẫn HS mở Paint, vẽ một hình tự do, lưu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GV: "Em hãy chọn 1 ứng dụng trên máy tính để giúp em hoàn thành một bài tập ở nhà. Chia...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Dặn dò: Áp dụng kế hoạch sử dụng máy tính đã lập, chia sẻ với bố mẹ.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E91E6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1E63"/>
                </a:solidFill>
                <a:latin typeface="Times New Roman"/>
              </a:defRPr>
            </a:pPr>
            <a:r>
              <a:t>📌  Ghi nhớ — EM CÓ THỂ LÀM GÌ VỚI MÁY TÍNH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Chăm chỉ: Tích cực khám phá các ứng dụng hữu ích của máy tính trong học tập.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Trách nhiệm: Sử dụng máy tính đúng mục đích, không lướt web vô ích.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E91E63"/>
                </a:solidFill>
                <a:latin typeface="Times New Roman"/>
              </a:rPr>
              <a:t>●  </a:t>
            </a:r>
            <a:r>
              <a:rPr sz="1800">
                <a:solidFill>
                  <a:srgbClr val="3E0A22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1E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1E63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3E0A22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