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274320" cy="457200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3040" y="1280160"/>
            <a:ext cx="320040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CHƯƠNG TRÌNH TIN HỌC 5 — GDPT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3A8A"/>
                </a:solidFill>
                <a:latin typeface="Times New Roman"/>
              </a:rPr>
              <a:t>ĐỊNH HƯỚNG MÔN HỌC TIN HỌC 5
</a:t>
            </a:r>
          </a:p>
          <a:p>
            <a:r>
              <a:rPr sz="2000" b="1">
                <a:solidFill>
                  <a:srgbClr val="EA580C"/>
                </a:solidFill>
                <a:latin typeface="Times New Roman"/>
              </a:rPr>
              <a:t>KHÁM PHÁ MÔN TIN HỌC 5 &amp; KỸ NĂNG SỐ THẾ KỶ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  <a:latin typeface="Times New Roman"/>
              </a:rPr>
              <a:t>Trường: TH &amp; THCS UNIGO   |   Giáo viên: Đậu Đình Nguyên   |   Năm học: 2026 - 2027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I. MỤC TIÊU TIẾT HỌC (YÊU CẦU CẦN ĐẠT)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1. Năng lực môn học &amp; Kỹ năng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Nắm vững cấu trúc môn Tin học 5 theo chuẩn GDPT 2018.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Hiểu rõ quy trình sử dụng thiết bị máy tính an toàn và đúng cách.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Hình thành thói quen thao tác đúng quy chuẩn phòng thực hành Tin học.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Ứng dụng Khung năng lực số (CV 3456) vào quá trình học tập.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2. Phẩm chất &amp; Năng lực chung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Chăm chỉ: Tích cực khám phá kiến thức và chủ động chuẩn bị bài.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Trách nhiệm: Bảo vệ tài sản công cộng, giữ gìn phòng máy sạch sẽ.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Trung thực: Tự giác làm việc nhóm, tôn trọng sản phẩm số của bạn.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Hợp tác: Phối hợp hiệu quả với bạn cùng bàn trong giờ thực hành.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II. HOẠT ĐỘNG 1: KHỞI ĐỘNG — CHÀO MỪNG &amp; KẾT NỐI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192024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🎮 Trò chơi khởi động: 'Thế giới số xung quanh em'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Quan sát hình ảnh các thiết bị công nghệ quen thuộc trong cuộc sống (Máy tính, Máy tính bảng, Robot...).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nhanh: Em đã từng dùng máy tính để làm những công việc gì?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Báo cáo: 3-4 bạn học sinh đại diện giơ tay chia sẻ trải nghiệm cá nhân.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840479"/>
            <a:ext cx="137160" cy="21031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199"/>
            <a:ext cx="10195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💡 Gợi mở thông điệp kết nối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Môn Tin học 5 sẽ giúp các em chuyển từ người 'sử dụng máy tính' thành 'nhà sáng tạo số' thông minh!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Chúng ta sẽ cùng nhau khám phá tri thức mới, rèn luyện kỹ năng thực hành và tạo ra các sản phẩm công nghệ ấn tượng.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III. HOẠT ĐỘNG 2: TỔNG QUAN CHƯƠNG TRÌNH TIN HỌC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A: Máy tính &amp; Em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Khám phá phần cứng, phần mềm, chuột và bàn phím máy tính.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B: Mạng máy tính &amp; Internet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Tìm hiểu thế giới Internet, an toàn thông tin và giao tiếp số.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463040"/>
            <a:ext cx="137160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Chủ đề C: Tổ chức lưu trữ dữ liệu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Sắp xếp thư mục, quản lý tệp tin và tìm kiếm thông tin hiệu quả.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D: Đạo đức &amp; Pháp luật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Văn hóa ứng xử trên mạng, tôn trọng bản quyền và thông tin cá nhân.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E: Ứng dụng tin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Soạn thảo văn bản, vẽ tranh, trình chiếu slide và giải trí số.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3749040"/>
            <a:ext cx="3291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840480"/>
            <a:ext cx="137160" cy="201168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886200"/>
            <a:ext cx="2880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Chủ đề F: Giải quyết vấn đề &amp; Lập trình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Tư duy thuật toán, làm quen lập trình Scratch sinh động.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IV. PHƯƠNG PHÁP HỌC TẬP &amp; TƯ DUY CÔNG NGHỆ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🚀 4 Phương pháp học tập chủ đạo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Học qua trải nghiệm (Hands-on Practice): Tăng thời lượng thực hành trực tiếp trên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Học qua dự án (Project-based Learning): Thực hiện bài tập nhóm và tạo ra sản phẩm thực tế.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Học qua giải quyết vấn đề: Tìm lỗi sai (Debug) và tối ưu quy trình xử lý công việc.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Tự học &amp; Đọc tài liệu: Khai thác học liệu số và sách giáo khoa hiệu quả.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🧠 Tư duy máy tính (Computational Thinking)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Phân rã bài toán (Decomposition): Chia nhỏ vấn đề lớn thành các phần dễ xử lý.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Nhận diện mẫu (Pattern Recognition): Tìm điểm chung giữa các nhiệm vụ.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Trừu tượng hóa (Abstraction): Tập trung vào chi tiết quan trọng nhất.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Thuật toán (Algorithm): Thiết kế các bước thực hiện tuần tự chính xác.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V. HOẠT ĐỘNG 3: NỘI QUY &amp; AN TOÀN PHÒNG MÁY TÍNH UNIGO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⚠️ 5 NGUYÊN TẮC VÀNG PHÒNG THỰC HÀNH TIN HỌC UNIGO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Xếp hàng trật tự trước khi vào phòng máy. Để giày dép đúng nơi quy định.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TUYỆT ĐỐI KHÔNG mang đồ ăn, nước uống vào phòng thực hành máy tính.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Thao tác bật/tắt máy đúng quy trình. Không tự ý tháo dỡ, cắm rút dây điện.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Ngồi đúng vị trí máy được phân công. Giữ vệ sinh chung ngăn nắp.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5. Khi gặp sự cố máy tính hoặc nguồn điện: BÁO NGAY CHO GIÁO VIÊN HỖ TRỢ.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VI. AN TOÀN SỐ &amp; ĐẠO ĐỨC SỐ (DIGITAL SAFETY &amp; ETHICS)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🛡️ An toàn thông tin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Giữ bí mật mật khẩu tài khoản cá nhân và tài khoản trường cấp.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Không tự ý cung cấp họ tên, số điện thoại, địa chỉ cho người lạ trên mạng.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Cảnh giác với các đường link lạ, file tải về không rõ nguồn gốc.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Đăng xuất tài khoản sau khi hoàn thành giờ học trên máy tính dùng chung.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Times New Roman"/>
              </a:rPr>
              <a:t>🌐 Văn hóa &amp; Đạo đức số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bạn bè: Không sử dụng ngôn từ thiếu văn hóa trên môi trường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Tôn trọng bản quyền: Tải tài liệu, hình ảnh phải ghi rõ nguồn trích dẫn.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Sử dụng thời gian hợp lý: Cân bằng thời gian dùng máy tính và vận động.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Chia sẻ năng lượng tích cực: Lan tỏa các nội dung học tập hữu ích.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VII. CÁCH THỨC ĐÁNH GIÁ &amp; ĐỒ DÙNG HỌC TẬP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284C7"/>
                </a:solidFill>
                <a:latin typeface="Times New Roman"/>
              </a:rPr>
              <a:t>📊 Hình thức đánh giá môn học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thường xuyên: Nhận xét thái độ học tập, bài thực hành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sản phẩm nhóm: Tiêu chí sáng tạo, kỹ năng làm việc nhóm.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1 &amp; 2 (Học kỳ 1): Bài kiểm tra lý thuyết &amp; thực hành.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284C7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• Đánh giá định kỳ 3 &amp; 4 (Học kỳ 2): Bài kiểm tra &amp; Sản phẩm dự án cuối năm.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37160" cy="4480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Times New Roman"/>
              </a:rPr>
              <a:t>📚 Đồ dùng &amp; Học liệu cần chuẩn bị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Sách giáo khoa Tin học 5 (Bộ sách GDPT 2018).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Vở ghi bài &amp; Sổ tay ghi chép cá nhân.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Tài khoản học tập trực tuyến UNIGO (Office 365 / LMS).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4. Thẻ nhớ / USB cá nhân (dùng cho các khối lớp THCS).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VIII. HOẠT ĐỘNG 4: NHIỆM VỤ MỞ RỘNG &amp; KẾ HOẠCH CÁ NHÂN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3A8A"/>
                </a:solidFill>
                <a:latin typeface="Times New Roman"/>
              </a:rPr>
              <a:t>📝 Nhiệm vụ thiết lập mục tiêu cá nhân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Thảo luận nhóm 2 bạn cùng bàn: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Viết ra 2 mục tiêu em mong muốn đạt được nhất trong môn Tin học năm học này.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Đề xuất 1 ý tưởng sản phẩm số em muốn tự tay tạo ra (Ví dụ: Tranh vẽ, Bài trình chiếu, Trò chơi Scratch...).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Cam kết thực hiện đúng 5 nguyên tắc vàng phòng máy tính UNIGO.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2560320" cy="32004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TIN HỌC 5 • TIẾT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1097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/>
              </a:rPr>
              <a:t>IX. TỔNG KẾT &amp; DẶN DÒ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07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37160" cy="448056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195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A580C"/>
                </a:solidFill>
                <a:latin typeface="Times New Roman"/>
              </a:rPr>
              <a:t>📌 3 Điểm ghi nhớ quan trọng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1. Môn Tin học 5 mang lại kiến thức công nghệ hiện đại và kỹ năng thực hành thiết thực.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2. Luôn tuân thủ tuyệt đối quy định an toàn phòng máy và nguyên tắc ứng xử văn minh số.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EA580C"/>
                </a:solidFill>
                <a:latin typeface="Times New Roman"/>
              </a:rPr>
              <a:t>• </a:t>
            </a:r>
            <a:r>
              <a:rPr sz="1300">
                <a:solidFill>
                  <a:srgbClr val="0F172A"/>
                </a:solidFill>
                <a:latin typeface="Times New Roman"/>
              </a:rPr>
              <a:t>3. Dặn dò nhiệm vụ về nhà: Xem trước Bài 1 trong SGK, chuẩn bị đầy đủ vở ghi và đồ dùng học tập cho tiết sau.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Times New Roman"/>
              </a:rPr>
              <a:t>CHÚC CÁC EM CÓ MỘT NĂM HỌC THÀNH CÔNG VÀ NHIỀU NIỀM VUI SÁNG TẠO SỐ!
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TIỂU HỌC VÀ THCS UNIGO — NĂM HỌC 2026 - 2027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