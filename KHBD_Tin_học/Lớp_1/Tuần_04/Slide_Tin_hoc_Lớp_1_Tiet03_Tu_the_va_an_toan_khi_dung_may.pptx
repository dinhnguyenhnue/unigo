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Tư thế &amp; An toàn khi dùng máy 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Tin học • Lớp 1 • Tiết 3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1 • KHÁM PHÁ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2E1065"/>
                </a:solidFill>
                <a:latin typeface="Arial"/>
              </a:defRPr>
            </a:pPr>
            <a:r>
              <a:t>Quan sát và nhận biết tư thế chuẩn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347472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39"/>
            <a:ext cx="3474720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❌ SAI</a:t>
            </a:r>
          </a:p>
        </p:txBody>
      </p:sp>
      <p:pic>
        <p:nvPicPr>
          <p:cNvPr id="9" name="Picture 8" descr="ai_bad_pos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80360"/>
            <a:ext cx="310896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32918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Hình a: Ngồi sai (Gù lưng)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3317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2331720"/>
            <a:ext cx="347472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377439"/>
            <a:ext cx="3474720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❌ SAI</a:t>
            </a:r>
          </a:p>
        </p:txBody>
      </p:sp>
      <p:pic>
        <p:nvPicPr>
          <p:cNvPr id="14" name="Picture 13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880360"/>
            <a:ext cx="310896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79" y="4800600"/>
            <a:ext cx="32918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Hình b: Ngồi sai (Cúi sát mắt)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3317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331720"/>
            <a:ext cx="347472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377439"/>
            <a:ext cx="3474720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✅ ĐÚNG</a:t>
            </a:r>
          </a:p>
        </p:txBody>
      </p:sp>
      <p:pic>
        <p:nvPicPr>
          <p:cNvPr id="19" name="Picture 18" descr="ai_good_postu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9" y="2880360"/>
            <a:ext cx="3108960" cy="1828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46719" y="4800600"/>
            <a:ext cx="32918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Hình c: Ngồi đúng (Thẳng lưng)</a:t>
            </a: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1 • QUY CHUẨN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2E1065"/>
                </a:solidFill>
                <a:latin typeface="Arial"/>
              </a:defRPr>
            </a:pPr>
            <a:r>
              <a:t>Quy tắc an toàn điện trong phòng máy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828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1. Không dùng que nhọn chọc vào ổ điện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4096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54096"/>
            <a:ext cx="1828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63824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2. Không mang đồ ăn, nước uống gần máy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22191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1828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3. Không tự ý cắm hoặc rút dây nguồn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90288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1828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00016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4. Báo ngay thầy cô khi có mùi khét lạ</a:t>
            </a:r>
          </a:p>
        </p:txBody>
      </p:sp>
      <p:pic>
        <p:nvPicPr>
          <p:cNvPr id="18" name="Picture 17" descr="learn1_car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3095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1 • BÀI HỌC VÀ 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19"/>
            <a:ext cx="7772400" cy="8229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79"/>
            <a:ext cx="73152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5B21B6"/>
                </a:solidFill>
                <a:latin typeface="Arial"/>
              </a:defRPr>
            </a:pPr>
            <a:r>
              <a:t>💬 Em cần làm gì để bảo vệ mắt khi dùng máy tính?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Giữ khoảng cách mắt 50-70cm so với màn hình.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Chớp mắt thư giãn và nghỉ ngơi sau 30 phút học.</a:t>
            </a:r>
          </a:p>
        </p:txBody>
      </p:sp>
      <p:pic>
        <p:nvPicPr>
          <p:cNvPr id="8" name="Picture 7" descr="ai_good_pos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19"/>
            <a:ext cx="292608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526279"/>
            <a:ext cx="11091672" cy="1143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26279"/>
            <a:ext cx="182880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59"/>
            <a:ext cx="10543032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9A3412"/>
                </a:solidFill>
                <a:latin typeface="Arial"/>
              </a:defRPr>
            </a:pPr>
            <a:r>
              <a:t>💡 KẾT LUẬN: Ngồi đúng tư thế bảo vệ cột sống và luôn tuân thủ nội quy an toàn điện phòng máy!</a:t>
            </a:r>
          </a:p>
        </p:txBody>
      </p:sp>
    </p:spTree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1 • THỬ THÁCH TRẮC NGHIỆM VUI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Arial"/>
              </a:defRPr>
            </a:pPr>
            <a:r>
              <a:t>❓ Khi thấy máy tính bốc khói hoặc có mùi khét, em phải làm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A. Tự ý lấy nước dội vào máy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B. Báo ngay cho giáo viên quản lý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C. Tiếp tục ngồi chơi game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D. Rủ bạn lại gần xem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Em học rất chăm chỉ!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BTVN: Hướng dẫn em nhỏ ở nhà ngồi học đúng tư thế!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