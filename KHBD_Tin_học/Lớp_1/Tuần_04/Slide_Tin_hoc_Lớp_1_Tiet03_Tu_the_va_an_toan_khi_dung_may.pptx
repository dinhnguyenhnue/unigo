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643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261CADFC-E468-A9CF-CA9D-3603C11068A9}"/>
              </a:ext>
            </a:extLst>
          </p:cNvPr>
          <p:cNvSpPr txBox="1"/>
          <p:nvPr/>
        </p:nvSpPr>
        <p:spPr>
          <a:xfrm>
            <a:off x="844216" y="471493"/>
            <a:ext cx="10503568" cy="11287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360"/>
              </a:lnSpc>
            </a:pPr>
            <a:r>
              <a:rPr lang="en-US" sz="4400" b="1" dirty="0">
                <a:solidFill>
                  <a:srgbClr val="244498"/>
                </a:solidFill>
                <a:latin typeface="Arial" panose="020B0604020202020204" pitchFamily="34" charset="0"/>
                <a:ea typeface="Crimson Pro Bold"/>
                <a:cs typeface="Arial" panose="020B0604020202020204" pitchFamily="34" charset="0"/>
                <a:sym typeface="Crimson Pro Bold"/>
              </a:rPr>
              <a:t>TRƯỜNG TIỂU HỌC VÀ THCS UNIGO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CCC6F9-9D0B-8FA1-C7A3-6C656AB9CD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80673"/>
            <a:ext cx="11887200" cy="376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24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Tư thế &amp; An toàn khi dùng máy 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Tin học • Lớp 1 • Tiết 3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1 • KHÁM PHÁ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2E1065"/>
                </a:solidFill>
                <a:latin typeface="Arial"/>
              </a:defRPr>
            </a:pPr>
            <a:r>
              <a:t>Quan sát và nhận biết tư thế chuẩn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34747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377439"/>
            <a:ext cx="3474720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❌ SAI</a:t>
            </a:r>
          </a:p>
        </p:txBody>
      </p:sp>
      <p:pic>
        <p:nvPicPr>
          <p:cNvPr id="9" name="Picture 8" descr="ai_bad_pos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80360"/>
            <a:ext cx="310896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3291839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Hình a: Ngồi sai (Gù lưng)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3317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06240" y="2331720"/>
            <a:ext cx="34747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06240" y="2377439"/>
            <a:ext cx="3474720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❌ SAI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4800600"/>
            <a:ext cx="3291839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Hình b: Ngồi sai (Cúi sát mắt)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3317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55279" y="2331720"/>
            <a:ext cx="347472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79" y="2377439"/>
            <a:ext cx="3474720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✅ ĐÚNG</a:t>
            </a:r>
          </a:p>
        </p:txBody>
      </p:sp>
      <p:pic>
        <p:nvPicPr>
          <p:cNvPr id="19" name="Picture 18" descr="ai_good_pos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59" y="2880360"/>
            <a:ext cx="3108960" cy="1828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46719" y="4800600"/>
            <a:ext cx="3291839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Hình c: Ngồi đúng (Thẳng lưng)</a:t>
            </a:r>
          </a:p>
        </p:txBody>
      </p:sp>
      <p:pic>
        <p:nvPicPr>
          <p:cNvPr id="22" name="Picture 21" descr="ai_bad_posture.jpg">
            <a:extLst>
              <a:ext uri="{FF2B5EF4-FFF2-40B4-BE49-F238E27FC236}">
                <a16:creationId xmlns:a16="http://schemas.microsoft.com/office/drawing/2014/main" id="{3CADECCC-4AEF-F6A4-7E02-643503C55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58" y="2971798"/>
            <a:ext cx="3108960" cy="1828800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1 • QUY CHUẨN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2E1065"/>
                </a:solidFill>
                <a:latin typeface="Arial"/>
              </a:defRPr>
            </a:pPr>
            <a:r>
              <a:t>Quy tắc an toàn điện trong phòng máy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82880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1. Không dùng que nhọn chọc vào ổ điện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54096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3054096"/>
            <a:ext cx="1828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163824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2. Không mang đồ ăn, nước uống gần máy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22191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3822191"/>
            <a:ext cx="1828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3. Không tự ý cắm hoặc rút dây nguồn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90288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590288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700016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4. Báo ngay thầy cô khi có mùi khét lạ</a:t>
            </a:r>
          </a:p>
        </p:txBody>
      </p:sp>
      <p:pic>
        <p:nvPicPr>
          <p:cNvPr id="18" name="Picture 17" descr="learn1_card4.png"/>
          <p:cNvPicPr>
            <a:picLocks noChangeAspect="1"/>
          </p:cNvPicPr>
          <p:nvPr/>
        </p:nvPicPr>
        <p:blipFill>
          <a:blip r:embed="rId2"/>
          <a:srcRect l="3430" t="32" r="2129" b="27297"/>
          <a:stretch>
            <a:fillRect/>
          </a:stretch>
        </p:blipFill>
        <p:spPr>
          <a:xfrm>
            <a:off x="6583680" y="2003613"/>
            <a:ext cx="5034579" cy="2837328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1 • BÀI HỌC VÀ KẾT LUẬN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19"/>
            <a:ext cx="7772400" cy="8229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783079"/>
            <a:ext cx="731520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5B21B6"/>
                </a:solidFill>
                <a:latin typeface="Arial"/>
              </a:defRPr>
            </a:pPr>
            <a:r>
              <a:t>💬 Em cần làm gì để bảo vệ mắt khi dùng máy tính?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7315200" cy="1188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Giữ khoảng cách mắt 50-70cm so với màn hình.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Chớp mắt thư giãn và nghỉ ngơi sau 30 phút học.</a:t>
            </a:r>
          </a:p>
        </p:txBody>
      </p:sp>
      <p:pic>
        <p:nvPicPr>
          <p:cNvPr id="8" name="Picture 7" descr="ai_good_pos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19"/>
            <a:ext cx="2926080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526279"/>
            <a:ext cx="11091672" cy="11430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4526279"/>
            <a:ext cx="182880" cy="1143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59"/>
            <a:ext cx="10543032" cy="7772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9A3412"/>
                </a:solidFill>
                <a:latin typeface="Arial"/>
              </a:defRPr>
            </a:pPr>
            <a:r>
              <a:t>💡 KẾT LUẬN: Ngồi đúng tư thế bảo vệ cột sống và luôn tuân thủ nội quy an toàn điện phòng máy!</a:t>
            </a:r>
          </a:p>
        </p:txBody>
      </p:sp>
    </p:spTree>
  </p:cSld>
  <p:clrMapOvr>
    <a:masterClrMapping/>
  </p:clrMapOvr>
  <p:transition spd="med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1 • THỬ THÁCH TRẮC NGHIỆM VUI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640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❓ Khi thấy máy tính bốc khói hoặc có mùi khét, em phải làm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A. Tự ý lấy nước dội vào máy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28816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B. Báo ngay cho giáo viên quản lý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C. Tiếp tục ngồi chơi game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54496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28816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D. Rủ bạn lại gần xem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Em học rất chăm chỉ!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0152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BTVN: Hướng dẫn em nhỏ ở nhà ngồi học đúng tư thế!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281</Words>
  <Application>Microsoft Office PowerPoint</Application>
  <PresentationFormat>Widescreen</PresentationFormat>
  <Paragraphs>30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Đình</cp:lastModifiedBy>
  <cp:revision>6</cp:revision>
  <dcterms:created xsi:type="dcterms:W3CDTF">2026-08-04T15:56:52Z</dcterms:created>
  <dcterms:modified xsi:type="dcterms:W3CDTF">2026-08-24T01:33:11Z</dcterms:modified>
</cp:coreProperties>
</file>