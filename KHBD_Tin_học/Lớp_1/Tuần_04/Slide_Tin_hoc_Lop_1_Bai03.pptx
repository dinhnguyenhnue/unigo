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Tư thế &amp; An toàn khi dùng máy 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1 • Bài 3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3. TƯ THẾ VÀ AN TOÀN KHI DÙNG MÁY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Bảo vệ đôi mắt và cột sống!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Ngồi học máy tính sai tư thế sẽ bị mỏi mắt và gù lưng đấy!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Em đã biết tư thế ngồi chuẩn chưa?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Xem Video: Tư thế ngồi học an toàn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Video giáo dục hướng dẫn học sinh tư thế ngồi học máy tính khoa học và an toàn điện!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https://www.youtube.com/watch?v=o0h8XG1TjPQ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3. TƯ THẾ VÀ AN TOÀN KHI DÙNG MÁY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4 bước ngồi máy tính đúng chuẩn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5728"/>
            <a:ext cx="2194560" cy="13944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1. Lưng thẳng, vai thả lỏng tự nhiên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286000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95728"/>
            <a:ext cx="2194560" cy="13944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4815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2. Mắt ngang tầm và cách màn hình 50-70cm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01083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10812"/>
            <a:ext cx="2194560" cy="13944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7520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3. Tay đặt ngang bàn, cổ tay thẳng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4101083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4210812"/>
            <a:ext cx="2194560" cy="13944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14815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4. Chân vuông góc và chạm mặt sàn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3. TƯ THẾ VÀ AN TOÀN KHI DÙNG MÁY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An toàn điện trong phòng thực hành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5728"/>
            <a:ext cx="2194560" cy="13944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Không dùng vật nhọn chọc vào ổ cắm điện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286000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2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95728"/>
            <a:ext cx="2194560" cy="13944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4815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Không mang đồ ăn, nước uống gần máy tính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01083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2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10812"/>
            <a:ext cx="2194560" cy="13944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7520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Không tự ý cắm hoặc rút dây nguồn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4101083"/>
            <a:ext cx="91440" cy="16139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2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4210812"/>
            <a:ext cx="2194560" cy="13944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14815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Báo ngay cho giáo viên khi có mùi khét lạ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Luyện tập tư thế tại chỗ!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Cả lớp cùng thực hiện theo hiệu lệnh của giáo viên: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Kiểm tra độ cao của ghế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Đo khoảng cách mắt với màn hình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Đặt hai bàn tay lên bàn phím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Thả lỏng hai vai và chớp mắt thư giãn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Thử thách: Đố vui an toàn!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Chọn phương án đúng nhất: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Khoảng cách mắt chuẩn ↔ 50 - 70 cm (1 cánh tay)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Khi máy tính bốc khói ↔ Báo ngay cho giáo viên!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Được mang nước ngọt vào phòng máy? ↔ KHÔNG ĐƯỢC!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Sau 30 phút học máy tính ↔ Nghỉ ngơi mắt 5 phút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1065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Ngồi thẳng lưng bảo vệ cột sống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Giữ khoảng cách an toàn bảo vệ mắt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Tuân thủ nội quy an toàn điện phòng máy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Em học rất chăm chỉ!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Nhắc nhở anh chị hoặc em của mình ngồi học đúng tư thế!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