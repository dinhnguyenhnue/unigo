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LỚP 1 • TUẦN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66CC"/>
                </a:solidFill>
                <a:latin typeface="Arial"/>
              </a:defRPr>
            </a:pPr>
            <a:r>
              <a:t>BÀI: BÀN PHÍM</a:t>
            </a:r>
            <a:br/>
            <a:r>
              <a:t>CHỮ VÀ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4646"/>
                </a:solidFill>
                <a:latin typeface="Arial"/>
              </a:defRPr>
            </a:pPr>
            <a:r>
              <a:t>⌨️ Phân biệt khu vực chữ, khu vực số &amp; cách gõ phím chuẩn</a:t>
            </a:r>
          </a:p>
        </p:txBody>
      </p:sp>
      <p:pic>
        <p:nvPicPr>
          <p:cNvPr id="6" name="Picture 5" descr="tth_keyboard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572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Quan sát bàn phím và tìm chữ cái đầu tiên của tên em!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82828"/>
                </a:solidFill>
                <a:latin typeface="Arial"/>
              </a:defRPr>
            </a:pPr>
            <a:r>
              <a:t>👋 Thử thách đầu giờ:</a:t>
            </a:r>
            <a:br/>
            <a:br/>
            <a:r>
              <a:t>1. Tên em bắt đầu bằng chữ cái nào?</a:t>
            </a:r>
            <a:br/>
            <a:r>
              <a:t>   (Ví dụ: An ➔ chữ A; Bình ➔ chữ B)</a:t>
            </a:r>
            <a:br/>
            <a:br/>
            <a:r>
              <a:t>2. Em hãy quan sát bàn phím trước mặt và chỉ tay vào chữ cái đó!</a:t>
            </a:r>
            <a:br/>
            <a:br/>
            <a:r>
              <a:t>👉 Bạn nào tìm thấy nhanh nhất giơ tay nhé!</a:t>
            </a:r>
          </a:p>
        </p:txBody>
      </p:sp>
      <p:pic>
        <p:nvPicPr>
          <p:cNvPr id="6" name="Picture 5" descr="keyboard_typing_ki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48463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NỘI DUNG BÀI HỌC 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Hôm nay chúng ta cùng học 4 nội dung chính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1. CÁC KHU VỰC PHÍM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C3C3C"/>
                </a:solidFill>
                <a:latin typeface="Arial"/>
              </a:defRPr>
            </a:pPr>
            <a:r>
              <a:t>Hàng số, Hàng chữ, Phím chức năng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2. HÀNG PHÍM CƠ SỞ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C3C3C"/>
                </a:solidFill>
                <a:latin typeface="Arial"/>
              </a:defRPr>
            </a:pPr>
            <a:r>
              <a:t>Nơi đặt tay chính (A S D F - J K 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3. PHÍM CÁCH &amp; 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C3C3C"/>
                </a:solidFill>
                <a:latin typeface="Arial"/>
              </a:defRPr>
            </a:pPr>
            <a:r>
              <a:t>Tạo khoảng cách và xuống dòng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2396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4. THỰC HÀNH &amp; ĐỐ VUI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C3C3C"/>
                </a:solidFill>
                <a:latin typeface="Arial"/>
              </a:defRPr>
            </a:pPr>
            <a:r>
              <a:t>Gõ tên và số tuổi trong Notepad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1 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Sơ đồ các khu vực chính trên bàn phím máy tính</a:t>
            </a:r>
          </a:p>
        </p:txBody>
      </p:sp>
      <p:pic>
        <p:nvPicPr>
          <p:cNvPr id="4" name="Picture 3" descr="keyboard_diagram_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6984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2 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Phân biệt Hàng phím số và Khu vực phím chữ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FFF8EB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23232"/>
                </a:solidFill>
                <a:latin typeface="Arial"/>
              </a:defRPr>
            </a:pPr>
            <a:r>
              <a:t>🔢 HÀNG PHÍM SỐ (0 - 9):</a:t>
            </a:r>
            <a:br/>
            <a:br/>
            <a:r>
              <a:t>• Nằm ở hàng trên cùng của khu vực chính.</a:t>
            </a:r>
            <a:br/>
            <a:r>
              <a:t>• Các số xếp từ 1, 2, 3, 4, 5, 6, 7, 8, 9, 0.</a:t>
            </a:r>
            <a:br/>
            <a:r>
              <a:t>• Dùng để gõ tuổi, ngày sinh, số điện thoại.</a:t>
            </a:r>
            <a:br/>
            <a:r>
              <a:t>👉 Gõ số 1 bằng ngón út tay trái!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F0FA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23232"/>
                </a:solidFill>
                <a:latin typeface="Arial"/>
              </a:defRPr>
            </a:pPr>
            <a:r>
              <a:t>🔤 KHU VỰC PHÍM CHỮ (A - Z):</a:t>
            </a:r>
            <a:br/>
            <a:br/>
            <a:r>
              <a:t>• Gồm 3 hàng: Hàng trên, Hàng cơ sở, Hàng dưới.</a:t>
            </a:r>
            <a:br/>
            <a:r>
              <a:t>• Chứa 26 chữ cái tiếng Anh từ A đến Z.</a:t>
            </a:r>
            <a:br/>
            <a:r>
              <a:t>• Hàng cơ sở là hàng quan trọng nhất (A S D F G H J K L ;).</a:t>
            </a:r>
            <a:br/>
            <a:r>
              <a:t>👉 Phím F và phím J có GAI định vị!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3 ⚙️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Ba phím chức năng quan trọng nhất khi soạn thảo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PHÍM CÁCH (Space)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12140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C3C3C"/>
                </a:solidFill>
                <a:latin typeface="Arial"/>
              </a:defRPr>
            </a:pPr>
            <a:r>
              <a:t>📍 Vị trí: Phím dài nhất ở hàng dưới cùng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121408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800"/>
                </a:solidFill>
                <a:latin typeface="Arial"/>
              </a:defRPr>
            </a:pPr>
            <a:r>
              <a:t>💡 Tác dụng: Tạo 1 khoảng trắng giữa hai từ (VD: Tin hoc)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PHÍM ENTER 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31012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C3C3C"/>
                </a:solidFill>
                <a:latin typeface="Arial"/>
              </a:defRPr>
            </a:pPr>
            <a:r>
              <a:t>📍 Vị trí: Phím to ở mép phải hàng cơ sở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310128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D6"/>
                </a:solidFill>
                <a:latin typeface="Arial"/>
              </a:defRPr>
            </a:pPr>
            <a:r>
              <a:t>💡 Tác dụng: Xuống một dòng mới để viết đoạn tiếp theo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698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PHÍM BACKSPACE 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49884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C3C3C"/>
                </a:solidFill>
                <a:latin typeface="Arial"/>
              </a:defRPr>
            </a:pPr>
            <a:r>
              <a:t>📍 Vị trí: Phím ở góc trên bên phải hàng số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498848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C3545"/>
                </a:solidFill>
                <a:latin typeface="Arial"/>
              </a:defRPr>
            </a:pPr>
            <a:r>
              <a:t>💡 Tác dụng: Xóa chữ cái bị gõ sai đứng ở phía trước con trỏ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THỰC HÀNH 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Nhiệm vụ gõ chữ và số trên phần mềm Notepad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82828"/>
                </a:solidFill>
                <a:latin typeface="Arial"/>
              </a:defRPr>
            </a:pPr>
            <a:r>
              <a:t>📝 Bài tập thực hành:</a:t>
            </a:r>
            <a:br/>
            <a:br/>
            <a:r>
              <a:t>1. Mở phần mềm Notepad.</a:t>
            </a:r>
            <a:br/>
            <a:r>
              <a:t>2. Gõ số tuổi của em (Ví dụ: 6).</a:t>
            </a:r>
            <a:br/>
            <a:r>
              <a:t>3. Nhấn PHÍM CÁCH.</a:t>
            </a:r>
            <a:br/>
            <a:r>
              <a:t>4. Gõ tên của em (Ví dụ: AN).</a:t>
            </a:r>
            <a:br/>
            <a:r>
              <a:t>5. Nhấn PHÍM ENTER xuống dòng mới.</a:t>
            </a:r>
            <a:br/>
            <a:br/>
            <a:r>
              <a:t>👉 Kết quả mẫu trên màn hình:</a:t>
            </a:r>
            <a:br/>
            <a:r>
              <a:t>   6 AN</a:t>
            </a:r>
          </a:p>
        </p:txBody>
      </p:sp>
      <p:pic>
        <p:nvPicPr>
          <p:cNvPr id="6" name="Picture 5" descr="keyboard_typing_ki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48463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Đố vui: Chọn đáp án đúng A, B, C hay 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005840"/>
          </a:xfrm>
          <a:prstGeom prst="roundRect">
            <a:avLst>
              <a:gd name="adj" fmla="val 4000"/>
            </a:avLst>
          </a:prstGeom>
          <a:solidFill>
            <a:srgbClr val="F5F8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A2744"/>
                </a:solidFill>
                <a:latin typeface="Arial"/>
              </a:defRPr>
            </a:pPr>
            <a:r>
              <a:t>❓ Câu hỏi: Khi gõ xong một từ, em dùng phím nào để tạo khoảng cách rồi mới gõ từ tiếp theo?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2578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6464"/>
                </a:solidFill>
                <a:latin typeface="Arial"/>
              </a:defRPr>
            </a:pPr>
            <a:r>
              <a:t>A. Phím Enter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200400"/>
            <a:ext cx="5257800" cy="1005840"/>
          </a:xfrm>
          <a:prstGeom prst="roundRect">
            <a:avLst>
              <a:gd name="adj" fmla="val 4000"/>
            </a:avLst>
          </a:prstGeom>
          <a:solidFill>
            <a:srgbClr val="E6FAEB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33832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A745"/>
                </a:solidFill>
                <a:latin typeface="Arial"/>
              </a:defRPr>
            </a:pPr>
            <a:r>
              <a:t>B. Phím Cách (Space) 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52578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6464"/>
                </a:solidFill>
                <a:latin typeface="Arial"/>
              </a:defRPr>
            </a:pPr>
            <a:r>
              <a:t>C. Phím Backspace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389120"/>
            <a:ext cx="52578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5720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6464"/>
                </a:solidFill>
                <a:latin typeface="Arial"/>
              </a:defRPr>
            </a:pPr>
            <a:r>
              <a:t>D. Phím số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Những kiến thức trọng tâm em cần ghi nhớ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BÀI HỌC BÀN PHÍM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Bàn phím gồm có Hàng phím số (trên cùng) và Khu vực phím chữ (3 hàng).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Hai phím có GAI ở hàng cơ sở là phím F và phím J.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Phím Cách (Space) là phím dài nhất dùng để tạo khoảng trắng giữa các từ.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Phím Enter dùng để xuống dòng, phím Backspace dùng để xóa chữ sai.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Luôn gõ nhẹ nhàng bằng đầu ngón tay và ngồi thẳng lưng khi dùng máy tính!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66CC"/>
                </a:solidFill>
                <a:latin typeface="Arial"/>
              </a:defRPr>
            </a:pPr>
            <a:r>
              <a:t>HOÀN THÀNH XUẤT SẮC! 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Em hãy ghi nhớ các hàng phím và luyện gõ tên mình thật thành thạo nhé!</a:t>
            </a:r>
            <a:br/>
            <a:br/>
            <a:r>
              <a:t>Chúc các em một tuần học thật vui vẻ! 🎉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