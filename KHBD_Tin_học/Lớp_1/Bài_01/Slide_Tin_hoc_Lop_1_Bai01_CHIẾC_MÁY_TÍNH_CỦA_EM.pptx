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CA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280160"/>
            <a:ext cx="9144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8120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1  •  NĂM HỌC 2026 –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2286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ECA54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1B2D1B"/>
                </a:solidFill>
                <a:latin typeface="Times New Roman"/>
              </a:rPr>
              <a:t>CHIẾC MÁY TÍNH CỦA EM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Em và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B2D1B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118872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A54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0116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Chăm chỉ: Tích cực học tập, hoàn thành bài tập đúng thời gian.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Trách nhiệm: Giữ gìn và sử dụng thiết bị đúng cách.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Nhân ái: Biết nhường bạn, hợp tác trong học nhóm.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Chiếu hình ảnh câu đố: "Đây là vật gì? Dùng để làm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Mời HS trả lời, dẫn vào bài học.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4ECA5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📖  Khám phá các bộ phận của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Chỉ từng bộ phận trên máy tính thật và màn chiếu.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Gọi HS lên chỉ và đọc tên.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Kết luận: Máy tính gồm màn hình, bàn phím, chuột và thân máy.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4ECA5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📝  Quy trình bật và tắt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Thao tác mẫu bật máy, giải thích từng bước.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Thao tác mẫu tắt máy đúng quy trình.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4ECA5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✏️  Nối hình với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Phát phiếu bài tập: HS nối hình bộ phận với tên gọi đúng.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Chữa bài, nhận xét.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4ECA5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🎯  Thực hành bật/tắt máy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Hướng dẫn HS thực hành theo từng bước.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Quan sát, hỗ trợ HS gặp khó khăn.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4ECA5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Hỏi: "Em có thể kể tên 3 bộ phận của máy tính cho bố mẹ nghe không?"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Dặn: Về nhà quan sát máy tính ở gia đình.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4ECA5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" y="11887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44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9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A54"/>
                </a:solidFill>
                <a:latin typeface="Times New Roman"/>
              </a:defRPr>
            </a:pPr>
            <a:r>
              <a:t>📌  Ghi nhớ — CHIẾC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0116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Chăm chỉ: Tích cực học tập, hoàn thành bài tập đúng thời gian.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Trách nhiệm: Giữ gìn và sử dụng thiết bị đúng cách.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CA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ECA54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1B2D1B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