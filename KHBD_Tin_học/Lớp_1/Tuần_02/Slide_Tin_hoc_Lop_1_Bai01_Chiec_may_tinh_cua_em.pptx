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1 • Bài 1</a:t>
            </a:r>
          </a:p>
        </p:txBody>
      </p:sp>
      <p:pic>
        <p:nvPicPr>
          <p:cNvPr id="6" name="Picture 5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Em đã gặp máy tính ở đâu?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Hãy kể cho cô nghe: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● Em thấy máy tính ở đâu?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● Bố mẹ dùng máy tính để làm gì?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Cùng khám phá máy tính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Máy tính để bàn (Desktop)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Máy tính xách tay (Laptop)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act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Máy tính bảng (Tablet)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Các bộ phận của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Màn hình — hiển thị hình ảnh, chữ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c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Bàn phím — em gõ chữ, số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Chuột — em nhấp để chọn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act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Thân máy — nơi xử lý thông tin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Bật và tắt máy tính đúng cách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Bước 1: Nhấn nút nguồn để bật máy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Bước 2: Chờ máy khởi động xong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Bước 3: Khi muốn tắt → Chọn Shut Down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Thực hiện lần lượt các yêu cầu sau: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371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Chỉ vào từng bộ phận và gọi tên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464" y="3154679"/>
            <a:ext cx="1280160" cy="1371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7504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Thử nhấp chuột trái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ract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8847" y="3154679"/>
            <a:ext cx="1280160" cy="13715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71888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Thử gõ tên mình bằng bàn phím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Trò chơi: Nối đúng!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Nối tên bộ phận với công dụng đúng: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5B21B6"/>
                </a:solidFill>
                <a:latin typeface="Arial"/>
              </a:rPr>
              <a:t>Em nhớ được gì nào?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Máy tính có nhiều loại khác nhau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4 bộ phận chính: Màn hình, Bàn phím, Chuột, Thân máy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Bật/Tắt máy tính đúng quy trình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Về nhà: Hãy kể cho bố mẹ nghe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về chiếc máy tính ở lớp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