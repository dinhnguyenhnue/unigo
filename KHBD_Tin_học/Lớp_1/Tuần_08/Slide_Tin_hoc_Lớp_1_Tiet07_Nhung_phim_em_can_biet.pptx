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1 • TUẦN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66CC"/>
                </a:solidFill>
                <a:latin typeface="Arial"/>
              </a:defRPr>
            </a:pPr>
            <a:r>
              <a:t>BÀI: NHỮNG PHÍM</a:t>
            </a:r>
            <a:br/>
            <a:r>
              <a:t>EM CẦN BIẾT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Khám phá Caps Lock, Shift, Mũi tên và Delete!</a:t>
            </a:r>
          </a:p>
        </p:txBody>
      </p:sp>
      <p:pic>
        <p:nvPicPr>
          <p:cNvPr id="6" name="Picture 5" descr="keyboard_typing_ki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Làm sao để viết hoa chữ cái đầu tiên?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82828"/>
                </a:solidFill>
                <a:latin typeface="Arial"/>
              </a:defRPr>
            </a:pPr>
            <a:r>
              <a:t>🤔 Đố em:</a:t>
            </a:r>
            <a:br/>
            <a:br/>
            <a:r>
              <a:t>Khi gõ trên máy tính, dòng chữ "lop 1" là chữ thường, còn dòng chữ "LỚP 1" là chữ in hoa to đẹp.</a:t>
            </a:r>
            <a:br/>
            <a:br/>
            <a:r>
              <a:t>Phím nào trên bàn phím giúp em gõ được chữ in hoa?</a:t>
            </a:r>
            <a:br/>
            <a:br/>
            <a:r>
              <a:t>👉 Cùng khám phá ngay bài học hôm nay nhé!</a:t>
            </a:r>
          </a:p>
        </p:txBody>
      </p:sp>
      <p:pic>
        <p:nvPicPr>
          <p:cNvPr id="6" name="Picture 5" descr="keyboard_special_keys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8463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 ⌨️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Sơ đồ các phím chức năng quan trọng</a:t>
            </a:r>
          </a:p>
        </p:txBody>
      </p:sp>
      <p:pic>
        <p:nvPicPr>
          <p:cNvPr id="4" name="Picture 3" descr="keyboard_special_keys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698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2 ✂️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Phân biệt phím Backspace ⌫ và Delete (Del)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⌫ PHÍM BACKSPACE:</a:t>
            </a:r>
            <a:br/>
            <a:br/>
            <a:r>
              <a:t>• Nằm ở góc trên bên phải hàng số.</a:t>
            </a:r>
            <a:br/>
            <a:r>
              <a:t>• Chức năng: XÓA KÝ TỰ Ở PHÍA TRƯỚC (bên trái) con trỏ soạn thảo.</a:t>
            </a:r>
            <a:br/>
            <a:r>
              <a:t>👉 Ví dụ: T|IN bấm Backspace ➔ còn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5F0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Del PHÍM DELETE:</a:t>
            </a:r>
            <a:br/>
            <a:br/>
            <a:r>
              <a:t>• Nằm ở cụm phím điều khiển bên phải.</a:t>
            </a:r>
            <a:br/>
            <a:r>
              <a:t>• Chức năng: XÓA KÝ TỰ Ở PHÍA SAU (bên phải) con trỏ soạn thảo.</a:t>
            </a:r>
            <a:br/>
            <a:r>
              <a:t>👉 Ví dụ: T|IN bấm Delete ➔ còn TN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THỰC HÀNH 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Thực hành gõ chữ in hoa trong Notepad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82828"/>
                </a:solidFill>
                <a:latin typeface="Arial"/>
              </a:defRPr>
            </a:pPr>
            <a:r>
              <a:t>📝 Bài tập cho em:</a:t>
            </a:r>
            <a:br/>
            <a:br/>
            <a:r>
              <a:t>1. Mở phần mềm Notepad.</a:t>
            </a:r>
            <a:br/>
            <a:r>
              <a:t>2. Bật Caps Lock: Gõ TÊN EM in hoa.</a:t>
            </a:r>
            <a:br/>
            <a:r>
              <a:t>3. Tắt Caps Lock: Nhấn Space, gõ lớp em (chữ thường).</a:t>
            </a:r>
            <a:br/>
            <a:r>
              <a:t>4. Dùng phím mũi tên ⬅ ➡ để di chuyển con trỏ kiểm tra.</a:t>
            </a:r>
            <a:br/>
            <a:br/>
            <a:r>
              <a:t>👉 Kết quả mẫu: NGUYEN an</a:t>
            </a:r>
          </a:p>
        </p:txBody>
      </p:sp>
      <p:pic>
        <p:nvPicPr>
          <p:cNvPr id="6" name="Picture 5" descr="keyboard_typing_ki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8463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kiến thức trọng tâm em cần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PHÍM CHỨC NĂNG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Phím Caps Lock dùng để bật/tắt chế độ gõ chữ in hoa.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Phím Shift giúp gõ một chữ in hoa hoặc ký tự phía trên.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Cụm 4 phím mũi tên dùng để di chuyển con trỏ soạn thảo.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Phím Backspace xóa chữ phía trước, phím Delete xóa chữ phía sau!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66CC"/>
                </a:solidFill>
                <a:latin typeface="Arial"/>
              </a:defRPr>
            </a:pPr>
            <a:r>
              <a:t>HOÀN THÀNH XUẤT SẮC!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Em đã làm quen với tất cả các phím phép thuật trên bàn phím rồi!</a:t>
            </a:r>
            <a:br/>
            <a:br/>
            <a:r>
              <a:t>Chúc các em luôn chăm ngoan, học giỏi! 🎉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