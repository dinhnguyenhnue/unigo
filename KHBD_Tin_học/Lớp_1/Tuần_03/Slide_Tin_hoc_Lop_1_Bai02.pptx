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Các bộ phận của máy tính 🖥️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1 • Bài 2</a:t>
            </a:r>
          </a:p>
        </p:txBody>
      </p:sp>
      <p:pic>
        <p:nvPicPr>
          <p:cNvPr id="6" name="Picture 5" descr="cover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2. CÁC BỘ PHẬN CỦA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Đố em đây là cái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Một vật có màn hình sáng, có bàn phím gõ chữ, có chú chuột nhỏ xíu: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Đó chính là máy tính để bàn đấy!</a:t>
            </a:r>
          </a:p>
        </p:txBody>
      </p:sp>
      <p:pic>
        <p:nvPicPr>
          <p:cNvPr id="9" name="Picture 8" descr="cover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Xem Video: Cấu tạo máy tính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Xem video để nhận biết chính xác 4 bộ phận cơ bản của máy tính!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https://www.youtube.com/watch?v=fD09A-w-3eI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cover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2. CÁC BỘ PHẬN CỦA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4 bộ phận chính của máy tính để bàn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Màn hình (Monitor): hiển thị chữ, hình ảnh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Thân máy (Computer Case): chứa bộ não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Bàn phím (Keyboard): gõ chữ và số vào máy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Chuột (Mouse): điều khiển con trỏ trên màn hình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2. CÁC BỘ PHẬN CỦA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Máy tính xách tay (Laptop)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Màn hình gắn liền với thân máy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Bàn phím và bàn di chuột tích hợp sẵn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Nhỏ gọn, dễ dàng mang đi mọi nơi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Có pin sạc dùng khi không cắm điện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Nhận biết bộ phận máy tính!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Em hãy gọi tên đúng bộ phận khi thầy/cô chỉ vào: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Màn hình hiển thị hình ảnh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Thân máy tính chứa 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Bàn phím gõ chữ và phím số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Chuột máy tính có 2 nút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Trò chơi: Đúng hay Sai?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Chọn đáp án đúng nhất: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Màn hình dùng để gõ chữ ↔ SAI ❌ (Bàn phím)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Thân máy chứa bộ não CPU ↔ ĐÚNG ✅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Chuột máy tính dùng để điều khiển ↔ ĐÚNG ✅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Laptop có thể gấp gọn mang đi ↔ ĐÚNG ✅</a:t>
            </a:r>
          </a:p>
        </p:txBody>
      </p:sp>
      <p:pic>
        <p:nvPicPr>
          <p:cNvPr id="9" name="Picture 8" descr="cover_l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1065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4 bộ phận cơ bản: Màn hình, Thân máy, Bàn phím, Chuột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Thân máy tính đóng vai trò quan trọng nhất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Máy tính xách tay tích hợp tất cả trong một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Em làm bài rất tốt!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Quan sát máy tính ở nhà hoặc trường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và chỉ cho bạn các bộ phận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