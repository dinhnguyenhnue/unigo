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Nâng cấp kỹ năng chuột 🖱️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1 • Bài 2</a:t>
            </a:r>
          </a:p>
        </p:txBody>
      </p:sp>
      <p:pic>
        <p:nvPicPr>
          <p:cNvPr id="6" name="Picture 5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BÀI 2. ÔN VÀ NÂNG CẤP KỸ NĂNG CHUỘT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Chú chuột siêu tốc!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E1065"/>
                </a:solidFill>
                <a:latin typeface="Arial"/>
              </a:rPr>
              <a:t>Em đã biết cách cầm chuột chưa?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2E1065"/>
                </a:solidFill>
                <a:latin typeface="Arial"/>
              </a:rPr>
              <a:t>Cùng ôn lại 5 thao tác chuột cơ bản nào!</a:t>
            </a:r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BÀI 2. ÔN VÀ NÂNG CẤP KỸ NĂNG CHUỘT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5 thao tác dùng chuột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Di chuyển chuột (Move mouse)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Nháy chuột trái (Left click)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ract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Nháy chuột phải (Right click)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Nháy đôi chuột (Double click)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BÀI 2. ÔN VÀ NÂNG CẤP KỸ NĂNG CHUỘT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Kéo thả chuột chuyên nghiệp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Nắm giữ nút chuột trái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Di chuyển chuột đến vị trí mới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Thả ngón tay ra để hoàn tất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ract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Dùng để di chuyển biểu tượng trên màn hình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BÀI 2. ÔN VÀ NÂNG CẤP KỸ NĂNG CHUỘT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Bí kíp điều khiển con trỏ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Cầm chuột nhẹ nhàng bằng tay phải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Ngón trỏ đặt lên nút trái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Ngón giữa đặt lên nút phải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o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1065"/>
                </a:solidFill>
                <a:latin typeface="Arial"/>
              </a:rPr>
              <a:t>Giữ chuột phẳng trên mặt bàn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Thực hành luyện tập chuột!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E1065"/>
                </a:solidFill>
                <a:latin typeface="Arial"/>
              </a:rPr>
              <a:t>Thực hiện theo các yêu cầu: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1065"/>
                </a:solidFill>
                <a:latin typeface="Arial"/>
              </a:rPr>
              <a:t>Nháy đôi mở phần mềm Paint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1065"/>
                </a:solidFill>
                <a:latin typeface="Arial"/>
              </a:rPr>
              <a:t>Kéo thả biểu tượng vào thư mục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act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1065"/>
                </a:solidFill>
                <a:latin typeface="Arial"/>
              </a:rPr>
              <a:t>Nháy phải chuột xem thực đơn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1065"/>
                </a:solidFill>
                <a:latin typeface="Arial"/>
              </a:rPr>
              <a:t>Nháy trái chọn màu vẽ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1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1065"/>
                </a:solidFill>
                <a:latin typeface="Arial"/>
              </a:rPr>
              <a:t>Thử thách kéo thả!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E1065"/>
                </a:solidFill>
                <a:latin typeface="Arial"/>
              </a:rPr>
              <a:t>Thực hiện bài tập ghép hình:</a:t>
            </a:r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599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B21B6"/>
                </a:solidFill>
                <a:latin typeface="Arial"/>
              </a:rPr>
              <a:t>Tóm tắt bài học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743407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9994392" cy="640080"/>
          </a:xfrm>
          <a:prstGeom prst="round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E1065"/>
                </a:solidFill>
                <a:latin typeface="Arial"/>
              </a:rPr>
              <a:t>Thành thạo 5 thao tác chuột cơ bản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73152" cy="64007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91840"/>
            <a:ext cx="9994392" cy="640079"/>
          </a:xfrm>
          <a:prstGeom prst="round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E1065"/>
                </a:solidFill>
                <a:latin typeface="Arial"/>
              </a:rPr>
              <a:t>Kéo thả chuột chính xác và linh hoạt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80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297680"/>
            <a:ext cx="9994392" cy="640080"/>
          </a:xfrm>
          <a:prstGeom prst="round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434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E1065"/>
                </a:solidFill>
                <a:latin typeface="Arial"/>
              </a:rPr>
              <a:t>Bảo vệ chuột sạch sẽ sau khi dùng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Em giỏi lắm! 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6876" y="3337560"/>
            <a:ext cx="7315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6" y="3611879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2E1065"/>
                </a:solidFill>
                <a:latin typeface="Arial"/>
              </a:rPr>
              <a:t>BTVN: Luyện tập trò chơi kéo thả chuột 10 phút!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