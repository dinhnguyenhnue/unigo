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6 • Bài 2</a:t>
            </a:r>
          </a:p>
        </p:txBody>
      </p:sp>
      <p:pic>
        <p:nvPicPr>
          <p:cNvPr id="6" name="Picture 5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Hệ thống xử lý thông tin quanh ta!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Hãy quan sát một chiếc máy tính bỏ túi: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Khi em bấm '8 x 9 =', quy trình bên trong máy diễn ra như thế nào?</a:t>
            </a:r>
          </a:p>
        </p:txBody>
      </p:sp>
      <p:pic>
        <p:nvPicPr>
          <p:cNvPr id="9" name="Picture 8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Mô hình xử lý thông tin 4 bước</a:t>
            </a:r>
          </a:p>
        </p:txBody>
      </p:sp>
      <p:pic>
        <p:nvPicPr>
          <p:cNvPr id="6" name="Picture 5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7543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7543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1. Thu nhận thông tin (Input) — tiếp nhận dữ liệu đầu vào</a:t>
            </a:r>
          </a:p>
        </p:txBody>
      </p:sp>
      <p:pic>
        <p:nvPicPr>
          <p:cNvPr id="10" name="Picture 9" descr="cover_lop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7540"/>
            <a:ext cx="1828800" cy="7543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177540"/>
            <a:ext cx="9262872" cy="7543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177540"/>
            <a:ext cx="73152" cy="7543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31470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2. Lưu trữ thông tin (Storage) — ghi nhớ trên bộ nhớ</a:t>
            </a:r>
          </a:p>
        </p:txBody>
      </p:sp>
      <p:pic>
        <p:nvPicPr>
          <p:cNvPr id="14" name="Picture 13" descr="learn1_lop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1828800" cy="7543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06908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069080"/>
            <a:ext cx="73152" cy="7543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20624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3. Xử lý thông tin (Processing) — biến đổi dữ liệu theo giải thuật</a:t>
            </a:r>
          </a:p>
        </p:txBody>
      </p:sp>
      <p:pic>
        <p:nvPicPr>
          <p:cNvPr id="18" name="Picture 17" descr="learn2_lop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60620"/>
            <a:ext cx="1828800" cy="7543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468880" y="496062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960620"/>
            <a:ext cx="73152" cy="7543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509778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4. Truyền / Xuất thông tin (Output) — đưa kết quả ra ngoài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Máy tính là thiết bị xử lý thông tin</a:t>
            </a:r>
          </a:p>
        </p:txBody>
      </p:sp>
      <p:pic>
        <p:nvPicPr>
          <p:cNvPr id="6" name="Picture 5" descr="learn2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Máy tính thực hiện tự động quy trình xử lý thông tin</a:t>
            </a:r>
          </a:p>
        </p:txBody>
      </p:sp>
      <p:pic>
        <p:nvPicPr>
          <p:cNvPr id="10" name="Picture 9" descr="learn3_lop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Tốc độ xử lý hàng tỷ phép tính mỗi giây</a:t>
            </a:r>
          </a:p>
        </p:txBody>
      </p:sp>
      <p:pic>
        <p:nvPicPr>
          <p:cNvPr id="14" name="Picture 13" descr="warmup_lop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Khả năng lưu trữ khối lượng dữ liệu khổng lồ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Vai trò của xử lý thông tin trong đời sống</a:t>
            </a:r>
          </a:p>
        </p:txBody>
      </p:sp>
      <p:pic>
        <p:nvPicPr>
          <p:cNvPr id="6" name="Picture 5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Dự báo thời tiết dựa trên dữ liệu khí hậu</a:t>
            </a:r>
          </a:p>
        </p:txBody>
      </p:sp>
      <p:pic>
        <p:nvPicPr>
          <p:cNvPr id="10" name="Picture 9" descr="cover_lop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Hệ thống định vị GPS tìm đường đi tối ưu</a:t>
            </a:r>
          </a:p>
        </p:txBody>
      </p:sp>
      <p:pic>
        <p:nvPicPr>
          <p:cNvPr id="14" name="Picture 13" descr="learn1_lop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Y tế: phân tích hình ảnh X-quang chẩn đoán bệnh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Phân tích chu trình xử lý!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Ghép nối thiết bị với bước xử lý tương ứng: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Bàn phím &amp; Micro ↔ 1. Thu nhận thông tin (Input)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_lop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Ổ cứng &amp; RAM ↔ 2. Lưu trữ thông tin (Storage)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Bộ vi xử lý CPU ↔ 3. Xử lý thông tin (Processing)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2_lop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Màn hình &amp; Loa ↔ 4. Xuất thông tin (Output)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Thảo luận nhóm tình huống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Thảo luận nhóm 4 học sinh (5 phút):</a:t>
            </a:r>
          </a:p>
        </p:txBody>
      </p:sp>
      <p:pic>
        <p:nvPicPr>
          <p:cNvPr id="9" name="Picture 8" descr="activity_lo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Mô hình 4 bước: Thu nhận -&gt; Lưu trữ -&gt; Xử lý -&gt; Xuất thông 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Máy tính xử lý thông tin tự động, chính xác và nhanh chóng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Ứng dụng rộng rãi trong mọi lĩnh vực xã hội hiện đại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BTVN: Vẽ sơ đồ khối chu trình xử lý thông tin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của thiết bị nhận diện khuôn mặt!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