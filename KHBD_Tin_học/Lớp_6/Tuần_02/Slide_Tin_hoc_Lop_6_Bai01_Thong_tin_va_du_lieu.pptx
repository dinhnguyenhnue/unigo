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6 • Bài 1</a:t>
            </a:r>
          </a:p>
        </p:txBody>
      </p:sp>
      <p:pic>
        <p:nvPicPr>
          <p:cNvPr id="6" name="Picture 5" descr="bai1_p10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Hãy thử suy nghĩ!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'Ngày mai trời sẽ mưa' — Đây là thông tin hay dữ liệu?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'23°C' — Còn đây thì sao?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Hai khái niệm này khác nhau như thế nào?</a:t>
            </a:r>
          </a:p>
        </p:txBody>
      </p:sp>
      <p:pic>
        <p:nvPicPr>
          <p:cNvPr id="9" name="Picture 8" descr="bai1_p10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Khái niệm Thông tin (Information)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Thông tin là những hiểu biết của con người về thế giới xung quanh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11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Ví dụ: 'Hà Nội là thủ đô của Việt Nam', 'Hôm nay trời nắng đẹp'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2_im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Thông tin giúp con người đưa ra các quyết định hợp lý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Khái niệm Dữ liệu (Data)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3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Dữ liệu là thông tin được biểu diễn dưới dạng máy tính xử lý được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6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Dạng văn bản (text): chữ cái, số, ký hiệu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7_im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Dạng hình ảnh, âm thanh, video được lưu trữ kỹ thuật số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BÀI 1. THÔNG TIN VÀ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Mối quan hệ Thông tin ↔ Dữ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8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Thông tin gốc -&gt; Mã hóa, lưu trữ -&gt; Dữ liệu trong máy tính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9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Dữ liệu được xử lý -&gt; Giải mã -&gt; Thông tin cho con người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0_im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64E3B"/>
                </a:solidFill>
                <a:latin typeface="Arial"/>
              </a:rPr>
              <a:t>● Dữ liệu là phương tiện chở thông tin trên thiết bị công nghệ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Hãy phân loại dữ liệu!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64E3B"/>
                </a:solidFill>
                <a:latin typeface="Arial"/>
              </a:rPr>
              <a:t>Xác định dạng dữ liệu cho các đối tượng: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Bài hát Quốc ca ↔ Dữ liệu Âm thanh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ai1_p11_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Ảnh chụp tập thể lớp ↔ Dữ liệu Hình ảnh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i1_p12_im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Bảng điểm tổng kết ↔ Dữ liệu Văn bản &amp; Số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ai1_p13_im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4E3B"/>
                </a:solidFill>
                <a:latin typeface="Arial"/>
              </a:rPr>
              <a:t>Video bài giảng ↔ Dữ liệu Video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6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4E3B"/>
                </a:solidFill>
                <a:latin typeface="Arial"/>
              </a:rPr>
              <a:t>Thảo luận nhóm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Thảo luận theo nhóm 4 học sinh (5 phút):</a:t>
            </a:r>
          </a:p>
        </p:txBody>
      </p:sp>
      <p:pic>
        <p:nvPicPr>
          <p:cNvPr id="9" name="Picture 8" descr="bai1_p10_im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47857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Thông tin là hiểu biết; Dữ liệu là dạng biểu diễn thông tin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4 dạng dữ liệu phổ biến: Văn bản, Hình ảnh, Âm thanh,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64E3B"/>
                </a:solidFill>
                <a:latin typeface="Arial"/>
              </a:rPr>
              <a:t>Xử lý dữ liệu nhằm rút ra thông tin có ích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BTVN: Liệt kê 5 loại dữ liệu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064E3B"/>
                </a:solidFill>
                <a:latin typeface="Arial"/>
              </a:rPr>
              <a:t>em tiếp nhận trong một ngày!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