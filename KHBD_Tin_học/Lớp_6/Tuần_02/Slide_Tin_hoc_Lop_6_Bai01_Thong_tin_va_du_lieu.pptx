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6 • Bài 1</a:t>
            </a:r>
          </a:p>
        </p:txBody>
      </p:sp>
      <p:pic>
        <p:nvPicPr>
          <p:cNvPr id="6" name="Picture 5" descr="bai1_p10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Hãy thử suy nghĩ!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"Ngày mai trời sẽ mưa" — Đây là thông tin hay dữ liệu?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"23°C" — Còn đây thì sao?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Hai khái niệm này khác nhau như thế nào?</a:t>
            </a:r>
          </a:p>
        </p:txBody>
      </p:sp>
      <p:pic>
        <p:nvPicPr>
          <p:cNvPr id="9" name="Picture 8" descr="bai1_p10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Thông tin (Information)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Thông tin = hiểu biết về sự vật, hiện tượng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Ví dụ: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● "Hà Nội là thủ đô Việt Nam"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● "Hôm nay trời nắng"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● "Lớp 6A có 35 học sinh"</a:t>
            </a:r>
          </a:p>
        </p:txBody>
      </p:sp>
      <p:pic>
        <p:nvPicPr>
          <p:cNvPr id="9" name="Picture 8" descr="bai1_p11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Dữ liệu (Data)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Dữ liệu = thông tin được biểu diễn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dưới dạng máy tính xử lý được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Các dạng dữ liệu: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● Văn bản (text)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● Hình ảnh (image)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● Âm thanh (audio)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● Video</a:t>
            </a:r>
          </a:p>
        </p:txBody>
      </p:sp>
      <p:pic>
        <p:nvPicPr>
          <p:cNvPr id="9" name="Picture 8" descr="bai1_p11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Thông tin → Dữ liệu: Mối quan hệ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Thông tin: "Nhiệt độ hôm nay là 30 độ C"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         ↓ ghi lại, mã hóa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Dữ liệu: 30°C (số liệu trong máy tính)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Dữ liệu là CÁCH THỂ HIỆN thông tin trên máy tính</a:t>
            </a:r>
          </a:p>
        </p:txBody>
      </p:sp>
      <p:pic>
        <p:nvPicPr>
          <p:cNvPr id="9" name="Picture 8" descr="bai1_p11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Hãy phân loại!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>Xác định dạng dữ liệu: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64E3B"/>
                </a:solidFill>
                <a:latin typeface="Arial"/>
              </a:rPr>
              <a:t>Bài hát "Quốc ca" → Âm thanh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64E3B"/>
                </a:solidFill>
                <a:latin typeface="Arial"/>
              </a:rPr>
              <a:t>Ảnh chụp lớp → Hình ảnh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64E3B"/>
                </a:solidFill>
                <a:latin typeface="Arial"/>
              </a:rPr>
              <a:t>Bảng điểm học kỳ → Văn bản + Số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64E3B"/>
                </a:solidFill>
                <a:latin typeface="Arial"/>
              </a:rPr>
              <a:t>Clip nấu ăn → Video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Thảo luận nhóm (5 phút)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>Nhóm 4 em, thảo luận: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>"Khi em đăng 1 bức ảnh lên mạng xã hội,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>em đã tạo ra dữ liệu dạng gì?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64E3B"/>
                </a:solidFill>
                <a:latin typeface="Arial"/>
              </a:rPr>
              <a:t>Ai có thể sử dụng dữ liệu đó?"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47857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Thông tin = hiểu biết về thế giới xung quanh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Dữ liệu = thông tin được mã hóa cho máy tính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4 dạng dữ liệu: văn bản, hình ảnh, âm thanh, video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029200"/>
            <a:ext cx="731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7280" y="50292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1206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Dữ liệu là cách thể hiện thông tin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Bài học kết thúc!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BTVN: Liệt kê 5 loại dữ liệu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em tạo ra trong 1 ngày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và cho biết mỗi loại thuộc dạng nào.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