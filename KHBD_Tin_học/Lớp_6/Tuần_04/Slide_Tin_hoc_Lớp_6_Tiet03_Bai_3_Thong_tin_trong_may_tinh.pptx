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Thông tin trong máy tính 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6 • Tiết 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VÍ DỤ MINH HỌA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064E3B"/>
                </a:solidFill>
                <a:latin typeface="Arial"/>
              </a:defRPr>
            </a:pPr>
            <a:r>
              <a:t>Bit — Đơn vị đo thông tin cơ bản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206240" cy="33832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749039" cy="2834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Bit (Binary digit): Gồm 2 ký hiệu 0 và 1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8 Bit ghép lại thành 1 Byte dữ liệu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Mọi văn bản, ảnh, âm thanh đều số hóa thành Bit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Dung lượng bộ nhớ đo khả năng lưu trữ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679399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064E3B"/>
                </a:solidFill>
                <a:latin typeface="Arial"/>
              </a:defRPr>
            </a:pPr>
            <a:r>
              <a:t>Bảng đơn vị đo dung lượng thông tin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1 Byte (B) = 8 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1 Kilobyte (KB) = 1024 Byte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1 Megabyte (MB) = 1024 KB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1 Gigabyte (GB) = 1024 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58383"/>
            <a:ext cx="5669280" cy="4480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358383"/>
            <a:ext cx="182880" cy="448056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68112"/>
            <a:ext cx="5120640" cy="33832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1 Terabyte (TB) = 1024 GB</a:t>
            </a:r>
          </a:p>
        </p:txBody>
      </p:sp>
      <p:pic>
        <p:nvPicPr>
          <p:cNvPr id="21" name="Picture 20" descr="learn1_c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047857"/>
                </a:solidFill>
                <a:latin typeface="Arial"/>
              </a:defRPr>
            </a:pPr>
            <a:r>
              <a:t>💬 Máy tính xử lý dữ liệu bằng ký hiệu nào?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Máy tính chỉ hiểu và xử lý dãy bit gồm 2 số 0 và 1.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Thiết bị lưu trữ có dung lượng càng lớn thì chứa được càng nhiều dữ liệu.</a:t>
            </a:r>
          </a:p>
        </p:txBody>
      </p:sp>
      <p:pic>
        <p:nvPicPr>
          <p:cNvPr id="8" name="Picture 7" descr="learn1_c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Dãy Bit là ngôn ngữ cốt lõi của máy tính điện tử. Nắm vững các đơn vị đo dữ liệu để quản lý dung lượng!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6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1 Byte bằng bao nhiêu Bit?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2 Bit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4 Bit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8 Bit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1024 Bit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Hoàn thành Tiết 3!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Chuẩn bị bài tiếp theo: Mạng máy tính (Tiết 4)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