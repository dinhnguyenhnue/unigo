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Thông tin trong máy tính &amp; Mạng máy tính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6 • Tiết 3 &amp; 4</a:t>
            </a:r>
          </a:p>
        </p:txBody>
      </p:sp>
      <p:pic>
        <p:nvPicPr>
          <p:cNvPr id="6" name="Picture 5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3. THÔNG TIN TRONG MÁY TÍNH &amp; BÀI 4. MẠNG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Máy tính hiểu ngôn ngữ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Con người dùng tiếng Việt, tiếng Anh để giao tiếp.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Còn máy tính điện tử lưu trữ và xử lý mọi thứ bằng ký hiệu gì?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64E3B"/>
                </a:solidFill>
                <a:latin typeface="Arial"/>
              </a:rPr>
              <a:t>Và các máy tính kết nối với nhau như thế nào?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Xem Video: Mã nhị phân &amp; Mạng máy tính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Khám phá cách máy tính mã hóa dữ liệu thành các bit 0, 1 và kiến trúc mạng máy tính toàn cầu!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https://www.youtube.com/watch?v=4F5v6j8m1kQ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3. THÔNG TIN TRONG MÁY TÍNH &amp; BÀI 4. MẠNG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Tiết 3: Biểu diễn thông tin trong máy tính</a:t>
            </a:r>
          </a:p>
        </p:txBody>
      </p:sp>
      <p:pic>
        <p:nvPicPr>
          <p:cNvPr id="6" name="Picture 5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194560" cy="7338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80360" y="2286000"/>
            <a:ext cx="8851392" cy="733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2286000"/>
            <a:ext cx="91440" cy="73380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423160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Bit (Binary digit): đơn vị đo thông tin nhỏ nhất, gồm 0 và 1</a:t>
            </a:r>
          </a:p>
        </p:txBody>
      </p:sp>
      <p:pic>
        <p:nvPicPr>
          <p:cNvPr id="10" name="Picture 9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4398"/>
            <a:ext cx="2194560" cy="7338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880360" y="3184398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3184398"/>
            <a:ext cx="91440" cy="7338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321558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Các đơn vị đo dữ liệu: Byte, KB, MB, GB, TB, PB (1 Byte = 8 Bit)</a:t>
            </a:r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82796"/>
            <a:ext cx="2194560" cy="73380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880360" y="4082796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4082796"/>
            <a:ext cx="91440" cy="7338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19956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Mọi văn bản, hình ảnh, âm thanh đều được số hóa thành dãy bit</a:t>
            </a:r>
          </a:p>
        </p:txBody>
      </p:sp>
      <p:pic>
        <p:nvPicPr>
          <p:cNvPr id="18" name="Picture 17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81194"/>
            <a:ext cx="2194560" cy="73380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880360" y="4981194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4981194"/>
            <a:ext cx="91440" cy="7338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118354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Dung lượng bộ nhớ thể hiện khả năng lưu trữ của thiết bị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3. THÔNG TIN TRONG MÁY TÍNH &amp; BÀI 4. MẠNG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Tiết 4: Khái niệm và lợi ích của Mạng máy tính</a:t>
            </a:r>
          </a:p>
        </p:txBody>
      </p:sp>
      <p:pic>
        <p:nvPicPr>
          <p:cNvPr id="6" name="Picture 5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194560" cy="7338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80360" y="2286000"/>
            <a:ext cx="8851392" cy="733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2286000"/>
            <a:ext cx="91440" cy="73380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423160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Mạng máy tính: tập hợp các máy tính kết nối để chia sẻ tài nguyên</a:t>
            </a:r>
          </a:p>
        </p:txBody>
      </p:sp>
      <p:pic>
        <p:nvPicPr>
          <p:cNvPr id="10" name="Picture 9" descr="learn2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4398"/>
            <a:ext cx="2194560" cy="7338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880360" y="3184398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3184398"/>
            <a:ext cx="91440" cy="7338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321558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Thành phần chính: Thiết bị đầu cuối, Thiết bị kết nối (Switch/Router), Phần mềm mạng</a:t>
            </a:r>
          </a:p>
        </p:txBody>
      </p:sp>
      <p:pic>
        <p:nvPicPr>
          <p:cNvPr id="14" name="Picture 13" descr="learn2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82796"/>
            <a:ext cx="2194560" cy="73380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880360" y="4082796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4082796"/>
            <a:ext cx="91440" cy="7338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19956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Lợi ích: Dùng chung dữ liệu, dùng chung thiết bị (máy in), trao đổi thông tin nhanh</a:t>
            </a:r>
          </a:p>
        </p:txBody>
      </p:sp>
      <p:pic>
        <p:nvPicPr>
          <p:cNvPr id="18" name="Picture 17" descr="learn2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81194"/>
            <a:ext cx="2194560" cy="73380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880360" y="4981194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4981194"/>
            <a:ext cx="91440" cy="73380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118354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Phân loại: Mạng có dây (Cáp mạng) và Mạng không dây (Wi-Fi, Bluetooth)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Bài tập tính toán dung lượng &amp; Mạng!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Giải quyết các bài tập tình huống: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1 GB bằng bao nhiêu MB? ↔ 1 GB = 1024 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Một thẻ nhớ 32GB chứa được bao nhiêu bức ảnh 4MB? ↔ ~8.000 ảnh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Thiết bị kết nối mạng không dây phổ biến ↔ Access Point (Wi-Fi)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4E3B"/>
                </a:solidFill>
                <a:latin typeface="Arial"/>
              </a:rPr>
              <a:t>Thiết bị đầu cuối trên mạng ↔ Máy tính, Điện thoại, Máy 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Thảo luận nhóm: Thiết kế mạng gia đình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Thảo luận nhóm 4 học sinh (5 phút):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Kể tên các thiết bị kết nối mạng trong gia đình em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Nêu vai trò của bộ định tuyến Wi-Fi Router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Ưu điểm của mạng không dây so với mạng có dây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64E3B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64E3B"/>
                </a:solidFill>
                <a:latin typeface="Arial"/>
              </a:rPr>
              <a:t>Mọi thông tin trong máy tính đều được biểu diễn bằng dãy bit (0 và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64E3B"/>
                </a:solidFill>
                <a:latin typeface="Arial"/>
              </a:rPr>
              <a:t>Các đơn vị đo dung lượng thông tin: Byte, KB, MB, GB, TB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64E3B"/>
                </a:solidFill>
                <a:latin typeface="Arial"/>
              </a:rPr>
              <a:t>Mạng máy tính giúp kết nối và chia sẻ tài nguyên hiệu quả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Bài học kết thúc!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Vẽ sơ đồ kết nối mạng máy tính của gia đình em!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