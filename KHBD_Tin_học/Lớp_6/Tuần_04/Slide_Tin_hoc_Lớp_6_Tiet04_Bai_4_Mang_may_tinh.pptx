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Khám phá Mạng máy tính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6 • Tiết 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064E3B"/>
                </a:solidFill>
                <a:latin typeface="Arial"/>
              </a:defRPr>
            </a:pPr>
            <a:r>
              <a:t>Khái niệm và Phân loại mạng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Mạng LAN: Mạng cục bộ trong trường học, gia đình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Mạng Internet: Mạng toàn cầu kết nối triệu máy tính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Mạng có dây: Dùng cáp mạng truyền tín hiệu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Mạng không dây: Dùng sóng Wi-Fi linh hoạt</a:t>
            </a:r>
          </a:p>
        </p:txBody>
      </p:sp>
      <p:pic>
        <p:nvPicPr>
          <p:cNvPr id="9" name="Picture 8" descr="ai_lan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064E3B"/>
                </a:solidFill>
                <a:latin typeface="Arial"/>
              </a:defRPr>
            </a:pPr>
            <a:r>
              <a:t>Các thành phần của mạng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Thiết bị đầu cuối: PC, Laptop, Smartphone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Thiết bị kết nối: Switch, Hub, Router, Modem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Môi trường truyền dẫn: Cáp mạng và sóng Wi-Fi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Lợi ích: Dùng chung dữ liệu và máy in</a:t>
            </a:r>
          </a:p>
        </p:txBody>
      </p:sp>
      <p:pic>
        <p:nvPicPr>
          <p:cNvPr id="18" name="Picture 17" descr="ai_lan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65F46"/>
                </a:solidFill>
                <a:latin typeface="Arial"/>
              </a:defRPr>
            </a:pPr>
            <a:r>
              <a:t>💬 Lợi ích lớn nhất của mạng máy tính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Chia sẻ thông tin, tài liệu nhanh chóng tức thì.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Dùng chung các thiết bị phần cứng đắt tiền như máy in.</a:t>
            </a:r>
          </a:p>
        </p:txBody>
      </p:sp>
      <p:pic>
        <p:nvPicPr>
          <p:cNvPr id="8" name="Picture 7" descr="ai_lan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Mạng máy tính kết nối thế giới, giúp việc trao đổi dữ liệu và hợp tác trở nên dễ dàng hơn bao giờ hết!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Thiết bị nào sau đây dùng để phát sóng mạng không dây?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Bàn phím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Bộ định tuyến không dây (Wi-Fi Router)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Màn hình máy tính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Chuột quang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Bài học kết thúc!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Quan sát các thiết bị mạng trong gia đình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