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6 • TUẦN 8 • TIẾT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6CC"/>
                </a:solidFill>
                <a:latin typeface="Arial"/>
              </a:defRPr>
            </a:pPr>
            <a:r>
              <a:t>BÀI 4: MẠNG MÁY TÍNH</a:t>
            </a:r>
            <a:br/>
            <a:r>
              <a:t>(TIẾT 2) 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Mạng có dây &amp; Mạng không dây • Lợi ích của mạng máy tính</a:t>
            </a:r>
          </a:p>
        </p:txBody>
      </p:sp>
      <p:pic>
        <p:nvPicPr>
          <p:cNvPr id="6" name="Picture 5" descr="lop6_network_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Cắm dây mạng hay Bắt sóng Wi-Fi?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📡 So sánh trực quan:</a:t>
            </a:r>
            <a:br/>
            <a:br/>
            <a:r>
              <a:t>• Máy tính để bàn ở phòng học kết nối bằng cáp mạng màu xanh.</a:t>
            </a:r>
            <a:br/>
            <a:r>
              <a:t>• Điện thoại và iPad của em kết nối bằng sóng Wi-Fi không dây.</a:t>
            </a:r>
            <a:br/>
            <a:br/>
            <a:r>
              <a:t>• Hai phương thức này có ưu điểm và hạn chế gì khác nhau?</a:t>
            </a:r>
            <a:br/>
            <a:r>
              <a:t>👉 Cùng tìm hiểu bảng đối sánh ngay sau đây!</a:t>
            </a:r>
          </a:p>
        </p:txBody>
      </p:sp>
      <p:pic>
        <p:nvPicPr>
          <p:cNvPr id="6" name="Picture 5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1 🔌📡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So sánh Mạng có dây và Mạng không dây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0FA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🔌 MẠNG CÓ DÂY (WIRED):</a:t>
            </a:r>
            <a:br/>
            <a:br/>
            <a:r>
              <a:t>• Môi trường truyền: Cáp mạng (cáp đồng xoắn, cáp quang).</a:t>
            </a:r>
            <a:br/>
            <a:r>
              <a:t>• Ưu điểm: Tốc độ cao, đường truyền cực kỳ ổn định, bảo mật tốt.</a:t>
            </a:r>
            <a:br/>
            <a:r>
              <a:t>• Hạn chế: Dây vướng víu, khó di chuyển thiết bị.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EBFFF0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📡 MẠNG KHÔNG DÂY (WIRELESS / WI-FI):</a:t>
            </a:r>
            <a:br/>
            <a:br/>
            <a:r>
              <a:t>• Môi trường truyền: Sóng vô tuyến điện từ.</a:t>
            </a:r>
            <a:br/>
            <a:r>
              <a:t>• Ưu điểm: Tiện lợi, thẩm mỹ, kết nối mọi lúc mọi nơi.</a:t>
            </a:r>
            <a:br/>
            <a:r>
              <a:t>• Hạn chế: Dễ bị cản trở bởi tường nhà, khoảng cách giới hạn.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2 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Ba lợi ích to lớn của mạng máy tính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1. CHIA SẺ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4884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Gửi nhận email, tệp tài liệu, bài giảng, hình ảnh tức thì qua mạng.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3832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2. DÙNG CHUNG PHẦN CỨNG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337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Tiết kiệm chi phí đầu tư: dùng chung máy in, máy quét, ổ cứng mạng.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3. GIAO TIẾP TOÀN CẦU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5262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Học tập trực tuyến, họp từ xa, kết nối bạn bè trên toàn thế giới.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Những kiến thức trọng tâm em cần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LỢI ÍCH CỦA MẠNG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Mạng có dây sử dụng cáp mạng; mạng không dây sử dụng sóng Wi-Fi.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Mạng có dây cho tốc độ ổn định cao; mạng không dây tiện lợi khi di chuyển.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Lợi ích chính: Chia sẻ dữ liệu, dùng chung thiết bị và giao tiếp nhanh chóng.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Bảo vệ thiết bị mạng an toàn và đặt mật khẩu Wi-Fi mạnh!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66CC"/>
                </a:solidFill>
                <a:latin typeface="Arial"/>
              </a:defRPr>
            </a:pPr>
            <a:r>
              <a:t>HOÀN THÀNH XUẤT SẮC! 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Chúc các em luôn làm chủ công nghệ mạng trong kỷ nguyên số!</a:t>
            </a:r>
            <a:br/>
            <a:br/>
            <a:r>
              <a:t>Hẹn gặp lại các em ở bài học tuần sau!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