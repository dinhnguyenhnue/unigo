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6 • TUẦN 8 • TIẾT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6A0"/>
                </a:solidFill>
                <a:latin typeface="Arial"/>
              </a:defRPr>
            </a:pPr>
            <a:r>
              <a:t>BÀI 4: MẠNG MÁY TÍNH</a:t>
            </a:r>
            <a:br/>
            <a:r>
              <a:t>(TIẾT 1)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Khái niệm mạng • 3 Thành phần của mạng máy tính</a:t>
            </a:r>
          </a:p>
        </p:txBody>
      </p:sp>
      <p:pic>
        <p:nvPicPr>
          <p:cNvPr id="6" name="Picture 5" descr="lop6_network_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30 Máy tính dùng chung 1 máy in như thế nào?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🖨️ Tình huống tại phòng thực hành UNIGO:</a:t>
            </a:r>
            <a:br/>
            <a:br/>
            <a:r>
              <a:t>• Phòng máy có 30 học sinh nhưng chỉ có duy nhất 1 chiếc máy in.</a:t>
            </a:r>
            <a:br/>
            <a:br/>
            <a:r>
              <a:t>• Làm thế nào để em ngồi tại máy của mình vẫn có thể in bài kiểm tra ra máy in chung mà không cần cắm USB qua lại?</a:t>
            </a:r>
            <a:br/>
            <a:br/>
            <a:r>
              <a:t>👉 Kết nối các máy tính thành một MẠNG MÁY TÍNH!</a:t>
            </a:r>
          </a:p>
        </p:txBody>
      </p:sp>
      <p:pic>
        <p:nvPicPr>
          <p:cNvPr id="6" name="Picture 5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CẤU TRÚC MẠNG 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Ba thành phần cơ bản cấu tạo nên mạng máy tính</a:t>
            </a:r>
          </a:p>
        </p:txBody>
      </p:sp>
      <p:pic>
        <p:nvPicPr>
          <p:cNvPr id="4" name="Picture 3" descr="network_components_diagram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Phân loại: Thiết bị đầu cuối hay Thiết bị kết nối?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76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1. Máy tính xách tay (Laptop)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176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  <a:latin typeface="Arial"/>
              </a:defRPr>
            </a:pPr>
            <a:r>
              <a:t>➔ THIẾT BỊ ĐẦU CUỐI 💻 (Nơi gửi/nhận dữ liệu)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2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723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2. Bộ định tuyến Router Wi-Fi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0723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Arial"/>
              </a:defRPr>
            </a:pPr>
            <a:r>
              <a:t>➔ THIẾT BỊ KẾT NỐI 📡 (Định tuyến dữ liệu)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904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3. Máy in mạng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9684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  <a:latin typeface="Arial"/>
              </a:defRPr>
            </a:pPr>
            <a:r>
              <a:t>➔ THIẾT BỊ ĐẦU CUỐI 🖨️ (Thiết bị dùng chung)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646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2828"/>
                </a:solidFill>
                <a:latin typeface="Arial"/>
              </a:defRPr>
            </a:pPr>
            <a:r>
              <a:t>4. Dây cáp mạng 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8646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Arial"/>
              </a:defRPr>
            </a:pPr>
            <a:r>
              <a:t>➔ THIẾT BỊ KẾT NỐI 🔌 (Đường truyền vật lý)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MẠNG MÁY TÍNH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máy tính là tập hợp các máy tính và thiết bị được kết nối với nhau.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Ba thành phần chính: Thiết bị đầu cuối, Thiết bị kết nối và Phần mềm mạng.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Thiết bị đầu cuối gồm máy tính, điện thoại, máy in; thiết bị kết nối gồm router, switch, cáp mạng.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máy tính giúp trao đổi thông tin và chia sẻ tài nguyên nhanh chóng!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66CC"/>
                </a:solidFill>
                <a:latin typeface="Arial"/>
              </a:defRPr>
            </a:pPr>
            <a:r>
              <a:t>CHÚC MỪNG CÁC EM! 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Tiết sau chúng ta sẽ tìm hiểu về Mạng có dây và Wi-Fi nhé!</a:t>
            </a:r>
            <a:br/>
            <a:br/>
            <a:r>
              <a:t>Hẹn gặp lại các em ở Tiết 8!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