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Bàn phím và gõ câu ngắn ⌨️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Tin học • Lớp 2 • Tiết 3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2 • VÍ DỤ MINH HỌA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134E4A"/>
                </a:solidFill>
                <a:latin typeface="Arial"/>
              </a:defRPr>
            </a:pPr>
            <a:r>
              <a:t>Các khu vực chính trên bàn phím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4206240" cy="33832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" cy="33832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749039" cy="2834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1. Khu vực phím chữ (A - Z)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2. Hàng phím số (0 - 9)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3. Phím Cách (Spacebar)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4. Phím Enter xuống dòng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86000"/>
            <a:ext cx="679399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2 • QUY CHUẨN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134E4A"/>
                </a:solidFill>
                <a:latin typeface="Arial"/>
              </a:defRPr>
            </a:pPr>
            <a:r>
              <a:t>Các phím chức năng quan trọng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8288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Phím Backspace (←): Xóa chữ bên trái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54096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54096"/>
            <a:ext cx="1828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63824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Phím Caps Lock: Bật/Tắt viết IN HOA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22191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22191"/>
            <a:ext cx="1828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Phím Shift: Gõ chữ hoa và ký tự trên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90288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90288"/>
            <a:ext cx="18288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00016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Phím Delete: Xóa chữ bên phải con trỏ</a:t>
            </a:r>
          </a:p>
        </p:txBody>
      </p:sp>
      <p:pic>
        <p:nvPicPr>
          <p:cNvPr id="18" name="Picture 17" descr="learn2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3095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2 • BÀI HỌC VÀ KẾT LUẬN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19"/>
            <a:ext cx="7772400" cy="8229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79"/>
            <a:ext cx="73152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0F766E"/>
                </a:solidFill>
                <a:latin typeface="Arial"/>
              </a:defRPr>
            </a:pPr>
            <a:r>
              <a:t>💬 Làm thế nào để tạo khoảng cách giữa hai từ?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3152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Nhấn phím Cách (Spacebar) dài nhất ở hàng dưới cùng.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Chỉ nhấn 1 lần giữa hai từ liên tiếp.</a:t>
            </a:r>
          </a:p>
        </p:txBody>
      </p:sp>
      <p:pic>
        <p:nvPicPr>
          <p:cNvPr id="8" name="Picture 7" descr="learn1_car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19"/>
            <a:ext cx="2926080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526279"/>
            <a:ext cx="11091672" cy="1143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526279"/>
            <a:ext cx="182880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59"/>
            <a:ext cx="10543032" cy="7772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9A3412"/>
                </a:solidFill>
                <a:latin typeface="Arial"/>
              </a:defRPr>
            </a:pPr>
            <a:r>
              <a:t>💡 KẾT LUẬN: Bàn phím là công cụ nhập văn bản quan trọng. Nắm vững các phím chức năng để soạn thảo nhanh!</a:t>
            </a:r>
          </a:p>
        </p:txBody>
      </p:sp>
    </p:spTree>
  </p:cSld>
  <p:clrMapOvr>
    <a:masterClrMapping/>
  </p:clrMapOvr>
  <p:transition spd="med">
    <p:cover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2 • THỬ THÁCH TRẮC NGHIỆM VUI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Arial"/>
              </a:defRPr>
            </a:pPr>
            <a:r>
              <a:t>❓ Phím nào dùng để xóa ký tự bên trái con trỏ soạn thảo?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A. Phím Enter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4496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B. Phím Backspace (←)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C. Phím Spacebar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D. Phím Caps Lock</a:t>
            </a:r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Tuyệt vời!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BTVN: Luyện gõ tên của em và các bạn vào WordPad!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