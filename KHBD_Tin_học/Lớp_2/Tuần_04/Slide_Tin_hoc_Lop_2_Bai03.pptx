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Bàn phím và gõ câu ngắn ⌨️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2 • Bài 3</a:t>
            </a:r>
          </a:p>
        </p:txBody>
      </p:sp>
      <p:pic>
        <p:nvPicPr>
          <p:cNvPr id="6" name="Picture 5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3. BÀN PHÍM VÀ GÕ CÂU NGẮN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Khám phá thế giới bàn phím!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Bàn phím có rất nhiều phím chữ và phím số: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Em đã biết gõ tên mình lên máy tính chưa?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34E4A"/>
                </a:solidFill>
                <a:latin typeface="Arial"/>
              </a:rPr>
              <a:t>Cùng bắt đầu nhé!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Làm quen với bàn phím máy tính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Video giới thiệu các khu vực chính của bàn phím và phím chức năng cơ bản!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https://www.youtube.com/watch?v=1F1Z1W2M4eY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3. BÀN PHÍM VÀ GÕ CÂU NGẮN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Các khu vực trên bàn phím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2194560" cy="13944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Khu vực phím chữ (A - Z)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286000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95728"/>
            <a:ext cx="2194560" cy="13944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4815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Hàng phím số (0 - 9)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01083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10812"/>
            <a:ext cx="2194560" cy="1394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17520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Phím Cách (Spacebar): tạo khoảng trống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4101083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210812"/>
            <a:ext cx="2194560" cy="13944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14815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Phím Enter: xuống dòng mới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3. BÀN PHÍM VÀ GÕ CÂU NGẮN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Các phím chức năng quan trọng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2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2194560" cy="13944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Phím Backspace (←): xóa ký tự bên trái con trỏ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286000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2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95728"/>
            <a:ext cx="2194560" cy="13944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4815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Phím Caps Lock: bật/tắt viết chữ IN HOA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01083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2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10812"/>
            <a:ext cx="2194560" cy="1394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17520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Phím Shift: gõ ký tự phía trên và chữ hoa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4101083"/>
            <a:ext cx="91440" cy="1613915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2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210812"/>
            <a:ext cx="2194560" cy="13944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14815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Phím Delete: xóa ký tự bên phải con trỏ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Thực hành gõ câu ngắn!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Mở phần mềm soạn thảo và gõ các câu sau: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34E4A"/>
                </a:solidFill>
                <a:latin typeface="Arial"/>
              </a:rPr>
              <a:t>Em yeu truong 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34E4A"/>
                </a:solidFill>
                <a:latin typeface="Arial"/>
              </a:rPr>
              <a:t>Truong Tieu hoc va THCS UNIGO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34E4A"/>
                </a:solidFill>
                <a:latin typeface="Arial"/>
              </a:rPr>
              <a:t>Hoc Tin hoc that la vui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34E4A"/>
                </a:solidFill>
                <a:latin typeface="Arial"/>
              </a:rPr>
              <a:t>1 2 3 4 5 6 7 8 9 0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Trò chơi: Vua gõ chữ!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Gõ nhanh và chính xác: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Gõ từ HOA ↔ Bật Caps Lock gõ 'HOA'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Tạo khoảng trống ↔ Nhấn phím Spacebar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Xóa chữ sai ↔ Nhấn phím Backspace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Xuống dòng viết tiếp ↔ Nhấn phím Enter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34E4A"/>
                </a:solidFill>
                <a:latin typeface="Arial"/>
              </a:rPr>
              <a:t>Ghi nhớ bài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34E4A"/>
                </a:solidFill>
                <a:latin typeface="Arial"/>
              </a:rPr>
              <a:t>Nhận biết các khu vực trên bàn phím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34E4A"/>
                </a:solidFill>
                <a:latin typeface="Arial"/>
              </a:rPr>
              <a:t>Sử dụng thành thạo phím Space, Enter, Backspace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34E4A"/>
                </a:solidFill>
                <a:latin typeface="Arial"/>
              </a:rPr>
              <a:t>Gõ chữ in hoa bằng Caps Lock và Shift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Tuyệt vời! 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Luyện gõ họ và tên của cả nhà em vào phần mềm WordPad!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