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Nâng cấp kỹ năng chuột 🖱️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2 • Bài 2</a:t>
            </a:r>
          </a:p>
        </p:txBody>
      </p:sp>
      <p:pic>
        <p:nvPicPr>
          <p:cNvPr id="6" name="Picture 5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Thử thách phản xạ chuột siêu tốc!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Em đã thuần thục các thao tác cầm và di chuột chưa?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134E4A"/>
                </a:solidFill>
                <a:latin typeface="Arial"/>
              </a:rPr>
              <a:t>Hãy sẵn sàng nâng cấp kỹ năng chuột cấp độ 2 nào!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Kỹ năng dùng chuột máy tính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Video hướng dẫn các thao tác nháy đơn, nháy đôi, cuộn chuột và kéo thả!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https://www.youtube.com/watch?v=9_Vv5v1g6Bw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34E4A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BÀI 2. ÔN VÀ NÂNG CẤP KỸ NĂNG CHUỘT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Các thao tác chuột nâng cao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2468879"/>
            <a:ext cx="164592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Nháy đôi (Double click): mở ứng dụng và tệp tin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3317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8776" y="23317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2468879"/>
            <a:ext cx="1645920" cy="1005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45936" y="34747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Nháy chuột phải (Right click): mở menu tùy chọn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4297680"/>
            <a:ext cx="1645920" cy="1005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Cuộn chuột (Scroll): lướt xem trang web lên xuống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4160520"/>
            <a:ext cx="5522976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8776" y="4160520"/>
            <a:ext cx="5522976" cy="91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7304" y="4297680"/>
            <a:ext cx="164592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45936" y="5303520"/>
            <a:ext cx="52486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34E4A"/>
                </a:solidFill>
                <a:latin typeface="Arial"/>
              </a:rPr>
              <a:t>Kéo thả (Drag &amp; Drop): di chuyển biểu tượng đồ vật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Thực hành trên máy tính!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Thực hiện theo các yêu cầu của giáo viên: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Nháy đôi mở thư mục Học tập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Lăn con lăn xem hết danh sách tệp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Kéo thả biểu tượng vào thư mục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34E4A"/>
                </a:solidFill>
                <a:latin typeface="Arial"/>
              </a:rPr>
              <a:t>Nháy phải chuột xem thuộc tính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2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34E4A"/>
                </a:solidFill>
                <a:latin typeface="Arial"/>
              </a:rPr>
              <a:t>Trò chơi: Bắt bong bóng chuột!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Thử thách phản xạ nhanh: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Nháy trái diệt bóng thường ↔ 10 điểm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Nháy đôi diệt bóng vàng ↔ 20 điểm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Kéo thả bóng xanh vào giỏ ↔ 30 điểm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34E4A"/>
                </a:solidFill>
                <a:latin typeface="Arial"/>
              </a:rPr>
              <a:t>Cuộn chuột né chướng ngại vật ↔ 50 điểm</a:t>
            </a:r>
          </a:p>
        </p:txBody>
      </p:sp>
      <p:pic>
        <p:nvPicPr>
          <p:cNvPr id="9" name="Picture 8" descr="cover_l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34E4A"/>
                </a:solidFill>
                <a:latin typeface="Arial"/>
              </a:rPr>
              <a:t>Ghi nhớ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Thành thạo 5 thao tác chuột cơ bản và nâng cao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Cầm chuột đúng tư thế, ngón trỏ nút trái, ngón giữa nút phải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34E4A"/>
                </a:solidFill>
                <a:latin typeface="Arial"/>
              </a:rPr>
              <a:t>Kéo thả chuột chính xác và an toàn</a:t>
            </a:r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Xuất sắc! 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Luyện tập trò chơi luyện chuột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10 phút trên máy tính!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