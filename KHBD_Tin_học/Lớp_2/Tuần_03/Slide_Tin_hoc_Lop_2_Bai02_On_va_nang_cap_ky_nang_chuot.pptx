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Luyện tập thao tác chuột nâng cao 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2 • Bài 2</a:t>
            </a:r>
          </a:p>
        </p:txBody>
      </p:sp>
      <p:pic>
        <p:nvPicPr>
          <p:cNvPr id="6" name="Picture 5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BÀI 2. ÔN VÀ NÂNG CẤP KỸ NĂNG CHUỘT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Thử thách phản xạ chuột!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34E4A"/>
                </a:solidFill>
                <a:latin typeface="Arial"/>
              </a:rPr>
              <a:t>Em có thể nháy chuột nhanh trong 5 giây không?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34E4A"/>
                </a:solidFill>
                <a:latin typeface="Arial"/>
              </a:rPr>
              <a:t>Cùng sẵn sàng nhé!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BÀI 2. ÔN VÀ NÂNG CẤP KỸ NĂNG CHUỘT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Nâng cấp kỹ năng nháy đôi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Nháy hai lần liên tiếp thật nhanh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Dùng để mở ngay các ứng dụng và thư mục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act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Giữ chuột cố định không di chuyển khi nháy đôi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BÀI 2. ÔN VÀ NÂNG CẤP KỸ NĂNG CHUỘT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Luyện tập cuộn chuột (Scroll)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Dùng ngón trỏ lăn con lăn ở giữa chuột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Cuộn lên để xem phần trên trang web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Cuộn xuống để xem phần dưới tài liệu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BÀI 2. ÔN VÀ NÂNG CẤP KỸ NĂNG CHUỘT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Lựa chọn nhiều đối tượng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Kéo chuột tạo khung bao quanh các đối tượng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Chọn nhiều tệp cùng một lúc dễ dàng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Tiết kiệm thời gian thao tác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Thực hành trên máy tính!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Lần lượt thực hiện các bước: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Mở thư mục Học tập bằng nháy đôi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Lăn con lăn xem hết danh sách tệp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act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Kéo chuột chọn 3 tệp bài tập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Nháy phải chuột để xem thông 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Trò chơi: Bắt bong bóng!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34E4A"/>
                </a:solidFill>
                <a:latin typeface="Arial"/>
              </a:rPr>
              <a:t>Quy tắc chơi trên phần mềm: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766E"/>
                </a:solidFill>
                <a:latin typeface="Arial"/>
              </a:rPr>
              <a:t>Ghi nhớ bài học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34E4A"/>
                </a:solidFill>
                <a:latin typeface="Arial"/>
              </a:rPr>
              <a:t>Nháy đôi nhanh và chuẩn xác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34E4A"/>
                </a:solidFill>
                <a:latin typeface="Arial"/>
              </a:rPr>
              <a:t>Sử dụng hiệu quả con lăn cuộn chuột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34E4A"/>
                </a:solidFill>
                <a:latin typeface="Arial"/>
              </a:rPr>
              <a:t>Thao tác chọn nhiều đối tượng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Xuất sắc! 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34E4A"/>
                </a:solidFill>
                <a:latin typeface="Arial"/>
              </a:rPr>
              <a:t>BTVN: Thực hành cuộn chuột đọc sách điện tử ở nhà!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