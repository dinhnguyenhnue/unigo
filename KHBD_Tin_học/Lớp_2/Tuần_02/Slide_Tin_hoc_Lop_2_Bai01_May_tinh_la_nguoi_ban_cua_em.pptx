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0"/>
    <p:sldId id="261" r:id="rId11"/>
    <p:sldId id="262" r:id="rId12"/>
    <p:sldId id="263" r:id="rId13"/>
    <p:sldId id="264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6" y="1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Relationship Id="rId4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51560"/>
            <a:ext cx="12188952" cy="16459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6858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Máy tính là người bạn của 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6858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Arial"/>
              </a:rPr>
              <a:t>Tin học • Lớp 2 • Bài 1</a:t>
            </a:r>
          </a:p>
        </p:txBody>
      </p:sp>
      <p:pic>
        <p:nvPicPr>
          <p:cNvPr id="6" name="Picture 5" descr="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1325880"/>
            <a:ext cx="3474720" cy="34747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2 • BÀI 1. MÁY TÍNH LÀ NGƯỜI BẠN CỦA 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7315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34E4A"/>
                </a:solidFill>
                <a:latin typeface="Arial"/>
              </a:rPr>
              <a:t>Máy tính giúp em những gì?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63093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134E4A"/>
                </a:solidFill>
                <a:latin typeface="Arial"/>
              </a:rPr>
              <a:t>Hãy kể cho cô nghe: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134E4A"/>
                </a:solidFill>
                <a:latin typeface="Arial"/>
              </a:rPr>
              <a:t>● Em dùng máy tính để làm gì?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134E4A"/>
                </a:solidFill>
                <a:latin typeface="Arial"/>
              </a:rPr>
              <a:t>● Máy tính giúp ích gì cho công việc gia đình?</a:t>
            </a:r>
          </a:p>
        </p:txBody>
      </p:sp>
      <p:pic>
        <p:nvPicPr>
          <p:cNvPr id="9" name="Picture 8" descr="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2 • BÀI 1. MÁY TÍNH LÀ NGƯỜI BẠN CỦA 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34E4A"/>
                </a:solidFill>
                <a:latin typeface="Arial"/>
              </a:rPr>
              <a:t>Máy tính — Người bạn thông minh!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628900"/>
            <a:ext cx="3605784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628900"/>
            <a:ext cx="3605784" cy="914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7132" y="2766060"/>
            <a:ext cx="1645920" cy="1828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4360" y="4594860"/>
            <a:ext cx="33314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34E4A"/>
                </a:solidFill>
                <a:latin typeface="Arial"/>
              </a:rPr>
              <a:t>Học bài — tra cứu kiến thức bổ ích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1584" y="2628900"/>
            <a:ext cx="3605784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1584" y="2628900"/>
            <a:ext cx="3605784" cy="914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1516" y="2766060"/>
            <a:ext cx="1645920" cy="1828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428744" y="4594860"/>
            <a:ext cx="33314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34E4A"/>
                </a:solidFill>
                <a:latin typeface="Arial"/>
              </a:rPr>
              <a:t>Vẽ tranh — sáng tạo nhiều sắc màu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5968" y="2628900"/>
            <a:ext cx="3605784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25968" y="2628900"/>
            <a:ext cx="3605784" cy="914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racti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5900" y="2766060"/>
            <a:ext cx="1645920" cy="18288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3128" y="4594860"/>
            <a:ext cx="33314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34E4A"/>
                </a:solidFill>
                <a:latin typeface="Arial"/>
              </a:rPr>
              <a:t>Viết văn — tập gõ chữ và soạn thảo</a:t>
            </a:r>
          </a:p>
        </p:txBody>
      </p:sp>
    </p:spTree>
  </p:cSld>
  <p:clrMapOvr>
    <a:masterClrMapping/>
  </p:clrMapOvr>
  <p:transition spd="med">
    <p:wip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2 • BÀI 1. MÁY TÍNH LÀ NGƯỜI BẠN CỦA 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34E4A"/>
                </a:solidFill>
                <a:latin typeface="Arial"/>
              </a:rPr>
              <a:t>Máy tính còn giúp gì nữa?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628900"/>
            <a:ext cx="3605784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628900"/>
            <a:ext cx="3605784" cy="914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7132" y="2766060"/>
            <a:ext cx="1645920" cy="1828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4360" y="4594860"/>
            <a:ext cx="33314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34E4A"/>
                </a:solidFill>
                <a:latin typeface="Arial"/>
              </a:rPr>
              <a:t>Gọi video — nói chuyện với người thân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1584" y="2628900"/>
            <a:ext cx="3605784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1584" y="2628900"/>
            <a:ext cx="3605784" cy="914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activ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1516" y="2766060"/>
            <a:ext cx="1645920" cy="1828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428744" y="4594860"/>
            <a:ext cx="33314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34E4A"/>
                </a:solidFill>
                <a:latin typeface="Arial"/>
              </a:rPr>
              <a:t>Nghe nhạc và xem phim giải trí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5968" y="2628900"/>
            <a:ext cx="3605784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25968" y="2628900"/>
            <a:ext cx="3605784" cy="914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o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5900" y="2766060"/>
            <a:ext cx="1645920" cy="18288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3128" y="4594860"/>
            <a:ext cx="33314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34E4A"/>
                </a:solidFill>
                <a:latin typeface="Arial"/>
              </a:rPr>
              <a:t>Chơi các trò chơi học tập trí tuệ</a:t>
            </a:r>
          </a:p>
        </p:txBody>
      </p:sp>
    </p:spTree>
  </p:cSld>
  <p:clrMapOvr>
    <a:masterClrMapping/>
  </p:clrMapOvr>
  <p:transition spd="med">
    <p:wip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2 • BÀI 1. MÁY TÍNH LÀ NGƯỜI BẠN CỦA 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34E4A"/>
                </a:solidFill>
                <a:latin typeface="Arial"/>
              </a:rPr>
              <a:t>Sử dụng máy tính an toàn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628900"/>
            <a:ext cx="3605784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628900"/>
            <a:ext cx="3605784" cy="914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ract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7132" y="2766060"/>
            <a:ext cx="1645920" cy="1828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4360" y="4594860"/>
            <a:ext cx="33314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34E4A"/>
                </a:solidFill>
                <a:latin typeface="Arial"/>
              </a:rPr>
              <a:t>Ngồi đúng tư thế, mắt cách màn hình 40-50cm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1584" y="2628900"/>
            <a:ext cx="3605784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1584" y="2628900"/>
            <a:ext cx="3605784" cy="914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umm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1516" y="2766060"/>
            <a:ext cx="1645920" cy="1828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428744" y="4594860"/>
            <a:ext cx="33314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34E4A"/>
                </a:solidFill>
                <a:latin typeface="Arial"/>
              </a:rPr>
              <a:t>Nghỉ mắt sau mỗi 20-30 phút làm việc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5968" y="2628900"/>
            <a:ext cx="3605784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25968" y="2628900"/>
            <a:ext cx="3605784" cy="914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activ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5900" y="2766060"/>
            <a:ext cx="1645920" cy="18288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3128" y="4594860"/>
            <a:ext cx="33314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34E4A"/>
                </a:solidFill>
                <a:latin typeface="Arial"/>
              </a:rPr>
              <a:t>Luôn xin phép bố mẹ trước khi dùng máy</a:t>
            </a:r>
          </a:p>
        </p:txBody>
      </p:sp>
    </p:spTree>
  </p:cSld>
  <p:clrMapOvr>
    <a:masterClrMapping/>
  </p:clrMapOvr>
  <p:transition spd="med">
    <p:wip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2 • LUYỆN TẬP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34E4A"/>
                </a:solidFill>
                <a:latin typeface="Arial"/>
              </a:rPr>
              <a:t>Em hãy thực hành!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34E4A"/>
                </a:solidFill>
                <a:latin typeface="Arial"/>
              </a:rPr>
              <a:t>Hãy hoàn thành từng bước luyện tập: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017520"/>
            <a:ext cx="3605784" cy="16459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154679"/>
            <a:ext cx="1280160" cy="13715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03120" y="3154679"/>
            <a:ext cx="186842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34E4A"/>
                </a:solidFill>
                <a:latin typeface="Arial"/>
              </a:rPr>
              <a:t>Ngồi đúng tư thế trước máy tính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1584" y="3017520"/>
            <a:ext cx="3605784" cy="16459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4464" y="3154679"/>
            <a:ext cx="1280160" cy="137159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37504" y="3154679"/>
            <a:ext cx="186842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34E4A"/>
                </a:solidFill>
                <a:latin typeface="Arial"/>
              </a:rPr>
              <a:t>Mở phần mềm vẽ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5968" y="3017520"/>
            <a:ext cx="3605784" cy="16459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racti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8847" y="3154679"/>
            <a:ext cx="1280160" cy="137159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771888" y="3154679"/>
            <a:ext cx="186842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34E4A"/>
                </a:solidFill>
                <a:latin typeface="Arial"/>
              </a:rPr>
              <a:t>Vẽ một chiếc ô tô hoặc bông hoa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6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8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par>
                          <p:cTn id="11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3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5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0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2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med">
    <p:wip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2 • THỬ THÁCH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34E4A"/>
                </a:solidFill>
                <a:latin typeface="Arial"/>
              </a:rPr>
              <a:t>Trò chơi: Đúng hay Sai?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4008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58521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134E4A"/>
                </a:solidFill>
                <a:latin typeface="Arial"/>
              </a:rPr>
              <a:t>Chọn Đúng hoặc Sai cho mỗi câu sau:</a:t>
            </a:r>
          </a:p>
        </p:txBody>
      </p:sp>
      <p:pic>
        <p:nvPicPr>
          <p:cNvPr id="9" name="Picture 8" descr="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377440"/>
            <a:ext cx="4572000" cy="3200399"/>
          </a:xfrm>
          <a:prstGeom prst="rect">
            <a:avLst/>
          </a:prstGeom>
        </p:spPr>
      </p:pic>
    </p:spTree>
  </p:cSld>
  <p:clrMapOvr>
    <a:masterClrMapping/>
  </p:clrMapOvr>
  <p:transition spd="med">
    <p:cover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1188719"/>
            <a:ext cx="11091672" cy="448055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188719"/>
            <a:ext cx="11091672" cy="914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371599"/>
            <a:ext cx="105430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0F766E"/>
                </a:solidFill>
                <a:latin typeface="Arial"/>
              </a:rPr>
              <a:t>Em nhớ được gì nào?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0" y="2057400"/>
            <a:ext cx="7434072" cy="914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286000"/>
            <a:ext cx="73152" cy="64008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97280" y="2286000"/>
            <a:ext cx="9994392" cy="64008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423160"/>
            <a:ext cx="9445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34E4A"/>
                </a:solidFill>
                <a:latin typeface="Arial"/>
              </a:rPr>
              <a:t>Máy tính là người bạn hỗ trợ học tập và giải trí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291840"/>
            <a:ext cx="73152" cy="640079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97280" y="3291840"/>
            <a:ext cx="9994392" cy="640079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429000"/>
            <a:ext cx="9445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34E4A"/>
                </a:solidFill>
                <a:latin typeface="Arial"/>
              </a:rPr>
              <a:t>Biết nhiều ứng dụng thực tế của máy tính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297680"/>
            <a:ext cx="73152" cy="64008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97280" y="4297680"/>
            <a:ext cx="9994392" cy="64008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434840"/>
            <a:ext cx="9445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34E4A"/>
                </a:solidFill>
                <a:latin typeface="Arial"/>
              </a:rPr>
              <a:t>Giữ tư thế và khoảng cách ngồi an toàn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78308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Arial"/>
              </a:rPr>
              <a:t>Em giỏi lắm!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436876" y="3337560"/>
            <a:ext cx="731520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94076" y="3611879"/>
            <a:ext cx="6400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0">
                <a:solidFill>
                  <a:srgbClr val="134E4A"/>
                </a:solidFill>
                <a:latin typeface="Arial"/>
              </a:rPr>
              <a:t>BTVN: Kể cho người thân 3 điều</a:t>
            </a:r>
          </a:p>
          <a:p>
            <a:pPr algn="ctr">
              <a:spcAft>
                <a:spcPts val="600"/>
              </a:spcAft>
            </a:pPr>
            <a:r>
              <a:rPr sz="2000" b="0">
                <a:solidFill>
                  <a:srgbClr val="134E4A"/>
                </a:solidFill>
                <a:latin typeface="Arial"/>
              </a:rPr>
              <a:t>máy tính giúp em học tốt hơn!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17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Monotype Corsiva</vt:lpstr>
      <vt:lpstr>Office Theme</vt:lpstr>
      <vt:lpstr>PowerPoint Presentation</vt:lpstr>
      <vt:lpstr>Môn Tin học lớp </vt:lpstr>
      <vt:lpstr>Môn Tin học lớp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Đậu</cp:lastModifiedBy>
  <cp:revision>4</cp:revision>
  <dcterms:created xsi:type="dcterms:W3CDTF">2026-08-04T15:56:52Z</dcterms:created>
  <dcterms:modified xsi:type="dcterms:W3CDTF">2026-08-04T16:29:42Z</dcterms:modified>
</cp:coreProperties>
</file>