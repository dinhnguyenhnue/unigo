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Máy tính là người bạn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rial"/>
              </a:rPr>
              <a:t>Tin học • Lớp 2 • Bài 1</a:t>
            </a:r>
          </a:p>
        </p:txBody>
      </p:sp>
      <p:pic>
        <p:nvPicPr>
          <p:cNvPr id="6" name="Picture 5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BÀI 1. MÁY TÍNH LÀ NGƯỜI BẠN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Máy tính giúp em những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Hãy kể cho cô: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● Em dùng máy tính để làm gì?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● Máy tính giúp bố mẹ em làm việc gì?</a:t>
            </a:r>
          </a:p>
        </p:txBody>
      </p:sp>
      <p:pic>
        <p:nvPicPr>
          <p:cNvPr id="9" name="Picture 8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BÀI 1. MÁY TÍNH LÀ NGƯỜI BẠN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Máy tính — Người bạn thông minh!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Máy tính giúp em: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● Học bài — tra cứu kiến thức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● Vẽ tranh — sáng tạo nghệ thuật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● Viết văn — soạn thảo bài viết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BÀI 1. MÁY TÍNH LÀ NGƯỜI BẠN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Máy tính còn giúp gì nữa?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● Gọi video — nói chuyện với người thân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● Nghe nhạc, xem phim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● Chơi game học tập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● Tìm kiếm thông tin trên Internet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BÀI 1. MÁY TÍNH LÀ NGƯỜI BẠN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Sử dụng máy tính an toàn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Em nhớ nhé: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● Ngồi đúng tư thế, mắt cách màn hình 40-50cm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● Nghỉ mắt mỗi 20-30 phút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● Không dùng quá 1 giờ/ngày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● Luôn hỏi bố mẹ trước khi lên mạng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Em hãy thực hành!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>● Ngồi đúng tư thế trước máy tính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>● Mở một chương trình vẽ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>● Vẽ một bức tranh đơn giản</a:t>
            </a:r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Đúng hay Sai?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>Em hãy trả lời: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291840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34E4A"/>
                </a:solidFill>
                <a:latin typeface="Arial"/>
              </a:rPr>
              <a:t>Dùng máy tính cả ngày là tốt?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32004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3291840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34E4A"/>
                </a:solidFill>
                <a:latin typeface="Arial"/>
              </a:rPr>
              <a:t>Máy tính giúp em học bài?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862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34E4A"/>
                </a:solidFill>
                <a:latin typeface="Arial"/>
              </a:rPr>
              <a:t>Em nên ngồi sát màn hình?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38862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4516" y="3977639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34E4A"/>
                </a:solidFill>
                <a:latin typeface="Arial"/>
              </a:rPr>
              <a:t>Phải hỏi bố mẹ trước khi lên mạng?</a:t>
            </a:r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766E"/>
                </a:solidFill>
                <a:latin typeface="Arial"/>
              </a:rPr>
              <a:t>Em nhớ được gì nào?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34E4A"/>
                </a:solidFill>
                <a:latin typeface="Arial"/>
              </a:rPr>
              <a:t>Máy tính là người bạn giúp em học và chơi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00400"/>
            <a:ext cx="73152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00400"/>
            <a:ext cx="9994392" cy="640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2918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34E4A"/>
                </a:solidFill>
                <a:latin typeface="Arial"/>
              </a:rPr>
              <a:t>Có rất nhiều việc máy tính giúp được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73152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114800"/>
            <a:ext cx="9994392" cy="640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34E4A"/>
                </a:solidFill>
                <a:latin typeface="Arial"/>
              </a:rPr>
              <a:t>Dùng máy tính phải an toàn và đúng cách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Em giỏi lắm!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063240"/>
            <a:ext cx="7315200" cy="22859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337560"/>
            <a:ext cx="6400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BTVN: Hãy kể 3 việc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máy tính giúp em mỗi ngày!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