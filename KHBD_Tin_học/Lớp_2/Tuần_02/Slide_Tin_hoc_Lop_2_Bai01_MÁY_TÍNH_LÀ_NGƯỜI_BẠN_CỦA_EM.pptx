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080" y="1188720"/>
            <a:ext cx="4572000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97040" y="1097280"/>
            <a:ext cx="5212080" cy="4754880"/>
          </a:xfrm>
          <a:prstGeom prst="roundRect">
            <a:avLst>
              <a:gd name="adj" fmla="val 3000"/>
            </a:avLst>
          </a:prstGeom>
          <a:noFill/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2  •  NĂM HỌC 2026 –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1A123E"/>
                </a:solidFill>
                <a:latin typeface="Times New Roman"/>
              </a:rPr>
              <a:t>MÁY TÍNH LÀ NGƯỜI BẠN CỦA EM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Máy tính và cuộc sống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23E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1323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Chăm chỉ: Chủ động tìm hiểu và ghi nhớ các ứng dụng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Trách nhiệm: Sử dụng máy tính đúng mục đích, không lạm dụng.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Nhân ái: Biết chia sẻ kiến thức về máy tính với bạn bè.</a:t>
            </a:r>
          </a:p>
        </p:txBody>
      </p:sp>
      <p:pic>
        <p:nvPicPr>
          <p:cNvPr id="6" name="Picture 5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287780"/>
            <a:ext cx="4191000" cy="419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Hỏi: "Các em đã dùng máy tính để làm gì rồi?"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Ghi nhanh các ý kiến lên bảng, dẫn vào bài.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📖  Máy tính giúp em học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Chiếu video ngắn: HS dùng máy tính tra từ điển, đọc sách điện tử, làm bài tập online.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Đặt câu hỏi: "Máy tính giúp em học tập như thế nào?"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Kết luận: Máy tính là công cụ học tập hiệu quả.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📝  Máy tính giúp em vui chơi và kết nối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Giới thiệu: máy tính dùng nghe nhạc, xem phim, chơi game học tập, video call.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Nhấn mạnh: cần dùng đúng cách, đúng thời gian.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✏️  Phân loại việc dùng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Phát phiếu: HS phân loại các tình huống vào 2 cột Đúng/Chưa đúng.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Nhận xét, chốt đáp 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🎯  Vẽ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Hướng dẫn HS vẽ nhanh máy tính yêu thích vào vở.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GV: "Em hãy kể cho bạn nghe 3 điều máy tính giúp ích cho em."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Dặn dò: Về nhà nói chuyện với bố mẹ về việc dùng máy tính đúng cách.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3152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Times New Roman"/>
              </a:defRPr>
            </a:pPr>
            <a:r>
              <a:t>📌  Ghi nhớ — MÁY TÍNH LÀ NGƯỜI BẠN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Chăm chỉ: Chủ động tìm hiểu và ghi nhớ các ứng dụng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Trách nhiệm: Sử dụng máy tính đúng mục đích, không lạm dụng.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pic>
        <p:nvPicPr>
          <p:cNvPr id="6" name="Picture 5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9220"/>
            <a:ext cx="4008120" cy="4008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371600"/>
            <a:ext cx="4114800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2800" y="1371600"/>
            <a:ext cx="4572000" cy="4114800"/>
          </a:xfrm>
          <a:prstGeom prst="rect">
            <a:avLst/>
          </a:prstGeom>
          <a:solidFill>
            <a:srgbClr val="7C4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7C4DFF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1A123E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