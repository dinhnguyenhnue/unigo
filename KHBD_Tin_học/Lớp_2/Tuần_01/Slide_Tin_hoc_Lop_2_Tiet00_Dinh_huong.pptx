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9525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2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65F46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F59E0B"/>
                </a:solidFill>
                <a:latin typeface="Times New Roman"/>
              </a:rPr>
              <a:t>Nha sang tao 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981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5F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5F46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2.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0B981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2: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59E0B"/>
                </a:solidFill>
                <a:latin typeface="Times New Roman"/>
              </a:rPr>
              <a:t>📚  Chương trình Tin học 2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5F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5F46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59E0B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befor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I. Trước khi vào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Trang phục chỉnh tề; để balo, giày dép đúng nơi quy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Chỉ mang sách, vở, bút và tài liệu được phép vào vị trí ngồi.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NGHIÊM CẤM mang đồ ăn, thức uống, kẹo cao su, chất dễ cháy nổ vào phòng máy.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II. Trong giờ học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Ngồi đúng vị trí, đúng máy tính được phân công.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Kiểm tra máy trước khi bật; không tự ý tháo lắp, cài/gỡ phần mềm.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Chỉ truy cập nội dung phục vụ bài học; cấm chơi game, xem phim.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Giữ trật tự, không nói chuyện riêng, không đi lại tự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III. Sau khi kết thúc giờ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Tắt máy đúng quy trình (Shutdown); KHÔNG ngắt nguồn đột ngột.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Bàn phím, chuột để ngay ngắn; ghế đẩy sát vào gầm bàn.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 gom rác cá nhân, giấy nháp bỏ vào thùng rác.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0B981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5F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5F46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0B981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2.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F59E0B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5F46"/>
                </a:solidFill>
                <a:latin typeface="Times New Roman"/>
              </a:rPr>
              <a:t>📌  Ghi nhớ — Tin học 2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10B981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