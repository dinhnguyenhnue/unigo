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91695" cy="475488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280160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TIN HỌC LỚP 2 • TUẦN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5943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D26400"/>
                </a:solidFill>
                <a:latin typeface="Arial"/>
              </a:defRPr>
            </a:pPr>
            <a:r>
              <a:t>BÀI: ĐẶT TÊN VÀ</a:t>
            </a:r>
            <a:br/>
            <a:r>
              <a:t>LƯU SẢN PHẨM 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05050"/>
                </a:solidFill>
                <a:latin typeface="Arial"/>
              </a:defRPr>
            </a:pPr>
            <a:r>
              <a:t>Quy trình 4 bước lưu bài vẽ Paint an toàn và thông minh!</a:t>
            </a:r>
          </a:p>
        </p:txBody>
      </p:sp>
      <p:pic>
        <p:nvPicPr>
          <p:cNvPr id="6" name="Picture 5" descr="lop2_saving_artwo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280160"/>
            <a:ext cx="47548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KHỞI ĐỘNG 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Vẽ tranh xong, làm sao để không bị mất?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48640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282828"/>
                </a:solidFill>
                <a:latin typeface="Arial"/>
              </a:defRPr>
            </a:pPr>
            <a:r>
              <a:t>🎨 Tình huống:</a:t>
            </a:r>
            <a:br/>
            <a:br/>
            <a:r>
              <a:t>Em vừa vẽ một bức tranh ngôi nhà rất đẹp trên phần mềm Paint. Bỗng nhiên hết giờ học hoặc mất điện.</a:t>
            </a:r>
            <a:br/>
            <a:br/>
            <a:r>
              <a:t>Nếu em không LƯU TRANH vào máy tính thì chuyện gì sẽ xảy ra? (Tranh sẽ bị biến mất!).</a:t>
            </a:r>
            <a:br/>
            <a:br/>
            <a:r>
              <a:t>👉 Hôm nay chúng ta cùng học bí quyết LƯU SẢN PHẨM nhé!</a:t>
            </a:r>
          </a:p>
        </p:txBody>
      </p:sp>
      <p:pic>
        <p:nvPicPr>
          <p:cNvPr id="6" name="Picture 5" descr="lop2_saving_artwo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11680"/>
            <a:ext cx="484632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QUY TRÌNH 4 BƯỚC 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Các bước lưu sản phẩm trên máy tính chuẩn xác</a:t>
            </a:r>
          </a:p>
        </p:txBody>
      </p:sp>
      <p:pic>
        <p:nvPicPr>
          <p:cNvPr id="4" name="Picture 3" descr="save_steps_diagram_v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1069848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ĐẶT TÊN TỆP ✍️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Cách đặt tên tệp thông minh, không bị lỗi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698480" cy="10789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194560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NÊN: Đặt tên ngắn gọn, rõ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121408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2828"/>
                </a:solidFill>
                <a:latin typeface="Arial"/>
              </a:defRPr>
            </a:pPr>
            <a:r>
              <a:t>Ví dụ: ngoi_nha, con_meo, buc_tranh_1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2121408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8A745"/>
                </a:solidFill>
                <a:latin typeface="Arial"/>
              </a:defRPr>
            </a:pPr>
            <a:r>
              <a:t>✅ Giúp tìm lại bài vẽ dễ dàng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10698480" cy="10789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3383280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NÊN: Viết không dấu tiếng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310128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2828"/>
                </a:solidFill>
                <a:latin typeface="Arial"/>
              </a:defRPr>
            </a:pPr>
            <a:r>
              <a:t>Ví dụ: bai_hoc, hoa_sen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3310128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96D6"/>
                </a:solidFill>
                <a:latin typeface="Arial"/>
              </a:defRPr>
            </a:pPr>
            <a:r>
              <a:t>✅ Máy tính mở tệp không bị lỗi font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89120"/>
            <a:ext cx="10698480" cy="10789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4572000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KHÔNG NÊN: Đặt tên tùy 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498848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2828"/>
                </a:solidFill>
                <a:latin typeface="Arial"/>
              </a:defRPr>
            </a:pPr>
            <a:r>
              <a:t>Ví dụ: asdfgh, 11111, aaaaa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4498848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C3545"/>
                </a:solidFill>
                <a:latin typeface="Arial"/>
              </a:defRPr>
            </a:pPr>
            <a:r>
              <a:t>❌ Sau này không biết tranh vẽ gì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GHI NHỚ 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Những kiến thức em cần ghi nhớ khi lưu tệp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9966960" cy="3474720"/>
          </a:xfrm>
          <a:prstGeom prst="roundRect">
            <a:avLst>
              <a:gd name="adj" fmla="val 4000"/>
            </a:avLst>
          </a:prstGeom>
          <a:solidFill>
            <a:srgbClr val="FFF3CD"/>
          </a:solidFill>
          <a:ln w="317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80160" y="2148840"/>
            <a:ext cx="9601200" cy="411480"/>
          </a:xfrm>
          <a:prstGeom prst="roundRect">
            <a:avLst>
              <a:gd name="adj" fmla="val 8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67128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HỘP KẾT LUẬN — LƯU SẢN PHẨM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651760"/>
            <a:ext cx="9235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Biểu tượng Save là hình chiếc đĩa mềm màu xanh 💾 (phím tắt Ctrl + S).</a:t>
            </a:r>
          </a:p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Quy trình 4 bước: Bấm nút Save ➔ Chọn thư mục ➔ Đặt tên ➔ Bấm Save.</a:t>
            </a:r>
          </a:p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Đặt tên tệp rõ ràng, không dấu để máy tính không bị lỗi.</a:t>
            </a:r>
          </a:p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Thường xuyên lưu bài trong quá trình làm việc để không bị mất sản phẩm!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91695" cy="475488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26400"/>
                </a:solidFill>
                <a:latin typeface="Arial"/>
              </a:defRPr>
            </a:pPr>
            <a:r>
              <a:t>BẠN LÀ HỌA SĨ THÔNG MINH! 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C3C3C"/>
                </a:solidFill>
                <a:latin typeface="Arial"/>
              </a:defRPr>
            </a:pPr>
            <a:r>
              <a:t>Bây giờ em đã biết bảo vệ các tác phẩm của mình an toàn rồi!</a:t>
            </a:r>
            <a:br/>
            <a:br/>
            <a:r>
              <a:t>Hẹn gặp lại các em ở bài học thú vị tuần sau! 🌟</a:t>
            </a:r>
          </a:p>
        </p:txBody>
      </p:sp>
      <p:pic>
        <p:nvPicPr>
          <p:cNvPr id="5" name="Picture 4" descr="mascot_celebrate_troph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84048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