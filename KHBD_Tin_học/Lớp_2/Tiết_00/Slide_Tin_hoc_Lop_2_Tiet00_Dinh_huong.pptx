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065F46"/>
          </a:solidFill>
          <a:ln w="9525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2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65F46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F59E0B"/>
                </a:solidFill>
                <a:latin typeface="Times New Roman"/>
              </a:rPr>
              <a:t>Nha sang tao 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981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5F46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2.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0B981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2: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59E0B"/>
                </a:solidFill>
                <a:latin typeface="Times New Roman"/>
              </a:rPr>
              <a:t>📚  Chương trình Tin học 2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5F46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59E0B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0B981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5F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5F46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5F4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0B981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2.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F59E0B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5F46"/>
                </a:solidFill>
                <a:latin typeface="Times New Roman"/>
              </a:rPr>
              <a:t>📌  Ghi nhớ — Tin học 2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59E0B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10B981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