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slideLayouts/slideLayout4.xml" ContentType="application/vnd.openxmlformats-officedocument.presentationml.slideLayout+xml"/>
  <Override PartName="/ppt/theme/theme5.xml" ContentType="application/vnd.openxmlformats-officedocument.theme+xml"/>
  <Override PartName="/ppt/slideLayouts/slideLayout5.xml" ContentType="application/vnd.openxmlformats-officedocument.presentationml.slideLayout+xml"/>
  <Override PartName="/ppt/theme/theme6.xml" ContentType="application/vnd.openxmlformats-officedocument.theme+xml"/>
  <Override PartName="/ppt/slideLayouts/slideLayout6.xml" ContentType="application/vnd.openxmlformats-officedocument.presentationml.slideLayout+xml"/>
  <Override PartName="/ppt/theme/theme7.xml" ContentType="application/vnd.openxmlformats-officedocument.theme+xml"/>
  <Override PartName="/ppt/slideLayouts/slideLayout7.xml" ContentType="application/vnd.openxmlformats-officedocument.presentationml.slideLayout+xml"/>
  <Override PartName="/ppt/theme/theme8.xml" ContentType="application/vnd.openxmlformats-officedocument.theme+xml"/>
  <Override PartName="/ppt/slideLayouts/slideLayout8.xml" ContentType="application/vnd.openxmlformats-officedocument.presentationml.slideLayout+xml"/>
  <Override PartName="/ppt/theme/theme9.xml" ContentType="application/vnd.openxmlformats-officedocument.theme+xml"/>
  <Override PartName="/ppt/slideLayouts/slideLayout9.xml" ContentType="application/vnd.openxmlformats-officedocument.presentationml.slideLayout+xml"/>
  <Override PartName="/ppt/theme/theme10.xml" ContentType="application/vnd.openxmlformats-officedocument.theme+xml"/>
  <Override PartName="/ppt/slideLayouts/slideLayout10.xml" ContentType="application/vnd.openxmlformats-officedocument.presentationml.slideLayout+xml"/>
  <Override PartName="/ppt/theme/theme11.xml" ContentType="application/vnd.openxmlformats-officedocument.theme+xml"/>
  <Override PartName="/ppt/slideLayouts/slideLayout1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2" r:id="rId3"/>
    <p:sldMasterId id="2147483654" r:id="rId4"/>
    <p:sldMasterId id="2147483655" r:id="rId5"/>
    <p:sldMasterId id="2147483657" r:id="rId6"/>
    <p:sldMasterId id="2147483659" r:id="rId7"/>
    <p:sldMasterId id="2147483661" r:id="rId8"/>
    <p:sldMasterId id="2147483663" r:id="rId9"/>
    <p:sldMasterId id="2147483665" r:id="rId10"/>
    <p:sldMasterId id="2147483667" r:id="rId11"/>
    <p:sldMasterId id="2147483669" r:id="rId12"/>
  </p:sldMasterIdLst>
  <p:notesMasterIdLst>
    <p:notesMasterId r:id="rId29"/>
  </p:notesMasterIdLst>
  <p:sldIdLst>
    <p:sldId id="256" r:id="rId13"/>
    <p:sldId id="277" r:id="rId14"/>
    <p:sldId id="258" r:id="rId15"/>
    <p:sldId id="259" r:id="rId16"/>
    <p:sldId id="260" r:id="rId17"/>
    <p:sldId id="261" r:id="rId18"/>
    <p:sldId id="263" r:id="rId19"/>
    <p:sldId id="266" r:id="rId20"/>
    <p:sldId id="273" r:id="rId21"/>
    <p:sldId id="267" r:id="rId22"/>
    <p:sldId id="269" r:id="rId23"/>
    <p:sldId id="270" r:id="rId24"/>
    <p:sldId id="271" r:id="rId25"/>
    <p:sldId id="275" r:id="rId26"/>
    <p:sldId id="274" r:id="rId27"/>
    <p:sldId id="272" r:id="rId28"/>
  </p:sldIdLst>
  <p:sldSz cx="12192000" cy="6858000"/>
  <p:notesSz cx="6858000" cy="9144000"/>
  <p:embeddedFontLst>
    <p:embeddedFont>
      <p:font typeface="Verdana" pitchFamily="34" charset="0"/>
      <p:regular r:id="rId30"/>
      <p:bold r:id="rId31"/>
      <p:italic r:id="rId32"/>
      <p:boldItalic r:id="rId33"/>
    </p:embeddedFont>
    <p:embeddedFont>
      <p:font typeface="Calibri" pitchFamily="34" charset="0"/>
      <p:regular r:id="rId34"/>
      <p:bold r:id="rId35"/>
      <p:italic r:id="rId36"/>
      <p:boldItalic r:id="rId37"/>
    </p:embeddedFont>
    <p:embeddedFont>
      <p:font typeface="Gill Sans" charset="0"/>
      <p:regular r:id="rId38"/>
      <p:bold r:id="rId39"/>
    </p:embeddedFont>
    <p:embeddedFont>
      <p:font typeface="Algerian" pitchFamily="82" charset="0"/>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h7I7E5ntENK8QVytNZ0tDvfl380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6" d="100"/>
          <a:sy n="76" d="100"/>
        </p:scale>
        <p:origin x="-480" y="1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font" Target="fonts/font10.fntdata"/><Relationship Id="rId3" Type="http://schemas.openxmlformats.org/officeDocument/2006/relationships/slideMaster" Target="slideMasters/slideMaster3.xml"/><Relationship Id="rId21" Type="http://schemas.openxmlformats.org/officeDocument/2006/relationships/slide" Target="slides/slide9.xml"/><Relationship Id="rId34" Type="http://schemas.openxmlformats.org/officeDocument/2006/relationships/font" Target="fonts/font5.fntdata"/><Relationship Id="rId42" Type="http://customschemas.google.com/relationships/presentationmetadata" Target="metadata"/><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font" Target="fonts/font7.fntdata"/><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font" Target="fonts/font2.fntdata"/><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presProps" Target="presProps.xml"/></Relationships>
</file>

<file path=ppt/diagrams/_rels/data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 Id="rId4" Type="http://schemas.openxmlformats.org/officeDocument/2006/relationships/image" Target="../media/image19.png"/></Relationships>
</file>

<file path=ppt/diagrams/_rels/drawing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 Id="rId4" Type="http://schemas.openxmlformats.org/officeDocument/2006/relationships/image" Target="../media/image19.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060025-6159-42B5-A49A-E47FA5211735}" type="doc">
      <dgm:prSet loTypeId="urn:microsoft.com/office/officeart/2005/8/layout/chevron2" loCatId="list" qsTypeId="urn:microsoft.com/office/officeart/2005/8/quickstyle/simple1" qsCatId="simple" csTypeId="urn:microsoft.com/office/officeart/2005/8/colors/colorful2" csCatId="colorful" phldr="1"/>
      <dgm:spPr/>
      <dgm:t>
        <a:bodyPr/>
        <a:lstStyle/>
        <a:p>
          <a:endParaRPr lang="en-US"/>
        </a:p>
      </dgm:t>
    </dgm:pt>
    <dgm:pt modelId="{94C79803-26E9-4929-80AE-5D2275DC371C}">
      <dgm:prSet phldrT="[Text]" custT="1"/>
      <dgm:spPr/>
      <dgm:t>
        <a:bodyPr/>
        <a:lstStyle/>
        <a:p>
          <a:r>
            <a:rPr lang="en-US" sz="3200" dirty="0" smtClean="0">
              <a:latin typeface="Gill Sans" panose="020B0604020202020204" charset="0"/>
            </a:rPr>
            <a:t>1</a:t>
          </a:r>
          <a:endParaRPr lang="en-US" sz="3200" dirty="0">
            <a:latin typeface="Gill Sans" panose="020B0604020202020204" charset="0"/>
          </a:endParaRPr>
        </a:p>
      </dgm:t>
    </dgm:pt>
    <dgm:pt modelId="{1CDBFFB6-60ED-4625-9EFA-913E3BD5BA78}" type="parTrans" cxnId="{6FFDBB1B-4C9E-46D4-982B-8D0E03F35484}">
      <dgm:prSet/>
      <dgm:spPr/>
      <dgm:t>
        <a:bodyPr/>
        <a:lstStyle/>
        <a:p>
          <a:endParaRPr lang="en-US" sz="3200">
            <a:latin typeface="Gill Sans" panose="020B0604020202020204" charset="0"/>
          </a:endParaRPr>
        </a:p>
      </dgm:t>
    </dgm:pt>
    <dgm:pt modelId="{8F1D489C-AEC6-4AA6-BA3A-472E4A991102}" type="sibTrans" cxnId="{6FFDBB1B-4C9E-46D4-982B-8D0E03F35484}">
      <dgm:prSet/>
      <dgm:spPr/>
      <dgm:t>
        <a:bodyPr/>
        <a:lstStyle/>
        <a:p>
          <a:endParaRPr lang="en-US" sz="3200">
            <a:latin typeface="Gill Sans" panose="020B0604020202020204" charset="0"/>
          </a:endParaRPr>
        </a:p>
      </dgm:t>
    </dgm:pt>
    <dgm:pt modelId="{2317AAF1-E058-4515-B479-0EE0C565034E}">
      <dgm:prSet phldrT="[Text]" custT="1"/>
      <dgm:spPr/>
      <dgm:t>
        <a:bodyPr/>
        <a:lstStyle/>
        <a:p>
          <a:r>
            <a:rPr lang="en-US" sz="3200" dirty="0" smtClean="0">
              <a:latin typeface="Gill Sans" panose="020B0604020202020204" charset="0"/>
            </a:rPr>
            <a:t>INTRODUCTION</a:t>
          </a:r>
          <a:endParaRPr lang="en-US" sz="3200" dirty="0">
            <a:latin typeface="Gill Sans" panose="020B0604020202020204" charset="0"/>
          </a:endParaRPr>
        </a:p>
      </dgm:t>
    </dgm:pt>
    <dgm:pt modelId="{7ACA92CF-9082-408A-9314-A9A7FB8171C2}" type="parTrans" cxnId="{209ACF5C-AE66-4584-9412-415095462792}">
      <dgm:prSet/>
      <dgm:spPr/>
      <dgm:t>
        <a:bodyPr/>
        <a:lstStyle/>
        <a:p>
          <a:endParaRPr lang="en-US" sz="3200">
            <a:latin typeface="Gill Sans" panose="020B0604020202020204" charset="0"/>
          </a:endParaRPr>
        </a:p>
      </dgm:t>
    </dgm:pt>
    <dgm:pt modelId="{F60F0409-FEFF-4EDF-8175-9AE63A5B5321}" type="sibTrans" cxnId="{209ACF5C-AE66-4584-9412-415095462792}">
      <dgm:prSet/>
      <dgm:spPr/>
      <dgm:t>
        <a:bodyPr/>
        <a:lstStyle/>
        <a:p>
          <a:endParaRPr lang="en-US" sz="3200">
            <a:latin typeface="Gill Sans" panose="020B0604020202020204" charset="0"/>
          </a:endParaRPr>
        </a:p>
      </dgm:t>
    </dgm:pt>
    <dgm:pt modelId="{06561C94-FE04-48DF-913E-76AFB2E174A7}">
      <dgm:prSet phldrT="[Text]" custT="1"/>
      <dgm:spPr/>
      <dgm:t>
        <a:bodyPr/>
        <a:lstStyle/>
        <a:p>
          <a:r>
            <a:rPr lang="en-US" sz="3200" dirty="0" smtClean="0">
              <a:latin typeface="Gill Sans" panose="020B0604020202020204" charset="0"/>
            </a:rPr>
            <a:t>2</a:t>
          </a:r>
          <a:endParaRPr lang="en-US" sz="3200" dirty="0">
            <a:latin typeface="Gill Sans" panose="020B0604020202020204" charset="0"/>
          </a:endParaRPr>
        </a:p>
      </dgm:t>
    </dgm:pt>
    <dgm:pt modelId="{C7BC130C-51E7-45F4-9F7F-53E047766CE3}" type="parTrans" cxnId="{0847D795-6177-4D3B-8978-9BFA6BE58DB5}">
      <dgm:prSet/>
      <dgm:spPr/>
      <dgm:t>
        <a:bodyPr/>
        <a:lstStyle/>
        <a:p>
          <a:endParaRPr lang="en-US" sz="3200">
            <a:latin typeface="Gill Sans" panose="020B0604020202020204" charset="0"/>
          </a:endParaRPr>
        </a:p>
      </dgm:t>
    </dgm:pt>
    <dgm:pt modelId="{B0E4FE7F-3673-4216-B4B7-2EE2E7D2FA8D}" type="sibTrans" cxnId="{0847D795-6177-4D3B-8978-9BFA6BE58DB5}">
      <dgm:prSet/>
      <dgm:spPr/>
      <dgm:t>
        <a:bodyPr/>
        <a:lstStyle/>
        <a:p>
          <a:endParaRPr lang="en-US" sz="3200">
            <a:latin typeface="Gill Sans" panose="020B0604020202020204" charset="0"/>
          </a:endParaRPr>
        </a:p>
      </dgm:t>
    </dgm:pt>
    <dgm:pt modelId="{C664C769-F6CA-411B-A61D-17D62FC99F87}">
      <dgm:prSet phldrT="[Text]" custT="1"/>
      <dgm:spPr/>
      <dgm:t>
        <a:bodyPr/>
        <a:lstStyle/>
        <a:p>
          <a:r>
            <a:rPr lang="en-US" sz="3200" dirty="0" smtClean="0">
              <a:latin typeface="Gill Sans" panose="020B0604020202020204" charset="0"/>
            </a:rPr>
            <a:t>USING RESOURCES</a:t>
          </a:r>
          <a:endParaRPr lang="en-US" sz="3200" dirty="0">
            <a:latin typeface="Gill Sans" panose="020B0604020202020204" charset="0"/>
          </a:endParaRPr>
        </a:p>
      </dgm:t>
    </dgm:pt>
    <dgm:pt modelId="{DBBF7634-0B48-4D7B-BE9F-3541DFACFC27}" type="parTrans" cxnId="{B3E9EEB7-FB8D-42E0-8D34-EF8C31E4F8BB}">
      <dgm:prSet/>
      <dgm:spPr/>
      <dgm:t>
        <a:bodyPr/>
        <a:lstStyle/>
        <a:p>
          <a:endParaRPr lang="en-US" sz="3200">
            <a:latin typeface="Gill Sans" panose="020B0604020202020204" charset="0"/>
          </a:endParaRPr>
        </a:p>
      </dgm:t>
    </dgm:pt>
    <dgm:pt modelId="{704E8708-C3DF-41EB-B0D0-D3B291F1E36C}" type="sibTrans" cxnId="{B3E9EEB7-FB8D-42E0-8D34-EF8C31E4F8BB}">
      <dgm:prSet/>
      <dgm:spPr/>
      <dgm:t>
        <a:bodyPr/>
        <a:lstStyle/>
        <a:p>
          <a:endParaRPr lang="en-US" sz="3200">
            <a:latin typeface="Gill Sans" panose="020B0604020202020204" charset="0"/>
          </a:endParaRPr>
        </a:p>
      </dgm:t>
    </dgm:pt>
    <dgm:pt modelId="{DBDB3EA4-FA6B-4B8F-9958-B4697AD07C4F}">
      <dgm:prSet phldrT="[Text]" custT="1"/>
      <dgm:spPr/>
      <dgm:t>
        <a:bodyPr/>
        <a:lstStyle/>
        <a:p>
          <a:r>
            <a:rPr lang="en-US" sz="3200" dirty="0" smtClean="0">
              <a:latin typeface="Gill Sans" panose="020B0604020202020204" charset="0"/>
            </a:rPr>
            <a:t>3</a:t>
          </a:r>
          <a:endParaRPr lang="en-US" sz="3200" dirty="0">
            <a:latin typeface="Gill Sans" panose="020B0604020202020204" charset="0"/>
          </a:endParaRPr>
        </a:p>
      </dgm:t>
    </dgm:pt>
    <dgm:pt modelId="{DA813F26-59A7-44C4-9F58-B25041F277B8}" type="parTrans" cxnId="{A869EB03-F4EA-47EC-A2A6-883A7A4494F8}">
      <dgm:prSet/>
      <dgm:spPr/>
      <dgm:t>
        <a:bodyPr/>
        <a:lstStyle/>
        <a:p>
          <a:endParaRPr lang="en-US" sz="3200">
            <a:latin typeface="Gill Sans" panose="020B0604020202020204" charset="0"/>
          </a:endParaRPr>
        </a:p>
      </dgm:t>
    </dgm:pt>
    <dgm:pt modelId="{4752CB42-DA55-4593-BB0F-01A3ACF3C613}" type="sibTrans" cxnId="{A869EB03-F4EA-47EC-A2A6-883A7A4494F8}">
      <dgm:prSet/>
      <dgm:spPr/>
      <dgm:t>
        <a:bodyPr/>
        <a:lstStyle/>
        <a:p>
          <a:endParaRPr lang="en-US" sz="3200">
            <a:latin typeface="Gill Sans" panose="020B0604020202020204" charset="0"/>
          </a:endParaRPr>
        </a:p>
      </dgm:t>
    </dgm:pt>
    <dgm:pt modelId="{D3D81A98-83AF-419F-BA2F-723C1EF80D8E}">
      <dgm:prSet phldrT="[Text]" custT="1"/>
      <dgm:spPr/>
      <dgm:t>
        <a:bodyPr/>
        <a:lstStyle/>
        <a:p>
          <a:r>
            <a:rPr lang="en-US" sz="3200" dirty="0" smtClean="0">
              <a:latin typeface="Gill Sans" panose="020B0604020202020204" charset="0"/>
            </a:rPr>
            <a:t>ASSESSMENT</a:t>
          </a:r>
          <a:endParaRPr lang="en-US" sz="3200" dirty="0">
            <a:latin typeface="Gill Sans" panose="020B0604020202020204" charset="0"/>
          </a:endParaRPr>
        </a:p>
      </dgm:t>
    </dgm:pt>
    <dgm:pt modelId="{2E5CC845-C9C2-45E5-BFDB-8630304AD38C}" type="parTrans" cxnId="{C197B5BC-17F3-418C-AD4A-F1EE5C4C4CD2}">
      <dgm:prSet/>
      <dgm:spPr/>
      <dgm:t>
        <a:bodyPr/>
        <a:lstStyle/>
        <a:p>
          <a:endParaRPr lang="en-US" sz="3200">
            <a:latin typeface="Gill Sans" panose="020B0604020202020204" charset="0"/>
          </a:endParaRPr>
        </a:p>
      </dgm:t>
    </dgm:pt>
    <dgm:pt modelId="{BC7395D2-7599-43E3-BF88-DB1B0C99B259}" type="sibTrans" cxnId="{C197B5BC-17F3-418C-AD4A-F1EE5C4C4CD2}">
      <dgm:prSet/>
      <dgm:spPr/>
      <dgm:t>
        <a:bodyPr/>
        <a:lstStyle/>
        <a:p>
          <a:endParaRPr lang="en-US" sz="3200">
            <a:latin typeface="Gill Sans" panose="020B0604020202020204" charset="0"/>
          </a:endParaRPr>
        </a:p>
      </dgm:t>
    </dgm:pt>
    <dgm:pt modelId="{93629082-2403-42D2-B95F-2D08D5D4B7E7}">
      <dgm:prSet phldrT="[Text]" custT="1"/>
      <dgm:spPr/>
      <dgm:t>
        <a:bodyPr/>
        <a:lstStyle/>
        <a:p>
          <a:r>
            <a:rPr lang="en-US" sz="3200" dirty="0" smtClean="0">
              <a:latin typeface="Gill Sans" panose="020B0604020202020204" charset="0"/>
            </a:rPr>
            <a:t>4</a:t>
          </a:r>
          <a:endParaRPr lang="en-US" sz="3200" dirty="0">
            <a:latin typeface="Gill Sans" panose="020B0604020202020204" charset="0"/>
          </a:endParaRPr>
        </a:p>
      </dgm:t>
    </dgm:pt>
    <dgm:pt modelId="{1E7CDFDA-0BE4-4C18-8027-0704EB7C7CE0}" type="parTrans" cxnId="{8184B8E1-0B16-40B3-B7E7-7A0C1FA14F22}">
      <dgm:prSet/>
      <dgm:spPr/>
      <dgm:t>
        <a:bodyPr/>
        <a:lstStyle/>
        <a:p>
          <a:endParaRPr lang="en-US" sz="3200">
            <a:latin typeface="Gill Sans" panose="020B0604020202020204" charset="0"/>
          </a:endParaRPr>
        </a:p>
      </dgm:t>
    </dgm:pt>
    <dgm:pt modelId="{D44ACE80-D544-4022-99AD-7B25B808AC83}" type="sibTrans" cxnId="{8184B8E1-0B16-40B3-B7E7-7A0C1FA14F22}">
      <dgm:prSet/>
      <dgm:spPr/>
      <dgm:t>
        <a:bodyPr/>
        <a:lstStyle/>
        <a:p>
          <a:endParaRPr lang="en-US" sz="3200">
            <a:latin typeface="Gill Sans" panose="020B0604020202020204" charset="0"/>
          </a:endParaRPr>
        </a:p>
      </dgm:t>
    </dgm:pt>
    <dgm:pt modelId="{83B436E5-5974-479D-9BB0-D898C2C1DADC}">
      <dgm:prSet phldrT="[Text]" custT="1"/>
      <dgm:spPr/>
      <dgm:t>
        <a:bodyPr/>
        <a:lstStyle/>
        <a:p>
          <a:r>
            <a:rPr lang="en-US" sz="3200" dirty="0" smtClean="0">
              <a:latin typeface="Gill Sans" panose="020B0604020202020204" charset="0"/>
            </a:rPr>
            <a:t>LEARNING ENVIRONMENT</a:t>
          </a:r>
          <a:endParaRPr lang="en-US" sz="3200" dirty="0">
            <a:latin typeface="Gill Sans" panose="020B0604020202020204" charset="0"/>
          </a:endParaRPr>
        </a:p>
      </dgm:t>
    </dgm:pt>
    <dgm:pt modelId="{580744DA-FB4C-4FE7-AC76-BD51418DE070}" type="parTrans" cxnId="{F7718FAF-B78D-4AEB-BE40-73A6CED78475}">
      <dgm:prSet/>
      <dgm:spPr/>
      <dgm:t>
        <a:bodyPr/>
        <a:lstStyle/>
        <a:p>
          <a:endParaRPr lang="en-US" sz="3200">
            <a:latin typeface="Gill Sans" panose="020B0604020202020204" charset="0"/>
          </a:endParaRPr>
        </a:p>
      </dgm:t>
    </dgm:pt>
    <dgm:pt modelId="{8DB7DF49-2303-47EB-9EAB-42994B878BF3}" type="sibTrans" cxnId="{F7718FAF-B78D-4AEB-BE40-73A6CED78475}">
      <dgm:prSet/>
      <dgm:spPr/>
      <dgm:t>
        <a:bodyPr/>
        <a:lstStyle/>
        <a:p>
          <a:endParaRPr lang="en-US" sz="3200">
            <a:latin typeface="Gill Sans" panose="020B0604020202020204" charset="0"/>
          </a:endParaRPr>
        </a:p>
      </dgm:t>
    </dgm:pt>
    <dgm:pt modelId="{96E0EBA4-4A28-46B2-9931-2B543509CA2E}">
      <dgm:prSet phldrT="[Text]" custT="1"/>
      <dgm:spPr/>
      <dgm:t>
        <a:bodyPr/>
        <a:lstStyle/>
        <a:p>
          <a:r>
            <a:rPr lang="en-US" sz="3200" dirty="0" smtClean="0">
              <a:latin typeface="Gill Sans" panose="020B0604020202020204" charset="0"/>
            </a:rPr>
            <a:t>5</a:t>
          </a:r>
          <a:endParaRPr lang="en-US" sz="3200" dirty="0">
            <a:latin typeface="Gill Sans" panose="020B0604020202020204" charset="0"/>
          </a:endParaRPr>
        </a:p>
      </dgm:t>
    </dgm:pt>
    <dgm:pt modelId="{01F8B9CA-9F78-4F40-A960-468013EE9A15}" type="parTrans" cxnId="{BBB54423-2E78-4DCF-B1A3-342582D24FE4}">
      <dgm:prSet/>
      <dgm:spPr/>
      <dgm:t>
        <a:bodyPr/>
        <a:lstStyle/>
        <a:p>
          <a:endParaRPr lang="en-US" sz="3200">
            <a:latin typeface="Gill Sans" panose="020B0604020202020204" charset="0"/>
          </a:endParaRPr>
        </a:p>
      </dgm:t>
    </dgm:pt>
    <dgm:pt modelId="{3F21B775-CDF1-411F-8108-6FD5E58D1D5B}" type="sibTrans" cxnId="{BBB54423-2E78-4DCF-B1A3-342582D24FE4}">
      <dgm:prSet/>
      <dgm:spPr/>
      <dgm:t>
        <a:bodyPr/>
        <a:lstStyle/>
        <a:p>
          <a:endParaRPr lang="en-US" sz="3200">
            <a:latin typeface="Gill Sans" panose="020B0604020202020204" charset="0"/>
          </a:endParaRPr>
        </a:p>
      </dgm:t>
    </dgm:pt>
    <dgm:pt modelId="{5B0EE70F-F757-4C9B-ADED-296F6C241728}">
      <dgm:prSet phldrT="[Text]" custT="1"/>
      <dgm:spPr/>
      <dgm:t>
        <a:bodyPr/>
        <a:lstStyle/>
        <a:p>
          <a:r>
            <a:rPr lang="en-US" sz="3200" dirty="0" smtClean="0">
              <a:latin typeface="Gill Sans" panose="020B0604020202020204" charset="0"/>
            </a:rPr>
            <a:t>LESSON PROCESS</a:t>
          </a:r>
          <a:endParaRPr lang="en-US" sz="3200" dirty="0">
            <a:latin typeface="Gill Sans" panose="020B0604020202020204" charset="0"/>
          </a:endParaRPr>
        </a:p>
      </dgm:t>
    </dgm:pt>
    <dgm:pt modelId="{6BAFD399-6B99-45A0-991E-048E308176D3}" type="parTrans" cxnId="{EBFF1B94-3847-48F4-839A-801A6FB49178}">
      <dgm:prSet/>
      <dgm:spPr/>
      <dgm:t>
        <a:bodyPr/>
        <a:lstStyle/>
        <a:p>
          <a:endParaRPr lang="en-US" sz="3200">
            <a:latin typeface="Gill Sans" panose="020B0604020202020204" charset="0"/>
          </a:endParaRPr>
        </a:p>
      </dgm:t>
    </dgm:pt>
    <dgm:pt modelId="{6DD2E510-312E-4147-9EEA-05B9CCF141FB}" type="sibTrans" cxnId="{EBFF1B94-3847-48F4-839A-801A6FB49178}">
      <dgm:prSet/>
      <dgm:spPr/>
      <dgm:t>
        <a:bodyPr/>
        <a:lstStyle/>
        <a:p>
          <a:endParaRPr lang="en-US" sz="3200">
            <a:latin typeface="Gill Sans" panose="020B0604020202020204" charset="0"/>
          </a:endParaRPr>
        </a:p>
      </dgm:t>
    </dgm:pt>
    <dgm:pt modelId="{9934B781-E320-40E1-BC05-1935D11EB65B}" type="pres">
      <dgm:prSet presAssocID="{A6060025-6159-42B5-A49A-E47FA5211735}" presName="linearFlow" presStyleCnt="0">
        <dgm:presLayoutVars>
          <dgm:dir/>
          <dgm:animLvl val="lvl"/>
          <dgm:resizeHandles val="exact"/>
        </dgm:presLayoutVars>
      </dgm:prSet>
      <dgm:spPr/>
      <dgm:t>
        <a:bodyPr/>
        <a:lstStyle/>
        <a:p>
          <a:endParaRPr lang="en-US"/>
        </a:p>
      </dgm:t>
    </dgm:pt>
    <dgm:pt modelId="{B6472A9B-E9B7-4769-A597-FD9719B8D987}" type="pres">
      <dgm:prSet presAssocID="{94C79803-26E9-4929-80AE-5D2275DC371C}" presName="composite" presStyleCnt="0"/>
      <dgm:spPr/>
    </dgm:pt>
    <dgm:pt modelId="{057CB470-A6A7-4716-9B2E-9ED10C6991F1}" type="pres">
      <dgm:prSet presAssocID="{94C79803-26E9-4929-80AE-5D2275DC371C}" presName="parentText" presStyleLbl="alignNode1" presStyleIdx="0" presStyleCnt="5">
        <dgm:presLayoutVars>
          <dgm:chMax val="1"/>
          <dgm:bulletEnabled val="1"/>
        </dgm:presLayoutVars>
      </dgm:prSet>
      <dgm:spPr/>
      <dgm:t>
        <a:bodyPr/>
        <a:lstStyle/>
        <a:p>
          <a:endParaRPr lang="en-US"/>
        </a:p>
      </dgm:t>
    </dgm:pt>
    <dgm:pt modelId="{0A0EB43C-5DC0-4665-9B64-1A9107FE6AC7}" type="pres">
      <dgm:prSet presAssocID="{94C79803-26E9-4929-80AE-5D2275DC371C}" presName="descendantText" presStyleLbl="alignAcc1" presStyleIdx="0" presStyleCnt="5">
        <dgm:presLayoutVars>
          <dgm:bulletEnabled val="1"/>
        </dgm:presLayoutVars>
      </dgm:prSet>
      <dgm:spPr/>
      <dgm:t>
        <a:bodyPr/>
        <a:lstStyle/>
        <a:p>
          <a:endParaRPr lang="en-US"/>
        </a:p>
      </dgm:t>
    </dgm:pt>
    <dgm:pt modelId="{5460C5CC-E4A3-44F6-91AB-3CDDE502C56C}" type="pres">
      <dgm:prSet presAssocID="{8F1D489C-AEC6-4AA6-BA3A-472E4A991102}" presName="sp" presStyleCnt="0"/>
      <dgm:spPr/>
    </dgm:pt>
    <dgm:pt modelId="{FBE3664B-5A85-4EB6-AA1E-AD9C243C8060}" type="pres">
      <dgm:prSet presAssocID="{06561C94-FE04-48DF-913E-76AFB2E174A7}" presName="composite" presStyleCnt="0"/>
      <dgm:spPr/>
    </dgm:pt>
    <dgm:pt modelId="{EB50EF94-C270-41BD-B453-B9EC4F95E89C}" type="pres">
      <dgm:prSet presAssocID="{06561C94-FE04-48DF-913E-76AFB2E174A7}" presName="parentText" presStyleLbl="alignNode1" presStyleIdx="1" presStyleCnt="5">
        <dgm:presLayoutVars>
          <dgm:chMax val="1"/>
          <dgm:bulletEnabled val="1"/>
        </dgm:presLayoutVars>
      </dgm:prSet>
      <dgm:spPr/>
      <dgm:t>
        <a:bodyPr/>
        <a:lstStyle/>
        <a:p>
          <a:endParaRPr lang="en-US"/>
        </a:p>
      </dgm:t>
    </dgm:pt>
    <dgm:pt modelId="{0A35BD99-9D94-42F2-99B6-896B65395AC8}" type="pres">
      <dgm:prSet presAssocID="{06561C94-FE04-48DF-913E-76AFB2E174A7}" presName="descendantText" presStyleLbl="alignAcc1" presStyleIdx="1" presStyleCnt="5">
        <dgm:presLayoutVars>
          <dgm:bulletEnabled val="1"/>
        </dgm:presLayoutVars>
      </dgm:prSet>
      <dgm:spPr/>
      <dgm:t>
        <a:bodyPr/>
        <a:lstStyle/>
        <a:p>
          <a:endParaRPr lang="en-US"/>
        </a:p>
      </dgm:t>
    </dgm:pt>
    <dgm:pt modelId="{1803AC8B-C12D-4A15-8C88-E517BD742BD7}" type="pres">
      <dgm:prSet presAssocID="{B0E4FE7F-3673-4216-B4B7-2EE2E7D2FA8D}" presName="sp" presStyleCnt="0"/>
      <dgm:spPr/>
    </dgm:pt>
    <dgm:pt modelId="{D0B35097-9F89-4ACA-B01A-8EECA1E1743D}" type="pres">
      <dgm:prSet presAssocID="{DBDB3EA4-FA6B-4B8F-9958-B4697AD07C4F}" presName="composite" presStyleCnt="0"/>
      <dgm:spPr/>
    </dgm:pt>
    <dgm:pt modelId="{0801ED12-3520-47B9-AF7F-F12F6E0B3A15}" type="pres">
      <dgm:prSet presAssocID="{DBDB3EA4-FA6B-4B8F-9958-B4697AD07C4F}" presName="parentText" presStyleLbl="alignNode1" presStyleIdx="2" presStyleCnt="5">
        <dgm:presLayoutVars>
          <dgm:chMax val="1"/>
          <dgm:bulletEnabled val="1"/>
        </dgm:presLayoutVars>
      </dgm:prSet>
      <dgm:spPr/>
      <dgm:t>
        <a:bodyPr/>
        <a:lstStyle/>
        <a:p>
          <a:endParaRPr lang="en-US"/>
        </a:p>
      </dgm:t>
    </dgm:pt>
    <dgm:pt modelId="{6A5F6D49-F58C-44D2-95B5-27AE6BA52AE0}" type="pres">
      <dgm:prSet presAssocID="{DBDB3EA4-FA6B-4B8F-9958-B4697AD07C4F}" presName="descendantText" presStyleLbl="alignAcc1" presStyleIdx="2" presStyleCnt="5">
        <dgm:presLayoutVars>
          <dgm:bulletEnabled val="1"/>
        </dgm:presLayoutVars>
      </dgm:prSet>
      <dgm:spPr/>
      <dgm:t>
        <a:bodyPr/>
        <a:lstStyle/>
        <a:p>
          <a:endParaRPr lang="en-US"/>
        </a:p>
      </dgm:t>
    </dgm:pt>
    <dgm:pt modelId="{E6243E77-1E2F-4911-B4EA-C6B55F9E8906}" type="pres">
      <dgm:prSet presAssocID="{4752CB42-DA55-4593-BB0F-01A3ACF3C613}" presName="sp" presStyleCnt="0"/>
      <dgm:spPr/>
    </dgm:pt>
    <dgm:pt modelId="{4AE4F306-938A-4074-A07C-EDB019B5F95B}" type="pres">
      <dgm:prSet presAssocID="{93629082-2403-42D2-B95F-2D08D5D4B7E7}" presName="composite" presStyleCnt="0"/>
      <dgm:spPr/>
    </dgm:pt>
    <dgm:pt modelId="{22F3FA12-D184-473E-B810-7D1B976ABE7A}" type="pres">
      <dgm:prSet presAssocID="{93629082-2403-42D2-B95F-2D08D5D4B7E7}" presName="parentText" presStyleLbl="alignNode1" presStyleIdx="3" presStyleCnt="5">
        <dgm:presLayoutVars>
          <dgm:chMax val="1"/>
          <dgm:bulletEnabled val="1"/>
        </dgm:presLayoutVars>
      </dgm:prSet>
      <dgm:spPr/>
      <dgm:t>
        <a:bodyPr/>
        <a:lstStyle/>
        <a:p>
          <a:endParaRPr lang="en-US"/>
        </a:p>
      </dgm:t>
    </dgm:pt>
    <dgm:pt modelId="{D3187166-EBF7-4E31-9D39-8A5FC9F5BA42}" type="pres">
      <dgm:prSet presAssocID="{93629082-2403-42D2-B95F-2D08D5D4B7E7}" presName="descendantText" presStyleLbl="alignAcc1" presStyleIdx="3" presStyleCnt="5">
        <dgm:presLayoutVars>
          <dgm:bulletEnabled val="1"/>
        </dgm:presLayoutVars>
      </dgm:prSet>
      <dgm:spPr/>
      <dgm:t>
        <a:bodyPr/>
        <a:lstStyle/>
        <a:p>
          <a:endParaRPr lang="en-US"/>
        </a:p>
      </dgm:t>
    </dgm:pt>
    <dgm:pt modelId="{B60D8858-EF41-4E10-BA4E-5632AF77A954}" type="pres">
      <dgm:prSet presAssocID="{D44ACE80-D544-4022-99AD-7B25B808AC83}" presName="sp" presStyleCnt="0"/>
      <dgm:spPr/>
    </dgm:pt>
    <dgm:pt modelId="{4394E176-6B85-4B83-86AA-2D1525B7D555}" type="pres">
      <dgm:prSet presAssocID="{96E0EBA4-4A28-46B2-9931-2B543509CA2E}" presName="composite" presStyleCnt="0"/>
      <dgm:spPr/>
    </dgm:pt>
    <dgm:pt modelId="{8BDA7A95-2FE4-4CE6-9FD4-BB0CBDF13FA0}" type="pres">
      <dgm:prSet presAssocID="{96E0EBA4-4A28-46B2-9931-2B543509CA2E}" presName="parentText" presStyleLbl="alignNode1" presStyleIdx="4" presStyleCnt="5">
        <dgm:presLayoutVars>
          <dgm:chMax val="1"/>
          <dgm:bulletEnabled val="1"/>
        </dgm:presLayoutVars>
      </dgm:prSet>
      <dgm:spPr/>
      <dgm:t>
        <a:bodyPr/>
        <a:lstStyle/>
        <a:p>
          <a:endParaRPr lang="en-US"/>
        </a:p>
      </dgm:t>
    </dgm:pt>
    <dgm:pt modelId="{00CDC2CD-82E7-43CE-8C9B-AF79CC977A55}" type="pres">
      <dgm:prSet presAssocID="{96E0EBA4-4A28-46B2-9931-2B543509CA2E}" presName="descendantText" presStyleLbl="alignAcc1" presStyleIdx="4" presStyleCnt="5">
        <dgm:presLayoutVars>
          <dgm:bulletEnabled val="1"/>
        </dgm:presLayoutVars>
      </dgm:prSet>
      <dgm:spPr/>
      <dgm:t>
        <a:bodyPr/>
        <a:lstStyle/>
        <a:p>
          <a:endParaRPr lang="en-US"/>
        </a:p>
      </dgm:t>
    </dgm:pt>
  </dgm:ptLst>
  <dgm:cxnLst>
    <dgm:cxn modelId="{6A03082A-5370-41D2-9DE3-7CA5A469E99E}" type="presOf" srcId="{94C79803-26E9-4929-80AE-5D2275DC371C}" destId="{057CB470-A6A7-4716-9B2E-9ED10C6991F1}" srcOrd="0" destOrd="0" presId="urn:microsoft.com/office/officeart/2005/8/layout/chevron2"/>
    <dgm:cxn modelId="{B3E9EEB7-FB8D-42E0-8D34-EF8C31E4F8BB}" srcId="{06561C94-FE04-48DF-913E-76AFB2E174A7}" destId="{C664C769-F6CA-411B-A61D-17D62FC99F87}" srcOrd="0" destOrd="0" parTransId="{DBBF7634-0B48-4D7B-BE9F-3541DFACFC27}" sibTransId="{704E8708-C3DF-41EB-B0D0-D3B291F1E36C}"/>
    <dgm:cxn modelId="{681E4FA5-4A20-4AE7-ACAB-05F06B6ED68E}" type="presOf" srcId="{DBDB3EA4-FA6B-4B8F-9958-B4697AD07C4F}" destId="{0801ED12-3520-47B9-AF7F-F12F6E0B3A15}" srcOrd="0" destOrd="0" presId="urn:microsoft.com/office/officeart/2005/8/layout/chevron2"/>
    <dgm:cxn modelId="{C9FEC6AB-2427-416D-B716-09C7D7AEF367}" type="presOf" srcId="{5B0EE70F-F757-4C9B-ADED-296F6C241728}" destId="{00CDC2CD-82E7-43CE-8C9B-AF79CC977A55}" srcOrd="0" destOrd="0" presId="urn:microsoft.com/office/officeart/2005/8/layout/chevron2"/>
    <dgm:cxn modelId="{C2DCCDA6-B37C-4802-BDD6-B1AC37A99FA6}" type="presOf" srcId="{83B436E5-5974-479D-9BB0-D898C2C1DADC}" destId="{D3187166-EBF7-4E31-9D39-8A5FC9F5BA42}" srcOrd="0" destOrd="0" presId="urn:microsoft.com/office/officeart/2005/8/layout/chevron2"/>
    <dgm:cxn modelId="{2F2DF0F6-2AE4-4EFD-B9AF-7C2AD0EABA69}" type="presOf" srcId="{93629082-2403-42D2-B95F-2D08D5D4B7E7}" destId="{22F3FA12-D184-473E-B810-7D1B976ABE7A}" srcOrd="0" destOrd="0" presId="urn:microsoft.com/office/officeart/2005/8/layout/chevron2"/>
    <dgm:cxn modelId="{F7718FAF-B78D-4AEB-BE40-73A6CED78475}" srcId="{93629082-2403-42D2-B95F-2D08D5D4B7E7}" destId="{83B436E5-5974-479D-9BB0-D898C2C1DADC}" srcOrd="0" destOrd="0" parTransId="{580744DA-FB4C-4FE7-AC76-BD51418DE070}" sibTransId="{8DB7DF49-2303-47EB-9EAB-42994B878BF3}"/>
    <dgm:cxn modelId="{8184B8E1-0B16-40B3-B7E7-7A0C1FA14F22}" srcId="{A6060025-6159-42B5-A49A-E47FA5211735}" destId="{93629082-2403-42D2-B95F-2D08D5D4B7E7}" srcOrd="3" destOrd="0" parTransId="{1E7CDFDA-0BE4-4C18-8027-0704EB7C7CE0}" sibTransId="{D44ACE80-D544-4022-99AD-7B25B808AC83}"/>
    <dgm:cxn modelId="{D8F0A695-C36F-46FE-A350-0225021BEE8A}" type="presOf" srcId="{06561C94-FE04-48DF-913E-76AFB2E174A7}" destId="{EB50EF94-C270-41BD-B453-B9EC4F95E89C}" srcOrd="0" destOrd="0" presId="urn:microsoft.com/office/officeart/2005/8/layout/chevron2"/>
    <dgm:cxn modelId="{4A7BEB74-A50E-4B32-936F-33C391CDFCA6}" type="presOf" srcId="{D3D81A98-83AF-419F-BA2F-723C1EF80D8E}" destId="{6A5F6D49-F58C-44D2-95B5-27AE6BA52AE0}" srcOrd="0" destOrd="0" presId="urn:microsoft.com/office/officeart/2005/8/layout/chevron2"/>
    <dgm:cxn modelId="{13950B37-CF6C-4C20-AA6F-44173BFC45F7}" type="presOf" srcId="{C664C769-F6CA-411B-A61D-17D62FC99F87}" destId="{0A35BD99-9D94-42F2-99B6-896B65395AC8}" srcOrd="0" destOrd="0" presId="urn:microsoft.com/office/officeart/2005/8/layout/chevron2"/>
    <dgm:cxn modelId="{EBFF1B94-3847-48F4-839A-801A6FB49178}" srcId="{96E0EBA4-4A28-46B2-9931-2B543509CA2E}" destId="{5B0EE70F-F757-4C9B-ADED-296F6C241728}" srcOrd="0" destOrd="0" parTransId="{6BAFD399-6B99-45A0-991E-048E308176D3}" sibTransId="{6DD2E510-312E-4147-9EEA-05B9CCF141FB}"/>
    <dgm:cxn modelId="{BBB54423-2E78-4DCF-B1A3-342582D24FE4}" srcId="{A6060025-6159-42B5-A49A-E47FA5211735}" destId="{96E0EBA4-4A28-46B2-9931-2B543509CA2E}" srcOrd="4" destOrd="0" parTransId="{01F8B9CA-9F78-4F40-A960-468013EE9A15}" sibTransId="{3F21B775-CDF1-411F-8108-6FD5E58D1D5B}"/>
    <dgm:cxn modelId="{6FFDBB1B-4C9E-46D4-982B-8D0E03F35484}" srcId="{A6060025-6159-42B5-A49A-E47FA5211735}" destId="{94C79803-26E9-4929-80AE-5D2275DC371C}" srcOrd="0" destOrd="0" parTransId="{1CDBFFB6-60ED-4625-9EFA-913E3BD5BA78}" sibTransId="{8F1D489C-AEC6-4AA6-BA3A-472E4A991102}"/>
    <dgm:cxn modelId="{C9144C5C-B546-45F0-8822-7DBFDBC6B11D}" type="presOf" srcId="{96E0EBA4-4A28-46B2-9931-2B543509CA2E}" destId="{8BDA7A95-2FE4-4CE6-9FD4-BB0CBDF13FA0}" srcOrd="0" destOrd="0" presId="urn:microsoft.com/office/officeart/2005/8/layout/chevron2"/>
    <dgm:cxn modelId="{0847D795-6177-4D3B-8978-9BFA6BE58DB5}" srcId="{A6060025-6159-42B5-A49A-E47FA5211735}" destId="{06561C94-FE04-48DF-913E-76AFB2E174A7}" srcOrd="1" destOrd="0" parTransId="{C7BC130C-51E7-45F4-9F7F-53E047766CE3}" sibTransId="{B0E4FE7F-3673-4216-B4B7-2EE2E7D2FA8D}"/>
    <dgm:cxn modelId="{209ACF5C-AE66-4584-9412-415095462792}" srcId="{94C79803-26E9-4929-80AE-5D2275DC371C}" destId="{2317AAF1-E058-4515-B479-0EE0C565034E}" srcOrd="0" destOrd="0" parTransId="{7ACA92CF-9082-408A-9314-A9A7FB8171C2}" sibTransId="{F60F0409-FEFF-4EDF-8175-9AE63A5B5321}"/>
    <dgm:cxn modelId="{9F44B4EB-4FF6-4436-8AAA-97E755DAB71B}" type="presOf" srcId="{2317AAF1-E058-4515-B479-0EE0C565034E}" destId="{0A0EB43C-5DC0-4665-9B64-1A9107FE6AC7}" srcOrd="0" destOrd="0" presId="urn:microsoft.com/office/officeart/2005/8/layout/chevron2"/>
    <dgm:cxn modelId="{A869EB03-F4EA-47EC-A2A6-883A7A4494F8}" srcId="{A6060025-6159-42B5-A49A-E47FA5211735}" destId="{DBDB3EA4-FA6B-4B8F-9958-B4697AD07C4F}" srcOrd="2" destOrd="0" parTransId="{DA813F26-59A7-44C4-9F58-B25041F277B8}" sibTransId="{4752CB42-DA55-4593-BB0F-01A3ACF3C613}"/>
    <dgm:cxn modelId="{254274C2-1894-4082-9D99-F71F0A6E7AAD}" type="presOf" srcId="{A6060025-6159-42B5-A49A-E47FA5211735}" destId="{9934B781-E320-40E1-BC05-1935D11EB65B}" srcOrd="0" destOrd="0" presId="urn:microsoft.com/office/officeart/2005/8/layout/chevron2"/>
    <dgm:cxn modelId="{C197B5BC-17F3-418C-AD4A-F1EE5C4C4CD2}" srcId="{DBDB3EA4-FA6B-4B8F-9958-B4697AD07C4F}" destId="{D3D81A98-83AF-419F-BA2F-723C1EF80D8E}" srcOrd="0" destOrd="0" parTransId="{2E5CC845-C9C2-45E5-BFDB-8630304AD38C}" sibTransId="{BC7395D2-7599-43E3-BF88-DB1B0C99B259}"/>
    <dgm:cxn modelId="{73A683DD-EF41-4EDE-9C6A-812D985E1113}" type="presParOf" srcId="{9934B781-E320-40E1-BC05-1935D11EB65B}" destId="{B6472A9B-E9B7-4769-A597-FD9719B8D987}" srcOrd="0" destOrd="0" presId="urn:microsoft.com/office/officeart/2005/8/layout/chevron2"/>
    <dgm:cxn modelId="{D5928776-AA77-4823-A747-457CF3D1EEAB}" type="presParOf" srcId="{B6472A9B-E9B7-4769-A597-FD9719B8D987}" destId="{057CB470-A6A7-4716-9B2E-9ED10C6991F1}" srcOrd="0" destOrd="0" presId="urn:microsoft.com/office/officeart/2005/8/layout/chevron2"/>
    <dgm:cxn modelId="{1119C9A7-5B0C-42FC-A585-9F42D63F9FE1}" type="presParOf" srcId="{B6472A9B-E9B7-4769-A597-FD9719B8D987}" destId="{0A0EB43C-5DC0-4665-9B64-1A9107FE6AC7}" srcOrd="1" destOrd="0" presId="urn:microsoft.com/office/officeart/2005/8/layout/chevron2"/>
    <dgm:cxn modelId="{50EEF427-B8A7-4C55-B636-0A9D7D18493E}" type="presParOf" srcId="{9934B781-E320-40E1-BC05-1935D11EB65B}" destId="{5460C5CC-E4A3-44F6-91AB-3CDDE502C56C}" srcOrd="1" destOrd="0" presId="urn:microsoft.com/office/officeart/2005/8/layout/chevron2"/>
    <dgm:cxn modelId="{064891E6-00AB-4AEB-A466-F5FEFE5E77BE}" type="presParOf" srcId="{9934B781-E320-40E1-BC05-1935D11EB65B}" destId="{FBE3664B-5A85-4EB6-AA1E-AD9C243C8060}" srcOrd="2" destOrd="0" presId="urn:microsoft.com/office/officeart/2005/8/layout/chevron2"/>
    <dgm:cxn modelId="{078B397A-50BF-4178-A386-78AF8F508C7F}" type="presParOf" srcId="{FBE3664B-5A85-4EB6-AA1E-AD9C243C8060}" destId="{EB50EF94-C270-41BD-B453-B9EC4F95E89C}" srcOrd="0" destOrd="0" presId="urn:microsoft.com/office/officeart/2005/8/layout/chevron2"/>
    <dgm:cxn modelId="{454A7826-8BF7-46A5-B977-A198F176D84D}" type="presParOf" srcId="{FBE3664B-5A85-4EB6-AA1E-AD9C243C8060}" destId="{0A35BD99-9D94-42F2-99B6-896B65395AC8}" srcOrd="1" destOrd="0" presId="urn:microsoft.com/office/officeart/2005/8/layout/chevron2"/>
    <dgm:cxn modelId="{C5732B4C-F78A-47C6-B6D8-54C95F426E54}" type="presParOf" srcId="{9934B781-E320-40E1-BC05-1935D11EB65B}" destId="{1803AC8B-C12D-4A15-8C88-E517BD742BD7}" srcOrd="3" destOrd="0" presId="urn:microsoft.com/office/officeart/2005/8/layout/chevron2"/>
    <dgm:cxn modelId="{181DE420-B0BD-4A96-849E-FDFD98CFFA61}" type="presParOf" srcId="{9934B781-E320-40E1-BC05-1935D11EB65B}" destId="{D0B35097-9F89-4ACA-B01A-8EECA1E1743D}" srcOrd="4" destOrd="0" presId="urn:microsoft.com/office/officeart/2005/8/layout/chevron2"/>
    <dgm:cxn modelId="{DDC93EB7-6A29-495D-831F-06847D221B5A}" type="presParOf" srcId="{D0B35097-9F89-4ACA-B01A-8EECA1E1743D}" destId="{0801ED12-3520-47B9-AF7F-F12F6E0B3A15}" srcOrd="0" destOrd="0" presId="urn:microsoft.com/office/officeart/2005/8/layout/chevron2"/>
    <dgm:cxn modelId="{81056847-58ED-4E7D-A72A-1CD365A67B18}" type="presParOf" srcId="{D0B35097-9F89-4ACA-B01A-8EECA1E1743D}" destId="{6A5F6D49-F58C-44D2-95B5-27AE6BA52AE0}" srcOrd="1" destOrd="0" presId="urn:microsoft.com/office/officeart/2005/8/layout/chevron2"/>
    <dgm:cxn modelId="{CCDE93B3-65B9-47E4-94B1-C6CEABE8121E}" type="presParOf" srcId="{9934B781-E320-40E1-BC05-1935D11EB65B}" destId="{E6243E77-1E2F-4911-B4EA-C6B55F9E8906}" srcOrd="5" destOrd="0" presId="urn:microsoft.com/office/officeart/2005/8/layout/chevron2"/>
    <dgm:cxn modelId="{FBC85D5E-D48D-495B-98EB-64BD02240F9C}" type="presParOf" srcId="{9934B781-E320-40E1-BC05-1935D11EB65B}" destId="{4AE4F306-938A-4074-A07C-EDB019B5F95B}" srcOrd="6" destOrd="0" presId="urn:microsoft.com/office/officeart/2005/8/layout/chevron2"/>
    <dgm:cxn modelId="{6B767E60-E797-4797-863E-DBA99A0D5522}" type="presParOf" srcId="{4AE4F306-938A-4074-A07C-EDB019B5F95B}" destId="{22F3FA12-D184-473E-B810-7D1B976ABE7A}" srcOrd="0" destOrd="0" presId="urn:microsoft.com/office/officeart/2005/8/layout/chevron2"/>
    <dgm:cxn modelId="{EF07D2DE-42A5-432A-AC87-BA749497E30A}" type="presParOf" srcId="{4AE4F306-938A-4074-A07C-EDB019B5F95B}" destId="{D3187166-EBF7-4E31-9D39-8A5FC9F5BA42}" srcOrd="1" destOrd="0" presId="urn:microsoft.com/office/officeart/2005/8/layout/chevron2"/>
    <dgm:cxn modelId="{54704964-032F-461D-86D0-EDBBB1EB07F6}" type="presParOf" srcId="{9934B781-E320-40E1-BC05-1935D11EB65B}" destId="{B60D8858-EF41-4E10-BA4E-5632AF77A954}" srcOrd="7" destOrd="0" presId="urn:microsoft.com/office/officeart/2005/8/layout/chevron2"/>
    <dgm:cxn modelId="{399AD667-3996-472E-95E4-DA85D68C4390}" type="presParOf" srcId="{9934B781-E320-40E1-BC05-1935D11EB65B}" destId="{4394E176-6B85-4B83-86AA-2D1525B7D555}" srcOrd="8" destOrd="0" presId="urn:microsoft.com/office/officeart/2005/8/layout/chevron2"/>
    <dgm:cxn modelId="{EA40567D-60E3-46A5-917B-F13A387D4626}" type="presParOf" srcId="{4394E176-6B85-4B83-86AA-2D1525B7D555}" destId="{8BDA7A95-2FE4-4CE6-9FD4-BB0CBDF13FA0}" srcOrd="0" destOrd="0" presId="urn:microsoft.com/office/officeart/2005/8/layout/chevron2"/>
    <dgm:cxn modelId="{AB80A887-4ED5-41D6-9168-7507DFA51AA4}" type="presParOf" srcId="{4394E176-6B85-4B83-86AA-2D1525B7D555}" destId="{00CDC2CD-82E7-43CE-8C9B-AF79CC977A55}"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390E0F-5788-4D18-9D67-420C2353134D}" type="doc">
      <dgm:prSet loTypeId="urn:microsoft.com/office/officeart/2008/layout/VerticalCurvedList" loCatId="list" qsTypeId="urn:microsoft.com/office/officeart/2005/8/quickstyle/simple1" qsCatId="simple" csTypeId="urn:microsoft.com/office/officeart/2005/8/colors/colorful2" csCatId="colorful" phldr="1"/>
      <dgm:spPr/>
      <dgm:t>
        <a:bodyPr/>
        <a:lstStyle/>
        <a:p>
          <a:endParaRPr lang="en-US"/>
        </a:p>
      </dgm:t>
    </dgm:pt>
    <dgm:pt modelId="{CCFEF1C3-5A49-468C-B9EA-FFC654B5E911}">
      <dgm:prSet phldrT="[Text]" custT="1"/>
      <dgm:spPr/>
      <dgm:t>
        <a:bodyPr/>
        <a:lstStyle/>
        <a:p>
          <a:r>
            <a:rPr lang="en-US" sz="2400" dirty="0" smtClean="0"/>
            <a:t>Introduce learners to programming concepts and help them develop their ICT skills.</a:t>
          </a:r>
          <a:endParaRPr lang="en-US" sz="2400" dirty="0"/>
        </a:p>
      </dgm:t>
    </dgm:pt>
    <dgm:pt modelId="{506585F8-4FD7-4A7D-B451-84EEDA45F0B3}" type="parTrans" cxnId="{EA7B5729-F635-4E69-A68A-9F3694E414DF}">
      <dgm:prSet/>
      <dgm:spPr/>
      <dgm:t>
        <a:bodyPr/>
        <a:lstStyle/>
        <a:p>
          <a:endParaRPr lang="en-US" sz="2400"/>
        </a:p>
      </dgm:t>
    </dgm:pt>
    <dgm:pt modelId="{5B093EAA-D460-4BB3-BC17-5BBCEC725EB4}" type="sibTrans" cxnId="{EA7B5729-F635-4E69-A68A-9F3694E414DF}">
      <dgm:prSet/>
      <dgm:spPr/>
      <dgm:t>
        <a:bodyPr/>
        <a:lstStyle/>
        <a:p>
          <a:endParaRPr lang="en-US" sz="2400"/>
        </a:p>
      </dgm:t>
    </dgm:pt>
    <dgm:pt modelId="{06DF4BC3-7BFC-4AB1-B721-B375EF47F567}">
      <dgm:prSet phldrT="[Text]" custT="1"/>
      <dgm:spPr/>
      <dgm:t>
        <a:bodyPr/>
        <a:lstStyle/>
        <a:p>
          <a:r>
            <a:rPr lang="en-US" sz="2400" dirty="0" smtClean="0"/>
            <a:t>Books 1 to 5 focus on the fundamentals of computer science. This includes knowledge of software, hardware, networking, MS Office, MSWLOGO. </a:t>
          </a:r>
          <a:endParaRPr lang="en-US" sz="2400" dirty="0"/>
        </a:p>
      </dgm:t>
    </dgm:pt>
    <dgm:pt modelId="{6ED2D4B7-716E-4BC9-A255-5F689CBC5880}" type="parTrans" cxnId="{107C0BD0-5740-4D37-96C4-35441CDF06A4}">
      <dgm:prSet/>
      <dgm:spPr/>
      <dgm:t>
        <a:bodyPr/>
        <a:lstStyle/>
        <a:p>
          <a:endParaRPr lang="en-US" sz="2400"/>
        </a:p>
      </dgm:t>
    </dgm:pt>
    <dgm:pt modelId="{C90BFAC0-7F9C-418C-8327-EC711CAD8880}" type="sibTrans" cxnId="{107C0BD0-5740-4D37-96C4-35441CDF06A4}">
      <dgm:prSet/>
      <dgm:spPr/>
      <dgm:t>
        <a:bodyPr/>
        <a:lstStyle/>
        <a:p>
          <a:endParaRPr lang="en-US" sz="2400"/>
        </a:p>
      </dgm:t>
    </dgm:pt>
    <dgm:pt modelId="{7F7411E0-3604-4992-9E11-38EA742223DC}">
      <dgm:prSet phldrT="[Text]" custT="1"/>
      <dgm:spPr/>
      <dgm:t>
        <a:bodyPr/>
        <a:lstStyle/>
        <a:p>
          <a:r>
            <a:rPr lang="en-US" sz="2400" dirty="0" smtClean="0"/>
            <a:t>Time distribution: 2 period/week.</a:t>
          </a:r>
          <a:endParaRPr lang="en-US" sz="2400" dirty="0"/>
        </a:p>
      </dgm:t>
    </dgm:pt>
    <dgm:pt modelId="{63689155-877A-4402-A7D5-B4E0FEC5CDB1}" type="parTrans" cxnId="{B568AB42-9DC2-4111-8238-5E100A34B901}">
      <dgm:prSet/>
      <dgm:spPr/>
    </dgm:pt>
    <dgm:pt modelId="{52AD25B4-E3EC-40F8-B493-CC8C15727B7F}" type="sibTrans" cxnId="{B568AB42-9DC2-4111-8238-5E100A34B901}">
      <dgm:prSet/>
      <dgm:spPr/>
    </dgm:pt>
    <dgm:pt modelId="{6BEB88F6-292F-4DC5-AFF7-65C3A721B053}" type="pres">
      <dgm:prSet presAssocID="{55390E0F-5788-4D18-9D67-420C2353134D}" presName="Name0" presStyleCnt="0">
        <dgm:presLayoutVars>
          <dgm:chMax val="7"/>
          <dgm:chPref val="7"/>
          <dgm:dir/>
        </dgm:presLayoutVars>
      </dgm:prSet>
      <dgm:spPr/>
      <dgm:t>
        <a:bodyPr/>
        <a:lstStyle/>
        <a:p>
          <a:endParaRPr lang="en-US"/>
        </a:p>
      </dgm:t>
    </dgm:pt>
    <dgm:pt modelId="{076321D4-4DDC-466B-A643-2CE204514350}" type="pres">
      <dgm:prSet presAssocID="{55390E0F-5788-4D18-9D67-420C2353134D}" presName="Name1" presStyleCnt="0"/>
      <dgm:spPr/>
    </dgm:pt>
    <dgm:pt modelId="{CB9D4B82-8DC1-4A2E-8E90-8CF7A39A7AFC}" type="pres">
      <dgm:prSet presAssocID="{55390E0F-5788-4D18-9D67-420C2353134D}" presName="cycle" presStyleCnt="0"/>
      <dgm:spPr/>
    </dgm:pt>
    <dgm:pt modelId="{B9E204AB-A0D6-4923-A1DF-6047723DDD99}" type="pres">
      <dgm:prSet presAssocID="{55390E0F-5788-4D18-9D67-420C2353134D}" presName="srcNode" presStyleLbl="node1" presStyleIdx="0" presStyleCnt="3"/>
      <dgm:spPr/>
    </dgm:pt>
    <dgm:pt modelId="{70B1E106-6F71-4587-8A3E-C210ABB21C71}" type="pres">
      <dgm:prSet presAssocID="{55390E0F-5788-4D18-9D67-420C2353134D}" presName="conn" presStyleLbl="parChTrans1D2" presStyleIdx="0" presStyleCnt="1"/>
      <dgm:spPr/>
      <dgm:t>
        <a:bodyPr/>
        <a:lstStyle/>
        <a:p>
          <a:endParaRPr lang="en-US"/>
        </a:p>
      </dgm:t>
    </dgm:pt>
    <dgm:pt modelId="{D95135B7-C063-4DAC-A0F0-E52A6456207C}" type="pres">
      <dgm:prSet presAssocID="{55390E0F-5788-4D18-9D67-420C2353134D}" presName="extraNode" presStyleLbl="node1" presStyleIdx="0" presStyleCnt="3"/>
      <dgm:spPr/>
    </dgm:pt>
    <dgm:pt modelId="{9D032307-F76D-4AFB-A0B4-358A5760DC13}" type="pres">
      <dgm:prSet presAssocID="{55390E0F-5788-4D18-9D67-420C2353134D}" presName="dstNode" presStyleLbl="node1" presStyleIdx="0" presStyleCnt="3"/>
      <dgm:spPr/>
    </dgm:pt>
    <dgm:pt modelId="{DB4F306A-93C7-4BC4-9C73-AF006B8A3FD9}" type="pres">
      <dgm:prSet presAssocID="{CCFEF1C3-5A49-468C-B9EA-FFC654B5E911}" presName="text_1" presStyleLbl="node1" presStyleIdx="0" presStyleCnt="3">
        <dgm:presLayoutVars>
          <dgm:bulletEnabled val="1"/>
        </dgm:presLayoutVars>
      </dgm:prSet>
      <dgm:spPr/>
      <dgm:t>
        <a:bodyPr/>
        <a:lstStyle/>
        <a:p>
          <a:endParaRPr lang="en-US"/>
        </a:p>
      </dgm:t>
    </dgm:pt>
    <dgm:pt modelId="{C66E3D53-8C0B-4683-A1E4-547AC8B5D54E}" type="pres">
      <dgm:prSet presAssocID="{CCFEF1C3-5A49-468C-B9EA-FFC654B5E911}" presName="accent_1" presStyleCnt="0"/>
      <dgm:spPr/>
    </dgm:pt>
    <dgm:pt modelId="{B0F4995E-449F-42B3-9D8F-A526C3737317}" type="pres">
      <dgm:prSet presAssocID="{CCFEF1C3-5A49-468C-B9EA-FFC654B5E911}" presName="accentRepeatNode" presStyleLbl="solidFgAcc1" presStyleIdx="0" presStyleCnt="3"/>
      <dgm:spPr/>
    </dgm:pt>
    <dgm:pt modelId="{42A510C5-1B23-4F4C-B488-233607C33FAA}" type="pres">
      <dgm:prSet presAssocID="{06DF4BC3-7BFC-4AB1-B721-B375EF47F567}" presName="text_2" presStyleLbl="node1" presStyleIdx="1" presStyleCnt="3">
        <dgm:presLayoutVars>
          <dgm:bulletEnabled val="1"/>
        </dgm:presLayoutVars>
      </dgm:prSet>
      <dgm:spPr/>
      <dgm:t>
        <a:bodyPr/>
        <a:lstStyle/>
        <a:p>
          <a:endParaRPr lang="en-US"/>
        </a:p>
      </dgm:t>
    </dgm:pt>
    <dgm:pt modelId="{FC3A471C-5700-4103-8EFC-F2AF1B742ADC}" type="pres">
      <dgm:prSet presAssocID="{06DF4BC3-7BFC-4AB1-B721-B375EF47F567}" presName="accent_2" presStyleCnt="0"/>
      <dgm:spPr/>
    </dgm:pt>
    <dgm:pt modelId="{A052EB40-D73D-4F19-A321-427964AFFAEC}" type="pres">
      <dgm:prSet presAssocID="{06DF4BC3-7BFC-4AB1-B721-B375EF47F567}" presName="accentRepeatNode" presStyleLbl="solidFgAcc1" presStyleIdx="1" presStyleCnt="3"/>
      <dgm:spPr/>
    </dgm:pt>
    <dgm:pt modelId="{2F83983F-97AE-43E0-98AD-AA6056D4CCFA}" type="pres">
      <dgm:prSet presAssocID="{7F7411E0-3604-4992-9E11-38EA742223DC}" presName="text_3" presStyleLbl="node1" presStyleIdx="2" presStyleCnt="3">
        <dgm:presLayoutVars>
          <dgm:bulletEnabled val="1"/>
        </dgm:presLayoutVars>
      </dgm:prSet>
      <dgm:spPr/>
      <dgm:t>
        <a:bodyPr/>
        <a:lstStyle/>
        <a:p>
          <a:endParaRPr lang="en-US"/>
        </a:p>
      </dgm:t>
    </dgm:pt>
    <dgm:pt modelId="{07DA0A3F-A29E-46C9-9A69-60B208A94E53}" type="pres">
      <dgm:prSet presAssocID="{7F7411E0-3604-4992-9E11-38EA742223DC}" presName="accent_3" presStyleCnt="0"/>
      <dgm:spPr/>
    </dgm:pt>
    <dgm:pt modelId="{07695988-8E55-47B7-B0BE-DE3779139BA7}" type="pres">
      <dgm:prSet presAssocID="{7F7411E0-3604-4992-9E11-38EA742223DC}" presName="accentRepeatNode" presStyleLbl="solidFgAcc1" presStyleIdx="2" presStyleCnt="3"/>
      <dgm:spPr/>
    </dgm:pt>
  </dgm:ptLst>
  <dgm:cxnLst>
    <dgm:cxn modelId="{1D44D307-90E9-49DC-87AB-4AE313FED9F7}" type="presOf" srcId="{CCFEF1C3-5A49-468C-B9EA-FFC654B5E911}" destId="{DB4F306A-93C7-4BC4-9C73-AF006B8A3FD9}" srcOrd="0" destOrd="0" presId="urn:microsoft.com/office/officeart/2008/layout/VerticalCurvedList"/>
    <dgm:cxn modelId="{2DA8BFD4-C81A-486E-B1B7-5883CA22A87A}" type="presOf" srcId="{55390E0F-5788-4D18-9D67-420C2353134D}" destId="{6BEB88F6-292F-4DC5-AFF7-65C3A721B053}" srcOrd="0" destOrd="0" presId="urn:microsoft.com/office/officeart/2008/layout/VerticalCurvedList"/>
    <dgm:cxn modelId="{1CC8C80E-3C90-4CC4-82DD-1FD0661C456C}" type="presOf" srcId="{7F7411E0-3604-4992-9E11-38EA742223DC}" destId="{2F83983F-97AE-43E0-98AD-AA6056D4CCFA}" srcOrd="0" destOrd="0" presId="urn:microsoft.com/office/officeart/2008/layout/VerticalCurvedList"/>
    <dgm:cxn modelId="{B568AB42-9DC2-4111-8238-5E100A34B901}" srcId="{55390E0F-5788-4D18-9D67-420C2353134D}" destId="{7F7411E0-3604-4992-9E11-38EA742223DC}" srcOrd="2" destOrd="0" parTransId="{63689155-877A-4402-A7D5-B4E0FEC5CDB1}" sibTransId="{52AD25B4-E3EC-40F8-B493-CC8C15727B7F}"/>
    <dgm:cxn modelId="{F5F909ED-3A4E-4276-94D3-4C840175EC70}" type="presOf" srcId="{5B093EAA-D460-4BB3-BC17-5BBCEC725EB4}" destId="{70B1E106-6F71-4587-8A3E-C210ABB21C71}" srcOrd="0" destOrd="0" presId="urn:microsoft.com/office/officeart/2008/layout/VerticalCurvedList"/>
    <dgm:cxn modelId="{58017619-95A8-46E8-BEEE-79FAE0C1DDB6}" type="presOf" srcId="{06DF4BC3-7BFC-4AB1-B721-B375EF47F567}" destId="{42A510C5-1B23-4F4C-B488-233607C33FAA}" srcOrd="0" destOrd="0" presId="urn:microsoft.com/office/officeart/2008/layout/VerticalCurvedList"/>
    <dgm:cxn modelId="{EA7B5729-F635-4E69-A68A-9F3694E414DF}" srcId="{55390E0F-5788-4D18-9D67-420C2353134D}" destId="{CCFEF1C3-5A49-468C-B9EA-FFC654B5E911}" srcOrd="0" destOrd="0" parTransId="{506585F8-4FD7-4A7D-B451-84EEDA45F0B3}" sibTransId="{5B093EAA-D460-4BB3-BC17-5BBCEC725EB4}"/>
    <dgm:cxn modelId="{107C0BD0-5740-4D37-96C4-35441CDF06A4}" srcId="{55390E0F-5788-4D18-9D67-420C2353134D}" destId="{06DF4BC3-7BFC-4AB1-B721-B375EF47F567}" srcOrd="1" destOrd="0" parTransId="{6ED2D4B7-716E-4BC9-A255-5F689CBC5880}" sibTransId="{C90BFAC0-7F9C-418C-8327-EC711CAD8880}"/>
    <dgm:cxn modelId="{5D0849D6-DB59-456C-BC48-C4161F294DDC}" type="presParOf" srcId="{6BEB88F6-292F-4DC5-AFF7-65C3A721B053}" destId="{076321D4-4DDC-466B-A643-2CE204514350}" srcOrd="0" destOrd="0" presId="urn:microsoft.com/office/officeart/2008/layout/VerticalCurvedList"/>
    <dgm:cxn modelId="{E5F2E99D-0D19-4609-8C5A-E3E3CA11C445}" type="presParOf" srcId="{076321D4-4DDC-466B-A643-2CE204514350}" destId="{CB9D4B82-8DC1-4A2E-8E90-8CF7A39A7AFC}" srcOrd="0" destOrd="0" presId="urn:microsoft.com/office/officeart/2008/layout/VerticalCurvedList"/>
    <dgm:cxn modelId="{F6AF946E-5DCB-455E-88EF-AC3AF07B243E}" type="presParOf" srcId="{CB9D4B82-8DC1-4A2E-8E90-8CF7A39A7AFC}" destId="{B9E204AB-A0D6-4923-A1DF-6047723DDD99}" srcOrd="0" destOrd="0" presId="urn:microsoft.com/office/officeart/2008/layout/VerticalCurvedList"/>
    <dgm:cxn modelId="{850F8138-0D84-4431-A544-FA083FC7C19E}" type="presParOf" srcId="{CB9D4B82-8DC1-4A2E-8E90-8CF7A39A7AFC}" destId="{70B1E106-6F71-4587-8A3E-C210ABB21C71}" srcOrd="1" destOrd="0" presId="urn:microsoft.com/office/officeart/2008/layout/VerticalCurvedList"/>
    <dgm:cxn modelId="{0F125C4B-359F-4762-AD68-13FB4B28FFBF}" type="presParOf" srcId="{CB9D4B82-8DC1-4A2E-8E90-8CF7A39A7AFC}" destId="{D95135B7-C063-4DAC-A0F0-E52A6456207C}" srcOrd="2" destOrd="0" presId="urn:microsoft.com/office/officeart/2008/layout/VerticalCurvedList"/>
    <dgm:cxn modelId="{E91EE7B2-ACFB-474B-B11C-307D95EDAD22}" type="presParOf" srcId="{CB9D4B82-8DC1-4A2E-8E90-8CF7A39A7AFC}" destId="{9D032307-F76D-4AFB-A0B4-358A5760DC13}" srcOrd="3" destOrd="0" presId="urn:microsoft.com/office/officeart/2008/layout/VerticalCurvedList"/>
    <dgm:cxn modelId="{49E9E8E5-B05F-49AD-A604-366F9E5C445A}" type="presParOf" srcId="{076321D4-4DDC-466B-A643-2CE204514350}" destId="{DB4F306A-93C7-4BC4-9C73-AF006B8A3FD9}" srcOrd="1" destOrd="0" presId="urn:microsoft.com/office/officeart/2008/layout/VerticalCurvedList"/>
    <dgm:cxn modelId="{33887D0D-421E-4E4A-9670-A067550906E6}" type="presParOf" srcId="{076321D4-4DDC-466B-A643-2CE204514350}" destId="{C66E3D53-8C0B-4683-A1E4-547AC8B5D54E}" srcOrd="2" destOrd="0" presId="urn:microsoft.com/office/officeart/2008/layout/VerticalCurvedList"/>
    <dgm:cxn modelId="{3861BB98-ECF7-4CDC-9566-7E66C3CCF969}" type="presParOf" srcId="{C66E3D53-8C0B-4683-A1E4-547AC8B5D54E}" destId="{B0F4995E-449F-42B3-9D8F-A526C3737317}" srcOrd="0" destOrd="0" presId="urn:microsoft.com/office/officeart/2008/layout/VerticalCurvedList"/>
    <dgm:cxn modelId="{C67026B5-DE19-4BCB-8E84-EF07712CF24D}" type="presParOf" srcId="{076321D4-4DDC-466B-A643-2CE204514350}" destId="{42A510C5-1B23-4F4C-B488-233607C33FAA}" srcOrd="3" destOrd="0" presId="urn:microsoft.com/office/officeart/2008/layout/VerticalCurvedList"/>
    <dgm:cxn modelId="{85975FA8-1CF9-4C0E-800A-AB65C2D7058F}" type="presParOf" srcId="{076321D4-4DDC-466B-A643-2CE204514350}" destId="{FC3A471C-5700-4103-8EFC-F2AF1B742ADC}" srcOrd="4" destOrd="0" presId="urn:microsoft.com/office/officeart/2008/layout/VerticalCurvedList"/>
    <dgm:cxn modelId="{AAE660B5-576E-46BC-AE7E-9E84C4B131E8}" type="presParOf" srcId="{FC3A471C-5700-4103-8EFC-F2AF1B742ADC}" destId="{A052EB40-D73D-4F19-A321-427964AFFAEC}" srcOrd="0" destOrd="0" presId="urn:microsoft.com/office/officeart/2008/layout/VerticalCurvedList"/>
    <dgm:cxn modelId="{F575D140-9251-407B-A7AA-45412A8FF034}" type="presParOf" srcId="{076321D4-4DDC-466B-A643-2CE204514350}" destId="{2F83983F-97AE-43E0-98AD-AA6056D4CCFA}" srcOrd="5" destOrd="0" presId="urn:microsoft.com/office/officeart/2008/layout/VerticalCurvedList"/>
    <dgm:cxn modelId="{161DE4EE-BCB0-4BA9-BF84-84C4E8455FFC}" type="presParOf" srcId="{076321D4-4DDC-466B-A643-2CE204514350}" destId="{07DA0A3F-A29E-46C9-9A69-60B208A94E53}" srcOrd="6" destOrd="0" presId="urn:microsoft.com/office/officeart/2008/layout/VerticalCurvedList"/>
    <dgm:cxn modelId="{AF531376-779B-4F59-BDC1-C4D219731D22}" type="presParOf" srcId="{07DA0A3F-A29E-46C9-9A69-60B208A94E53}" destId="{07695988-8E55-47B7-B0BE-DE3779139BA7}"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8781BAF-4A40-44CA-A0E5-CA7BDD1CACDE}" type="doc">
      <dgm:prSet loTypeId="urn:microsoft.com/office/officeart/2005/8/layout/orgChart1" loCatId="hierarchy" qsTypeId="urn:microsoft.com/office/officeart/2005/8/quickstyle/simple2" qsCatId="simple" csTypeId="urn:microsoft.com/office/officeart/2005/8/colors/colorful2" csCatId="colorful" phldr="1"/>
      <dgm:spPr/>
      <dgm:t>
        <a:bodyPr/>
        <a:lstStyle/>
        <a:p>
          <a:endParaRPr lang="en-US"/>
        </a:p>
      </dgm:t>
    </dgm:pt>
    <dgm:pt modelId="{E1A4B4F2-1AD2-4143-B1F3-0395ECB128B5}">
      <dgm:prSet phldrT="[Text]" custT="1"/>
      <dgm:spPr/>
      <dgm:t>
        <a:bodyPr/>
        <a:lstStyle/>
        <a:p>
          <a:r>
            <a:rPr lang="en-US" sz="2800" b="1" dirty="0" smtClean="0">
              <a:latin typeface="Calibri" panose="020F0502020204030204" pitchFamily="34" charset="0"/>
              <a:cs typeface="Calibri" panose="020F0502020204030204" pitchFamily="34" charset="0"/>
            </a:rPr>
            <a:t>What is the program about?</a:t>
          </a:r>
          <a:endParaRPr lang="en-US" sz="2800" b="1" dirty="0">
            <a:latin typeface="Calibri" panose="020F0502020204030204" pitchFamily="34" charset="0"/>
            <a:cs typeface="Calibri" panose="020F0502020204030204" pitchFamily="34" charset="0"/>
          </a:endParaRPr>
        </a:p>
      </dgm:t>
    </dgm:pt>
    <dgm:pt modelId="{340D93C2-930C-4B73-BD82-5CF60CF17A8B}" type="parTrans" cxnId="{8F69DF19-F5CB-4FC7-B3D4-3F22CFBAF9CA}">
      <dgm:prSet/>
      <dgm:spPr/>
      <dgm:t>
        <a:bodyPr/>
        <a:lstStyle/>
        <a:p>
          <a:endParaRPr lang="en-US" sz="2800">
            <a:latin typeface="Calibri" panose="020F0502020204030204" pitchFamily="34" charset="0"/>
            <a:cs typeface="Calibri" panose="020F0502020204030204" pitchFamily="34" charset="0"/>
          </a:endParaRPr>
        </a:p>
      </dgm:t>
    </dgm:pt>
    <dgm:pt modelId="{87E17F3D-6424-4055-B75C-073497DFDB8C}" type="sibTrans" cxnId="{8F69DF19-F5CB-4FC7-B3D4-3F22CFBAF9CA}">
      <dgm:prSet/>
      <dgm:spPr/>
      <dgm:t>
        <a:bodyPr/>
        <a:lstStyle/>
        <a:p>
          <a:endParaRPr lang="en-US" sz="2800">
            <a:latin typeface="Calibri" panose="020F0502020204030204" pitchFamily="34" charset="0"/>
            <a:cs typeface="Calibri" panose="020F0502020204030204" pitchFamily="34" charset="0"/>
          </a:endParaRPr>
        </a:p>
      </dgm:t>
    </dgm:pt>
    <dgm:pt modelId="{18C0FFC7-0F07-487C-ADF3-F6B9B46E81B9}">
      <dgm:prSet phldrT="[Text]" custT="1"/>
      <dgm:spPr/>
      <dgm:t>
        <a:bodyPr/>
        <a:lstStyle/>
        <a:p>
          <a:r>
            <a:rPr lang="en-US" sz="2800" dirty="0" smtClean="0">
              <a:effectLst/>
              <a:latin typeface="Calibri" panose="020F0502020204030204" pitchFamily="34" charset="0"/>
              <a:cs typeface="Calibri" panose="020F0502020204030204" pitchFamily="34" charset="0"/>
            </a:rPr>
            <a:t>Computer fundamentals</a:t>
          </a:r>
          <a:endParaRPr lang="en-US" sz="2800" dirty="0">
            <a:latin typeface="Calibri" panose="020F0502020204030204" pitchFamily="34" charset="0"/>
            <a:cs typeface="Calibri" panose="020F0502020204030204" pitchFamily="34" charset="0"/>
          </a:endParaRPr>
        </a:p>
      </dgm:t>
    </dgm:pt>
    <dgm:pt modelId="{262E834F-B76C-48E4-AD42-CBEE0C4E04C1}" type="parTrans" cxnId="{4668A12A-8C16-48BC-A292-04228CA31F69}">
      <dgm:prSet/>
      <dgm:spPr/>
      <dgm:t>
        <a:bodyPr/>
        <a:lstStyle/>
        <a:p>
          <a:endParaRPr lang="en-US" sz="2800">
            <a:latin typeface="Calibri" panose="020F0502020204030204" pitchFamily="34" charset="0"/>
            <a:cs typeface="Calibri" panose="020F0502020204030204" pitchFamily="34" charset="0"/>
          </a:endParaRPr>
        </a:p>
      </dgm:t>
    </dgm:pt>
    <dgm:pt modelId="{9193D7DB-FB01-4101-A9FE-6AA8F8868EA3}" type="sibTrans" cxnId="{4668A12A-8C16-48BC-A292-04228CA31F69}">
      <dgm:prSet/>
      <dgm:spPr/>
      <dgm:t>
        <a:bodyPr/>
        <a:lstStyle/>
        <a:p>
          <a:endParaRPr lang="en-US" sz="2800">
            <a:latin typeface="Calibri" panose="020F0502020204030204" pitchFamily="34" charset="0"/>
            <a:cs typeface="Calibri" panose="020F0502020204030204" pitchFamily="34" charset="0"/>
          </a:endParaRPr>
        </a:p>
      </dgm:t>
    </dgm:pt>
    <dgm:pt modelId="{4607E14E-BEB5-448C-B729-D349987A34BC}">
      <dgm:prSet phldrT="[Text]" custT="1"/>
      <dgm:spPr/>
      <dgm:t>
        <a:bodyPr/>
        <a:lstStyle/>
        <a:p>
          <a:r>
            <a:rPr lang="en-US" sz="2800" dirty="0" smtClean="0">
              <a:latin typeface="Calibri" panose="020F0502020204030204" pitchFamily="34" charset="0"/>
              <a:ea typeface="Times New Roman" panose="02020603050405020304" pitchFamily="18" charset="0"/>
              <a:cs typeface="Calibri" panose="020F0502020204030204" pitchFamily="34" charset="0"/>
            </a:rPr>
            <a:t>Key applications</a:t>
          </a:r>
          <a:endParaRPr lang="en-US" sz="2800" dirty="0">
            <a:latin typeface="Calibri" panose="020F0502020204030204" pitchFamily="34" charset="0"/>
            <a:cs typeface="Calibri" panose="020F0502020204030204" pitchFamily="34" charset="0"/>
          </a:endParaRPr>
        </a:p>
      </dgm:t>
    </dgm:pt>
    <dgm:pt modelId="{990B851D-26AB-46A4-83D3-372A00C55F8D}" type="parTrans" cxnId="{39FC740A-12F7-4D3C-9537-6382555FD38C}">
      <dgm:prSet/>
      <dgm:spPr/>
      <dgm:t>
        <a:bodyPr/>
        <a:lstStyle/>
        <a:p>
          <a:endParaRPr lang="en-US" sz="2800">
            <a:latin typeface="Calibri" panose="020F0502020204030204" pitchFamily="34" charset="0"/>
            <a:cs typeface="Calibri" panose="020F0502020204030204" pitchFamily="34" charset="0"/>
          </a:endParaRPr>
        </a:p>
      </dgm:t>
    </dgm:pt>
    <dgm:pt modelId="{1B81B2C7-1B94-41EB-AFDA-99CADA5B527A}" type="sibTrans" cxnId="{39FC740A-12F7-4D3C-9537-6382555FD38C}">
      <dgm:prSet/>
      <dgm:spPr/>
      <dgm:t>
        <a:bodyPr/>
        <a:lstStyle/>
        <a:p>
          <a:endParaRPr lang="en-US" sz="2800">
            <a:latin typeface="Calibri" panose="020F0502020204030204" pitchFamily="34" charset="0"/>
            <a:cs typeface="Calibri" panose="020F0502020204030204" pitchFamily="34" charset="0"/>
          </a:endParaRPr>
        </a:p>
      </dgm:t>
    </dgm:pt>
    <dgm:pt modelId="{19C32D96-039A-4EF8-8BAF-561BF66FE9E1}">
      <dgm:prSet phldrT="[Text]" custT="1"/>
      <dgm:spPr/>
      <dgm:t>
        <a:bodyPr/>
        <a:lstStyle/>
        <a:p>
          <a:r>
            <a:rPr lang="en-US" sz="2800" dirty="0" smtClean="0">
              <a:latin typeface="Calibri" panose="020F0502020204030204" pitchFamily="34" charset="0"/>
              <a:ea typeface="Times New Roman" panose="02020603050405020304" pitchFamily="18" charset="0"/>
              <a:cs typeface="Calibri" panose="020F0502020204030204" pitchFamily="34" charset="0"/>
            </a:rPr>
            <a:t>Living online</a:t>
          </a:r>
          <a:endParaRPr lang="en-US" sz="2800" dirty="0">
            <a:latin typeface="Calibri" panose="020F0502020204030204" pitchFamily="34" charset="0"/>
            <a:cs typeface="Calibri" panose="020F0502020204030204" pitchFamily="34" charset="0"/>
          </a:endParaRPr>
        </a:p>
      </dgm:t>
    </dgm:pt>
    <dgm:pt modelId="{9D036A81-C2D2-420C-8B79-A5FA26A26C12}" type="parTrans" cxnId="{968DE048-332B-41A0-8767-57966F69D577}">
      <dgm:prSet/>
      <dgm:spPr/>
      <dgm:t>
        <a:bodyPr/>
        <a:lstStyle/>
        <a:p>
          <a:endParaRPr lang="en-US" sz="2800">
            <a:latin typeface="Calibri" panose="020F0502020204030204" pitchFamily="34" charset="0"/>
            <a:cs typeface="Calibri" panose="020F0502020204030204" pitchFamily="34" charset="0"/>
          </a:endParaRPr>
        </a:p>
      </dgm:t>
    </dgm:pt>
    <dgm:pt modelId="{2FE3F53F-96DB-4C6F-9165-E66355C52B2E}" type="sibTrans" cxnId="{968DE048-332B-41A0-8767-57966F69D577}">
      <dgm:prSet/>
      <dgm:spPr/>
      <dgm:t>
        <a:bodyPr/>
        <a:lstStyle/>
        <a:p>
          <a:endParaRPr lang="en-US" sz="2800">
            <a:latin typeface="Calibri" panose="020F0502020204030204" pitchFamily="34" charset="0"/>
            <a:cs typeface="Calibri" panose="020F0502020204030204" pitchFamily="34" charset="0"/>
          </a:endParaRPr>
        </a:p>
      </dgm:t>
    </dgm:pt>
    <dgm:pt modelId="{240553C0-E86B-4062-97D1-9FEF14A8A2A2}">
      <dgm:prSet phldrT="[Text]" custT="1"/>
      <dgm:spPr/>
      <dgm:t>
        <a:bodyPr/>
        <a:lstStyle/>
        <a:p>
          <a:r>
            <a:rPr lang="en-US" sz="2800" dirty="0" smtClean="0">
              <a:effectLst/>
              <a:latin typeface="Calibri" panose="020F0502020204030204" pitchFamily="34" charset="0"/>
              <a:cs typeface="Calibri" panose="020F0502020204030204" pitchFamily="34" charset="0"/>
            </a:rPr>
            <a:t>Computer Science</a:t>
          </a:r>
          <a:endParaRPr lang="en-US" sz="2800" dirty="0">
            <a:latin typeface="Calibri" panose="020F0502020204030204" pitchFamily="34" charset="0"/>
            <a:cs typeface="Calibri" panose="020F0502020204030204" pitchFamily="34" charset="0"/>
          </a:endParaRPr>
        </a:p>
      </dgm:t>
    </dgm:pt>
    <dgm:pt modelId="{28CDA5FE-F98F-4C46-BE0C-2283686AE8FC}" type="parTrans" cxnId="{7D1E3008-36FC-4412-B394-EAF99F4AF124}">
      <dgm:prSet/>
      <dgm:spPr/>
      <dgm:t>
        <a:bodyPr/>
        <a:lstStyle/>
        <a:p>
          <a:endParaRPr lang="en-US" sz="2800">
            <a:latin typeface="Calibri" panose="020F0502020204030204" pitchFamily="34" charset="0"/>
            <a:cs typeface="Calibri" panose="020F0502020204030204" pitchFamily="34" charset="0"/>
          </a:endParaRPr>
        </a:p>
      </dgm:t>
    </dgm:pt>
    <dgm:pt modelId="{F8ADD639-CE7D-4087-BA08-7AACBDEF03FE}" type="sibTrans" cxnId="{7D1E3008-36FC-4412-B394-EAF99F4AF124}">
      <dgm:prSet/>
      <dgm:spPr/>
      <dgm:t>
        <a:bodyPr/>
        <a:lstStyle/>
        <a:p>
          <a:endParaRPr lang="en-US" sz="2800">
            <a:latin typeface="Calibri" panose="020F0502020204030204" pitchFamily="34" charset="0"/>
            <a:cs typeface="Calibri" panose="020F0502020204030204" pitchFamily="34" charset="0"/>
          </a:endParaRPr>
        </a:p>
      </dgm:t>
    </dgm:pt>
    <dgm:pt modelId="{959D91D7-61C7-4A7B-BE7C-3A1C315F9C9A}" type="pres">
      <dgm:prSet presAssocID="{F8781BAF-4A40-44CA-A0E5-CA7BDD1CACDE}" presName="hierChild1" presStyleCnt="0">
        <dgm:presLayoutVars>
          <dgm:orgChart val="1"/>
          <dgm:chPref val="1"/>
          <dgm:dir/>
          <dgm:animOne val="branch"/>
          <dgm:animLvl val="lvl"/>
          <dgm:resizeHandles/>
        </dgm:presLayoutVars>
      </dgm:prSet>
      <dgm:spPr/>
      <dgm:t>
        <a:bodyPr/>
        <a:lstStyle/>
        <a:p>
          <a:endParaRPr lang="en-US"/>
        </a:p>
      </dgm:t>
    </dgm:pt>
    <dgm:pt modelId="{42F792F4-952B-4C52-BCF8-543F860CF5E8}" type="pres">
      <dgm:prSet presAssocID="{E1A4B4F2-1AD2-4143-B1F3-0395ECB128B5}" presName="hierRoot1" presStyleCnt="0">
        <dgm:presLayoutVars>
          <dgm:hierBranch val="init"/>
        </dgm:presLayoutVars>
      </dgm:prSet>
      <dgm:spPr/>
    </dgm:pt>
    <dgm:pt modelId="{4AECC85D-5810-4944-A29B-4B78487439F4}" type="pres">
      <dgm:prSet presAssocID="{E1A4B4F2-1AD2-4143-B1F3-0395ECB128B5}" presName="rootComposite1" presStyleCnt="0"/>
      <dgm:spPr/>
    </dgm:pt>
    <dgm:pt modelId="{9C7B5E89-ED91-457B-9B3F-EEB5C5A46586}" type="pres">
      <dgm:prSet presAssocID="{E1A4B4F2-1AD2-4143-B1F3-0395ECB128B5}" presName="rootText1" presStyleLbl="node0" presStyleIdx="0" presStyleCnt="1">
        <dgm:presLayoutVars>
          <dgm:chPref val="3"/>
        </dgm:presLayoutVars>
      </dgm:prSet>
      <dgm:spPr/>
      <dgm:t>
        <a:bodyPr/>
        <a:lstStyle/>
        <a:p>
          <a:endParaRPr lang="en-US"/>
        </a:p>
      </dgm:t>
    </dgm:pt>
    <dgm:pt modelId="{277E86E5-768F-4767-BFF1-4EA93A5C7A47}" type="pres">
      <dgm:prSet presAssocID="{E1A4B4F2-1AD2-4143-B1F3-0395ECB128B5}" presName="rootConnector1" presStyleLbl="node1" presStyleIdx="0" presStyleCnt="0"/>
      <dgm:spPr/>
      <dgm:t>
        <a:bodyPr/>
        <a:lstStyle/>
        <a:p>
          <a:endParaRPr lang="en-US"/>
        </a:p>
      </dgm:t>
    </dgm:pt>
    <dgm:pt modelId="{91CA604D-DB58-4A38-A567-94CC3C7475FE}" type="pres">
      <dgm:prSet presAssocID="{E1A4B4F2-1AD2-4143-B1F3-0395ECB128B5}" presName="hierChild2" presStyleCnt="0"/>
      <dgm:spPr/>
    </dgm:pt>
    <dgm:pt modelId="{8EA18938-5E10-4D7F-B3E6-09A41472AF03}" type="pres">
      <dgm:prSet presAssocID="{262E834F-B76C-48E4-AD42-CBEE0C4E04C1}" presName="Name37" presStyleLbl="parChTrans1D2" presStyleIdx="0" presStyleCnt="4"/>
      <dgm:spPr/>
      <dgm:t>
        <a:bodyPr/>
        <a:lstStyle/>
        <a:p>
          <a:endParaRPr lang="en-US"/>
        </a:p>
      </dgm:t>
    </dgm:pt>
    <dgm:pt modelId="{0A13BA04-0726-4385-8717-57D1222F0EBD}" type="pres">
      <dgm:prSet presAssocID="{18C0FFC7-0F07-487C-ADF3-F6B9B46E81B9}" presName="hierRoot2" presStyleCnt="0">
        <dgm:presLayoutVars>
          <dgm:hierBranch val="init"/>
        </dgm:presLayoutVars>
      </dgm:prSet>
      <dgm:spPr/>
    </dgm:pt>
    <dgm:pt modelId="{E47B3798-552E-454C-8077-B900CD8CD1DC}" type="pres">
      <dgm:prSet presAssocID="{18C0FFC7-0F07-487C-ADF3-F6B9B46E81B9}" presName="rootComposite" presStyleCnt="0"/>
      <dgm:spPr/>
    </dgm:pt>
    <dgm:pt modelId="{2B45F558-4070-4E08-9378-95895AB79F1D}" type="pres">
      <dgm:prSet presAssocID="{18C0FFC7-0F07-487C-ADF3-F6B9B46E81B9}" presName="rootText" presStyleLbl="node2" presStyleIdx="0" presStyleCnt="4">
        <dgm:presLayoutVars>
          <dgm:chPref val="3"/>
        </dgm:presLayoutVars>
      </dgm:prSet>
      <dgm:spPr/>
      <dgm:t>
        <a:bodyPr/>
        <a:lstStyle/>
        <a:p>
          <a:endParaRPr lang="en-US"/>
        </a:p>
      </dgm:t>
    </dgm:pt>
    <dgm:pt modelId="{D4309295-E7A9-4AE9-8B31-0102FB43EF9A}" type="pres">
      <dgm:prSet presAssocID="{18C0FFC7-0F07-487C-ADF3-F6B9B46E81B9}" presName="rootConnector" presStyleLbl="node2" presStyleIdx="0" presStyleCnt="4"/>
      <dgm:spPr/>
      <dgm:t>
        <a:bodyPr/>
        <a:lstStyle/>
        <a:p>
          <a:endParaRPr lang="en-US"/>
        </a:p>
      </dgm:t>
    </dgm:pt>
    <dgm:pt modelId="{8A0617C5-C563-457B-B608-F27C39165999}" type="pres">
      <dgm:prSet presAssocID="{18C0FFC7-0F07-487C-ADF3-F6B9B46E81B9}" presName="hierChild4" presStyleCnt="0"/>
      <dgm:spPr/>
    </dgm:pt>
    <dgm:pt modelId="{11190F3E-518A-4B88-B09D-6CEAC09D45DB}" type="pres">
      <dgm:prSet presAssocID="{18C0FFC7-0F07-487C-ADF3-F6B9B46E81B9}" presName="hierChild5" presStyleCnt="0"/>
      <dgm:spPr/>
    </dgm:pt>
    <dgm:pt modelId="{6056C1C9-CD6B-4802-A9E7-073386153D6D}" type="pres">
      <dgm:prSet presAssocID="{990B851D-26AB-46A4-83D3-372A00C55F8D}" presName="Name37" presStyleLbl="parChTrans1D2" presStyleIdx="1" presStyleCnt="4"/>
      <dgm:spPr/>
      <dgm:t>
        <a:bodyPr/>
        <a:lstStyle/>
        <a:p>
          <a:endParaRPr lang="en-US"/>
        </a:p>
      </dgm:t>
    </dgm:pt>
    <dgm:pt modelId="{A819FD3D-8F63-4821-B8DB-882BD59BEDD6}" type="pres">
      <dgm:prSet presAssocID="{4607E14E-BEB5-448C-B729-D349987A34BC}" presName="hierRoot2" presStyleCnt="0">
        <dgm:presLayoutVars>
          <dgm:hierBranch val="init"/>
        </dgm:presLayoutVars>
      </dgm:prSet>
      <dgm:spPr/>
    </dgm:pt>
    <dgm:pt modelId="{14BBD89D-5448-4C07-B034-DED9F99C7EF7}" type="pres">
      <dgm:prSet presAssocID="{4607E14E-BEB5-448C-B729-D349987A34BC}" presName="rootComposite" presStyleCnt="0"/>
      <dgm:spPr/>
    </dgm:pt>
    <dgm:pt modelId="{7CADD9F7-568B-4F7B-83EA-82D03BA202E9}" type="pres">
      <dgm:prSet presAssocID="{4607E14E-BEB5-448C-B729-D349987A34BC}" presName="rootText" presStyleLbl="node2" presStyleIdx="1" presStyleCnt="4">
        <dgm:presLayoutVars>
          <dgm:chPref val="3"/>
        </dgm:presLayoutVars>
      </dgm:prSet>
      <dgm:spPr/>
      <dgm:t>
        <a:bodyPr/>
        <a:lstStyle/>
        <a:p>
          <a:endParaRPr lang="en-US"/>
        </a:p>
      </dgm:t>
    </dgm:pt>
    <dgm:pt modelId="{0194C8D4-8D3F-4EDA-B273-8FCC6994A21A}" type="pres">
      <dgm:prSet presAssocID="{4607E14E-BEB5-448C-B729-D349987A34BC}" presName="rootConnector" presStyleLbl="node2" presStyleIdx="1" presStyleCnt="4"/>
      <dgm:spPr/>
      <dgm:t>
        <a:bodyPr/>
        <a:lstStyle/>
        <a:p>
          <a:endParaRPr lang="en-US"/>
        </a:p>
      </dgm:t>
    </dgm:pt>
    <dgm:pt modelId="{C7EC7030-0566-430E-96E8-4F30D19E2FC8}" type="pres">
      <dgm:prSet presAssocID="{4607E14E-BEB5-448C-B729-D349987A34BC}" presName="hierChild4" presStyleCnt="0"/>
      <dgm:spPr/>
    </dgm:pt>
    <dgm:pt modelId="{464FC5EA-B7C8-47A6-937B-8313F3B4CEDF}" type="pres">
      <dgm:prSet presAssocID="{4607E14E-BEB5-448C-B729-D349987A34BC}" presName="hierChild5" presStyleCnt="0"/>
      <dgm:spPr/>
    </dgm:pt>
    <dgm:pt modelId="{D29C1ACF-4D0E-404E-83D8-446116103D15}" type="pres">
      <dgm:prSet presAssocID="{9D036A81-C2D2-420C-8B79-A5FA26A26C12}" presName="Name37" presStyleLbl="parChTrans1D2" presStyleIdx="2" presStyleCnt="4"/>
      <dgm:spPr/>
      <dgm:t>
        <a:bodyPr/>
        <a:lstStyle/>
        <a:p>
          <a:endParaRPr lang="en-US"/>
        </a:p>
      </dgm:t>
    </dgm:pt>
    <dgm:pt modelId="{C78B4ECD-87C4-42A9-B34F-BEEA7600E6BA}" type="pres">
      <dgm:prSet presAssocID="{19C32D96-039A-4EF8-8BAF-561BF66FE9E1}" presName="hierRoot2" presStyleCnt="0">
        <dgm:presLayoutVars>
          <dgm:hierBranch val="init"/>
        </dgm:presLayoutVars>
      </dgm:prSet>
      <dgm:spPr/>
    </dgm:pt>
    <dgm:pt modelId="{4FFE0DD1-C92D-44CB-B813-2E15D7DB98FE}" type="pres">
      <dgm:prSet presAssocID="{19C32D96-039A-4EF8-8BAF-561BF66FE9E1}" presName="rootComposite" presStyleCnt="0"/>
      <dgm:spPr/>
    </dgm:pt>
    <dgm:pt modelId="{E82CD2AB-4BC6-40D7-9761-EB291CA3F078}" type="pres">
      <dgm:prSet presAssocID="{19C32D96-039A-4EF8-8BAF-561BF66FE9E1}" presName="rootText" presStyleLbl="node2" presStyleIdx="2" presStyleCnt="4">
        <dgm:presLayoutVars>
          <dgm:chPref val="3"/>
        </dgm:presLayoutVars>
      </dgm:prSet>
      <dgm:spPr/>
      <dgm:t>
        <a:bodyPr/>
        <a:lstStyle/>
        <a:p>
          <a:endParaRPr lang="en-US"/>
        </a:p>
      </dgm:t>
    </dgm:pt>
    <dgm:pt modelId="{7ECE5850-2AB9-4E72-8473-1BAA8CE9E99B}" type="pres">
      <dgm:prSet presAssocID="{19C32D96-039A-4EF8-8BAF-561BF66FE9E1}" presName="rootConnector" presStyleLbl="node2" presStyleIdx="2" presStyleCnt="4"/>
      <dgm:spPr/>
      <dgm:t>
        <a:bodyPr/>
        <a:lstStyle/>
        <a:p>
          <a:endParaRPr lang="en-US"/>
        </a:p>
      </dgm:t>
    </dgm:pt>
    <dgm:pt modelId="{48DA24CE-D5D9-47AE-89C8-4B2B0291EF6A}" type="pres">
      <dgm:prSet presAssocID="{19C32D96-039A-4EF8-8BAF-561BF66FE9E1}" presName="hierChild4" presStyleCnt="0"/>
      <dgm:spPr/>
    </dgm:pt>
    <dgm:pt modelId="{F3A8F6A1-13CD-416F-AC35-D02F9C8BFC1A}" type="pres">
      <dgm:prSet presAssocID="{19C32D96-039A-4EF8-8BAF-561BF66FE9E1}" presName="hierChild5" presStyleCnt="0"/>
      <dgm:spPr/>
    </dgm:pt>
    <dgm:pt modelId="{C173FDA5-A36A-4DDB-8B33-0F7FAAF0FA46}" type="pres">
      <dgm:prSet presAssocID="{28CDA5FE-F98F-4C46-BE0C-2283686AE8FC}" presName="Name37" presStyleLbl="parChTrans1D2" presStyleIdx="3" presStyleCnt="4"/>
      <dgm:spPr/>
      <dgm:t>
        <a:bodyPr/>
        <a:lstStyle/>
        <a:p>
          <a:endParaRPr lang="en-US"/>
        </a:p>
      </dgm:t>
    </dgm:pt>
    <dgm:pt modelId="{48ACBB76-962D-41BA-9FB3-E2101DD1E1D2}" type="pres">
      <dgm:prSet presAssocID="{240553C0-E86B-4062-97D1-9FEF14A8A2A2}" presName="hierRoot2" presStyleCnt="0">
        <dgm:presLayoutVars>
          <dgm:hierBranch val="init"/>
        </dgm:presLayoutVars>
      </dgm:prSet>
      <dgm:spPr/>
    </dgm:pt>
    <dgm:pt modelId="{BD500F18-1394-4F7E-A952-127556C7DF9D}" type="pres">
      <dgm:prSet presAssocID="{240553C0-E86B-4062-97D1-9FEF14A8A2A2}" presName="rootComposite" presStyleCnt="0"/>
      <dgm:spPr/>
    </dgm:pt>
    <dgm:pt modelId="{36172FC7-2443-45E3-B27B-571396F590DB}" type="pres">
      <dgm:prSet presAssocID="{240553C0-E86B-4062-97D1-9FEF14A8A2A2}" presName="rootText" presStyleLbl="node2" presStyleIdx="3" presStyleCnt="4">
        <dgm:presLayoutVars>
          <dgm:chPref val="3"/>
        </dgm:presLayoutVars>
      </dgm:prSet>
      <dgm:spPr/>
      <dgm:t>
        <a:bodyPr/>
        <a:lstStyle/>
        <a:p>
          <a:endParaRPr lang="en-US"/>
        </a:p>
      </dgm:t>
    </dgm:pt>
    <dgm:pt modelId="{79AE2582-2B65-4210-A0AC-B56B45C930B1}" type="pres">
      <dgm:prSet presAssocID="{240553C0-E86B-4062-97D1-9FEF14A8A2A2}" presName="rootConnector" presStyleLbl="node2" presStyleIdx="3" presStyleCnt="4"/>
      <dgm:spPr/>
      <dgm:t>
        <a:bodyPr/>
        <a:lstStyle/>
        <a:p>
          <a:endParaRPr lang="en-US"/>
        </a:p>
      </dgm:t>
    </dgm:pt>
    <dgm:pt modelId="{DAAE461C-7E96-4EEB-93D8-3E0091B5B079}" type="pres">
      <dgm:prSet presAssocID="{240553C0-E86B-4062-97D1-9FEF14A8A2A2}" presName="hierChild4" presStyleCnt="0"/>
      <dgm:spPr/>
    </dgm:pt>
    <dgm:pt modelId="{D22689EB-A5FC-4B86-9AC3-4F6CF73CB044}" type="pres">
      <dgm:prSet presAssocID="{240553C0-E86B-4062-97D1-9FEF14A8A2A2}" presName="hierChild5" presStyleCnt="0"/>
      <dgm:spPr/>
    </dgm:pt>
    <dgm:pt modelId="{AA0CEEE3-8D93-41A4-B301-696189AB241D}" type="pres">
      <dgm:prSet presAssocID="{E1A4B4F2-1AD2-4143-B1F3-0395ECB128B5}" presName="hierChild3" presStyleCnt="0"/>
      <dgm:spPr/>
    </dgm:pt>
  </dgm:ptLst>
  <dgm:cxnLst>
    <dgm:cxn modelId="{73897401-CB6B-41B5-B58C-B7EF4918968A}" type="presOf" srcId="{4607E14E-BEB5-448C-B729-D349987A34BC}" destId="{7CADD9F7-568B-4F7B-83EA-82D03BA202E9}" srcOrd="0" destOrd="0" presId="urn:microsoft.com/office/officeart/2005/8/layout/orgChart1"/>
    <dgm:cxn modelId="{25DFB38C-875E-411D-9B80-C5611370C0F1}" type="presOf" srcId="{4607E14E-BEB5-448C-B729-D349987A34BC}" destId="{0194C8D4-8D3F-4EDA-B273-8FCC6994A21A}" srcOrd="1" destOrd="0" presId="urn:microsoft.com/office/officeart/2005/8/layout/orgChart1"/>
    <dgm:cxn modelId="{968DE048-332B-41A0-8767-57966F69D577}" srcId="{E1A4B4F2-1AD2-4143-B1F3-0395ECB128B5}" destId="{19C32D96-039A-4EF8-8BAF-561BF66FE9E1}" srcOrd="2" destOrd="0" parTransId="{9D036A81-C2D2-420C-8B79-A5FA26A26C12}" sibTransId="{2FE3F53F-96DB-4C6F-9165-E66355C52B2E}"/>
    <dgm:cxn modelId="{2978CAA1-1EF7-4963-B280-311C30E97543}" type="presOf" srcId="{28CDA5FE-F98F-4C46-BE0C-2283686AE8FC}" destId="{C173FDA5-A36A-4DDB-8B33-0F7FAAF0FA46}" srcOrd="0" destOrd="0" presId="urn:microsoft.com/office/officeart/2005/8/layout/orgChart1"/>
    <dgm:cxn modelId="{C9342401-4B8C-4173-9F94-7D37C6FBDF82}" type="presOf" srcId="{E1A4B4F2-1AD2-4143-B1F3-0395ECB128B5}" destId="{277E86E5-768F-4767-BFF1-4EA93A5C7A47}" srcOrd="1" destOrd="0" presId="urn:microsoft.com/office/officeart/2005/8/layout/orgChart1"/>
    <dgm:cxn modelId="{41935995-19E8-46BF-88E0-05C66DC96CBB}" type="presOf" srcId="{18C0FFC7-0F07-487C-ADF3-F6B9B46E81B9}" destId="{2B45F558-4070-4E08-9378-95895AB79F1D}" srcOrd="0" destOrd="0" presId="urn:microsoft.com/office/officeart/2005/8/layout/orgChart1"/>
    <dgm:cxn modelId="{AE7FA2C1-815A-4CF8-AEA8-6CB62212E860}" type="presOf" srcId="{9D036A81-C2D2-420C-8B79-A5FA26A26C12}" destId="{D29C1ACF-4D0E-404E-83D8-446116103D15}" srcOrd="0" destOrd="0" presId="urn:microsoft.com/office/officeart/2005/8/layout/orgChart1"/>
    <dgm:cxn modelId="{AD5A3CCD-7180-41E3-BD44-1FE07F1E5691}" type="presOf" srcId="{19C32D96-039A-4EF8-8BAF-561BF66FE9E1}" destId="{E82CD2AB-4BC6-40D7-9761-EB291CA3F078}" srcOrd="0" destOrd="0" presId="urn:microsoft.com/office/officeart/2005/8/layout/orgChart1"/>
    <dgm:cxn modelId="{C7A945D1-01E7-45F0-8F6A-4E97FC8A580D}" type="presOf" srcId="{990B851D-26AB-46A4-83D3-372A00C55F8D}" destId="{6056C1C9-CD6B-4802-A9E7-073386153D6D}" srcOrd="0" destOrd="0" presId="urn:microsoft.com/office/officeart/2005/8/layout/orgChart1"/>
    <dgm:cxn modelId="{A89C33C1-1469-4D82-8DEC-0E44B96004EE}" type="presOf" srcId="{F8781BAF-4A40-44CA-A0E5-CA7BDD1CACDE}" destId="{959D91D7-61C7-4A7B-BE7C-3A1C315F9C9A}" srcOrd="0" destOrd="0" presId="urn:microsoft.com/office/officeart/2005/8/layout/orgChart1"/>
    <dgm:cxn modelId="{7D1E3008-36FC-4412-B394-EAF99F4AF124}" srcId="{E1A4B4F2-1AD2-4143-B1F3-0395ECB128B5}" destId="{240553C0-E86B-4062-97D1-9FEF14A8A2A2}" srcOrd="3" destOrd="0" parTransId="{28CDA5FE-F98F-4C46-BE0C-2283686AE8FC}" sibTransId="{F8ADD639-CE7D-4087-BA08-7AACBDEF03FE}"/>
    <dgm:cxn modelId="{B7FC539B-DCB8-44F2-B80B-360C72825202}" type="presOf" srcId="{240553C0-E86B-4062-97D1-9FEF14A8A2A2}" destId="{79AE2582-2B65-4210-A0AC-B56B45C930B1}" srcOrd="1" destOrd="0" presId="urn:microsoft.com/office/officeart/2005/8/layout/orgChart1"/>
    <dgm:cxn modelId="{E7C30A72-50B8-4D22-BA1E-F03DD6BC20A4}" type="presOf" srcId="{18C0FFC7-0F07-487C-ADF3-F6B9B46E81B9}" destId="{D4309295-E7A9-4AE9-8B31-0102FB43EF9A}" srcOrd="1" destOrd="0" presId="urn:microsoft.com/office/officeart/2005/8/layout/orgChart1"/>
    <dgm:cxn modelId="{39FC740A-12F7-4D3C-9537-6382555FD38C}" srcId="{E1A4B4F2-1AD2-4143-B1F3-0395ECB128B5}" destId="{4607E14E-BEB5-448C-B729-D349987A34BC}" srcOrd="1" destOrd="0" parTransId="{990B851D-26AB-46A4-83D3-372A00C55F8D}" sibTransId="{1B81B2C7-1B94-41EB-AFDA-99CADA5B527A}"/>
    <dgm:cxn modelId="{0C4DE394-BEEB-403F-B419-2F867114B5B5}" type="presOf" srcId="{19C32D96-039A-4EF8-8BAF-561BF66FE9E1}" destId="{7ECE5850-2AB9-4E72-8473-1BAA8CE9E99B}" srcOrd="1" destOrd="0" presId="urn:microsoft.com/office/officeart/2005/8/layout/orgChart1"/>
    <dgm:cxn modelId="{8F69DF19-F5CB-4FC7-B3D4-3F22CFBAF9CA}" srcId="{F8781BAF-4A40-44CA-A0E5-CA7BDD1CACDE}" destId="{E1A4B4F2-1AD2-4143-B1F3-0395ECB128B5}" srcOrd="0" destOrd="0" parTransId="{340D93C2-930C-4B73-BD82-5CF60CF17A8B}" sibTransId="{87E17F3D-6424-4055-B75C-073497DFDB8C}"/>
    <dgm:cxn modelId="{4668A12A-8C16-48BC-A292-04228CA31F69}" srcId="{E1A4B4F2-1AD2-4143-B1F3-0395ECB128B5}" destId="{18C0FFC7-0F07-487C-ADF3-F6B9B46E81B9}" srcOrd="0" destOrd="0" parTransId="{262E834F-B76C-48E4-AD42-CBEE0C4E04C1}" sibTransId="{9193D7DB-FB01-4101-A9FE-6AA8F8868EA3}"/>
    <dgm:cxn modelId="{AA1CCC07-DE0C-45A8-901F-078E77096D4F}" type="presOf" srcId="{262E834F-B76C-48E4-AD42-CBEE0C4E04C1}" destId="{8EA18938-5E10-4D7F-B3E6-09A41472AF03}" srcOrd="0" destOrd="0" presId="urn:microsoft.com/office/officeart/2005/8/layout/orgChart1"/>
    <dgm:cxn modelId="{E6D757D9-9992-474D-ABF0-983227EFB7DB}" type="presOf" srcId="{E1A4B4F2-1AD2-4143-B1F3-0395ECB128B5}" destId="{9C7B5E89-ED91-457B-9B3F-EEB5C5A46586}" srcOrd="0" destOrd="0" presId="urn:microsoft.com/office/officeart/2005/8/layout/orgChart1"/>
    <dgm:cxn modelId="{E5F74C1F-5A22-49C4-A295-7BB601B07862}" type="presOf" srcId="{240553C0-E86B-4062-97D1-9FEF14A8A2A2}" destId="{36172FC7-2443-45E3-B27B-571396F590DB}" srcOrd="0" destOrd="0" presId="urn:microsoft.com/office/officeart/2005/8/layout/orgChart1"/>
    <dgm:cxn modelId="{E9F88BD7-758E-43A4-93E7-83F843A259C5}" type="presParOf" srcId="{959D91D7-61C7-4A7B-BE7C-3A1C315F9C9A}" destId="{42F792F4-952B-4C52-BCF8-543F860CF5E8}" srcOrd="0" destOrd="0" presId="urn:microsoft.com/office/officeart/2005/8/layout/orgChart1"/>
    <dgm:cxn modelId="{F18CB389-B769-4322-AD52-A224F6C3AA4E}" type="presParOf" srcId="{42F792F4-952B-4C52-BCF8-543F860CF5E8}" destId="{4AECC85D-5810-4944-A29B-4B78487439F4}" srcOrd="0" destOrd="0" presId="urn:microsoft.com/office/officeart/2005/8/layout/orgChart1"/>
    <dgm:cxn modelId="{5800C399-1FF9-417B-A5F6-EADB573D3F95}" type="presParOf" srcId="{4AECC85D-5810-4944-A29B-4B78487439F4}" destId="{9C7B5E89-ED91-457B-9B3F-EEB5C5A46586}" srcOrd="0" destOrd="0" presId="urn:microsoft.com/office/officeart/2005/8/layout/orgChart1"/>
    <dgm:cxn modelId="{6C364F44-8894-480F-9F4B-A6CA0850C220}" type="presParOf" srcId="{4AECC85D-5810-4944-A29B-4B78487439F4}" destId="{277E86E5-768F-4767-BFF1-4EA93A5C7A47}" srcOrd="1" destOrd="0" presId="urn:microsoft.com/office/officeart/2005/8/layout/orgChart1"/>
    <dgm:cxn modelId="{16A18CF8-CF1C-4D38-9605-88B16C586FEB}" type="presParOf" srcId="{42F792F4-952B-4C52-BCF8-543F860CF5E8}" destId="{91CA604D-DB58-4A38-A567-94CC3C7475FE}" srcOrd="1" destOrd="0" presId="urn:microsoft.com/office/officeart/2005/8/layout/orgChart1"/>
    <dgm:cxn modelId="{F104F160-E2A1-4CD0-BD24-A967369F1EE5}" type="presParOf" srcId="{91CA604D-DB58-4A38-A567-94CC3C7475FE}" destId="{8EA18938-5E10-4D7F-B3E6-09A41472AF03}" srcOrd="0" destOrd="0" presId="urn:microsoft.com/office/officeart/2005/8/layout/orgChart1"/>
    <dgm:cxn modelId="{C4BBFE93-462D-4ABA-BC76-456AD6B9DE97}" type="presParOf" srcId="{91CA604D-DB58-4A38-A567-94CC3C7475FE}" destId="{0A13BA04-0726-4385-8717-57D1222F0EBD}" srcOrd="1" destOrd="0" presId="urn:microsoft.com/office/officeart/2005/8/layout/orgChart1"/>
    <dgm:cxn modelId="{46A3B700-6B97-42AA-90ED-16A6FEB37B3E}" type="presParOf" srcId="{0A13BA04-0726-4385-8717-57D1222F0EBD}" destId="{E47B3798-552E-454C-8077-B900CD8CD1DC}" srcOrd="0" destOrd="0" presId="urn:microsoft.com/office/officeart/2005/8/layout/orgChart1"/>
    <dgm:cxn modelId="{1808B6C4-9AC6-4737-AFAF-0148E7CFA080}" type="presParOf" srcId="{E47B3798-552E-454C-8077-B900CD8CD1DC}" destId="{2B45F558-4070-4E08-9378-95895AB79F1D}" srcOrd="0" destOrd="0" presId="urn:microsoft.com/office/officeart/2005/8/layout/orgChart1"/>
    <dgm:cxn modelId="{DBACBBB3-7D04-448A-95F5-484C049640A9}" type="presParOf" srcId="{E47B3798-552E-454C-8077-B900CD8CD1DC}" destId="{D4309295-E7A9-4AE9-8B31-0102FB43EF9A}" srcOrd="1" destOrd="0" presId="urn:microsoft.com/office/officeart/2005/8/layout/orgChart1"/>
    <dgm:cxn modelId="{EEE886BC-1281-418F-877A-4E6108974B55}" type="presParOf" srcId="{0A13BA04-0726-4385-8717-57D1222F0EBD}" destId="{8A0617C5-C563-457B-B608-F27C39165999}" srcOrd="1" destOrd="0" presId="urn:microsoft.com/office/officeart/2005/8/layout/orgChart1"/>
    <dgm:cxn modelId="{7847CB70-B8C9-4C19-A179-7220B7F89B11}" type="presParOf" srcId="{0A13BA04-0726-4385-8717-57D1222F0EBD}" destId="{11190F3E-518A-4B88-B09D-6CEAC09D45DB}" srcOrd="2" destOrd="0" presId="urn:microsoft.com/office/officeart/2005/8/layout/orgChart1"/>
    <dgm:cxn modelId="{B630705F-634F-411E-9468-393493546875}" type="presParOf" srcId="{91CA604D-DB58-4A38-A567-94CC3C7475FE}" destId="{6056C1C9-CD6B-4802-A9E7-073386153D6D}" srcOrd="2" destOrd="0" presId="urn:microsoft.com/office/officeart/2005/8/layout/orgChart1"/>
    <dgm:cxn modelId="{82622996-5641-42A8-8B8F-06D4A154F5F1}" type="presParOf" srcId="{91CA604D-DB58-4A38-A567-94CC3C7475FE}" destId="{A819FD3D-8F63-4821-B8DB-882BD59BEDD6}" srcOrd="3" destOrd="0" presId="urn:microsoft.com/office/officeart/2005/8/layout/orgChart1"/>
    <dgm:cxn modelId="{433A3623-C06D-4753-8A5B-DF050883EE5C}" type="presParOf" srcId="{A819FD3D-8F63-4821-B8DB-882BD59BEDD6}" destId="{14BBD89D-5448-4C07-B034-DED9F99C7EF7}" srcOrd="0" destOrd="0" presId="urn:microsoft.com/office/officeart/2005/8/layout/orgChart1"/>
    <dgm:cxn modelId="{740BF63D-D18E-4ED6-B660-B8B339CCE749}" type="presParOf" srcId="{14BBD89D-5448-4C07-B034-DED9F99C7EF7}" destId="{7CADD9F7-568B-4F7B-83EA-82D03BA202E9}" srcOrd="0" destOrd="0" presId="urn:microsoft.com/office/officeart/2005/8/layout/orgChart1"/>
    <dgm:cxn modelId="{0D2895FC-9027-4CA9-B1BD-ACCCAC284EF6}" type="presParOf" srcId="{14BBD89D-5448-4C07-B034-DED9F99C7EF7}" destId="{0194C8D4-8D3F-4EDA-B273-8FCC6994A21A}" srcOrd="1" destOrd="0" presId="urn:microsoft.com/office/officeart/2005/8/layout/orgChart1"/>
    <dgm:cxn modelId="{2439FA18-B88F-4F74-8A9B-448E4B7FF3FB}" type="presParOf" srcId="{A819FD3D-8F63-4821-B8DB-882BD59BEDD6}" destId="{C7EC7030-0566-430E-96E8-4F30D19E2FC8}" srcOrd="1" destOrd="0" presId="urn:microsoft.com/office/officeart/2005/8/layout/orgChart1"/>
    <dgm:cxn modelId="{BBD15D03-FBA3-4CE5-A56C-C454C00E1488}" type="presParOf" srcId="{A819FD3D-8F63-4821-B8DB-882BD59BEDD6}" destId="{464FC5EA-B7C8-47A6-937B-8313F3B4CEDF}" srcOrd="2" destOrd="0" presId="urn:microsoft.com/office/officeart/2005/8/layout/orgChart1"/>
    <dgm:cxn modelId="{7A01505A-8CA1-4AD1-9F31-DB4D36428DF2}" type="presParOf" srcId="{91CA604D-DB58-4A38-A567-94CC3C7475FE}" destId="{D29C1ACF-4D0E-404E-83D8-446116103D15}" srcOrd="4" destOrd="0" presId="urn:microsoft.com/office/officeart/2005/8/layout/orgChart1"/>
    <dgm:cxn modelId="{AEFFE0A4-AB38-4A55-B5F6-2507D8A7F366}" type="presParOf" srcId="{91CA604D-DB58-4A38-A567-94CC3C7475FE}" destId="{C78B4ECD-87C4-42A9-B34F-BEEA7600E6BA}" srcOrd="5" destOrd="0" presId="urn:microsoft.com/office/officeart/2005/8/layout/orgChart1"/>
    <dgm:cxn modelId="{A81C6C41-F8EB-4007-B195-396E7831E55A}" type="presParOf" srcId="{C78B4ECD-87C4-42A9-B34F-BEEA7600E6BA}" destId="{4FFE0DD1-C92D-44CB-B813-2E15D7DB98FE}" srcOrd="0" destOrd="0" presId="urn:microsoft.com/office/officeart/2005/8/layout/orgChart1"/>
    <dgm:cxn modelId="{1DD2E608-4796-495A-9D9D-E76183F8A89B}" type="presParOf" srcId="{4FFE0DD1-C92D-44CB-B813-2E15D7DB98FE}" destId="{E82CD2AB-4BC6-40D7-9761-EB291CA3F078}" srcOrd="0" destOrd="0" presId="urn:microsoft.com/office/officeart/2005/8/layout/orgChart1"/>
    <dgm:cxn modelId="{283748BC-C953-4B1F-A616-AE84756E9921}" type="presParOf" srcId="{4FFE0DD1-C92D-44CB-B813-2E15D7DB98FE}" destId="{7ECE5850-2AB9-4E72-8473-1BAA8CE9E99B}" srcOrd="1" destOrd="0" presId="urn:microsoft.com/office/officeart/2005/8/layout/orgChart1"/>
    <dgm:cxn modelId="{CA313313-64F3-442C-AFA0-3AC9D0CD8EE8}" type="presParOf" srcId="{C78B4ECD-87C4-42A9-B34F-BEEA7600E6BA}" destId="{48DA24CE-D5D9-47AE-89C8-4B2B0291EF6A}" srcOrd="1" destOrd="0" presId="urn:microsoft.com/office/officeart/2005/8/layout/orgChart1"/>
    <dgm:cxn modelId="{C4491BEF-40B3-4D2B-B6EE-B1364F82CD9C}" type="presParOf" srcId="{C78B4ECD-87C4-42A9-B34F-BEEA7600E6BA}" destId="{F3A8F6A1-13CD-416F-AC35-D02F9C8BFC1A}" srcOrd="2" destOrd="0" presId="urn:microsoft.com/office/officeart/2005/8/layout/orgChart1"/>
    <dgm:cxn modelId="{82398358-4F9C-4394-ADEF-0FD0F7B96D41}" type="presParOf" srcId="{91CA604D-DB58-4A38-A567-94CC3C7475FE}" destId="{C173FDA5-A36A-4DDB-8B33-0F7FAAF0FA46}" srcOrd="6" destOrd="0" presId="urn:microsoft.com/office/officeart/2005/8/layout/orgChart1"/>
    <dgm:cxn modelId="{AE9C77B0-A112-4628-A82A-CF12AD9541BE}" type="presParOf" srcId="{91CA604D-DB58-4A38-A567-94CC3C7475FE}" destId="{48ACBB76-962D-41BA-9FB3-E2101DD1E1D2}" srcOrd="7" destOrd="0" presId="urn:microsoft.com/office/officeart/2005/8/layout/orgChart1"/>
    <dgm:cxn modelId="{168BBDFA-7BB0-4256-9CD7-A2DEA1429E16}" type="presParOf" srcId="{48ACBB76-962D-41BA-9FB3-E2101DD1E1D2}" destId="{BD500F18-1394-4F7E-A952-127556C7DF9D}" srcOrd="0" destOrd="0" presId="urn:microsoft.com/office/officeart/2005/8/layout/orgChart1"/>
    <dgm:cxn modelId="{02CAFFB9-1514-45F9-89E7-EB879C5D794E}" type="presParOf" srcId="{BD500F18-1394-4F7E-A952-127556C7DF9D}" destId="{36172FC7-2443-45E3-B27B-571396F590DB}" srcOrd="0" destOrd="0" presId="urn:microsoft.com/office/officeart/2005/8/layout/orgChart1"/>
    <dgm:cxn modelId="{0C4F544E-C8BB-44A2-AEAF-45701D36D86E}" type="presParOf" srcId="{BD500F18-1394-4F7E-A952-127556C7DF9D}" destId="{79AE2582-2B65-4210-A0AC-B56B45C930B1}" srcOrd="1" destOrd="0" presId="urn:microsoft.com/office/officeart/2005/8/layout/orgChart1"/>
    <dgm:cxn modelId="{715E0C13-2067-43E9-AB89-F1CB7DB0199C}" type="presParOf" srcId="{48ACBB76-962D-41BA-9FB3-E2101DD1E1D2}" destId="{DAAE461C-7E96-4EEB-93D8-3E0091B5B079}" srcOrd="1" destOrd="0" presId="urn:microsoft.com/office/officeart/2005/8/layout/orgChart1"/>
    <dgm:cxn modelId="{9E55D2A1-9845-466E-85F1-FBF3E796E366}" type="presParOf" srcId="{48ACBB76-962D-41BA-9FB3-E2101DD1E1D2}" destId="{D22689EB-A5FC-4B86-9AC3-4F6CF73CB044}" srcOrd="2" destOrd="0" presId="urn:microsoft.com/office/officeart/2005/8/layout/orgChart1"/>
    <dgm:cxn modelId="{51CA3CEB-3C24-4254-BFB1-42D2E57CAC0B}" type="presParOf" srcId="{42F792F4-952B-4C52-BCF8-543F860CF5E8}" destId="{AA0CEEE3-8D93-41A4-B301-696189AB241D}"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370CC83-434B-4052-A8DF-D623B2BE7BA9}" type="doc">
      <dgm:prSet loTypeId="urn:microsoft.com/office/officeart/2005/8/layout/process3" loCatId="process" qsTypeId="urn:microsoft.com/office/officeart/2005/8/quickstyle/simple1" qsCatId="simple" csTypeId="urn:microsoft.com/office/officeart/2005/8/colors/colorful2" csCatId="colorful" phldr="1"/>
      <dgm:spPr/>
      <dgm:t>
        <a:bodyPr/>
        <a:lstStyle/>
        <a:p>
          <a:endParaRPr lang="en-US"/>
        </a:p>
      </dgm:t>
    </dgm:pt>
    <dgm:pt modelId="{9CD4B793-909E-4A7A-8FA1-0D96A29D96BE}">
      <dgm:prSet phldrT="[Text]" custT="1"/>
      <dgm:spPr/>
      <dgm:t>
        <a:bodyPr/>
        <a:lstStyle/>
        <a:p>
          <a:r>
            <a:rPr lang="en-US" sz="2800" b="1" dirty="0" smtClean="0">
              <a:latin typeface="Calibri" panose="020F0502020204030204" pitchFamily="34" charset="0"/>
              <a:cs typeface="Calibri" panose="020F0502020204030204" pitchFamily="34" charset="0"/>
            </a:rPr>
            <a:t>Stage 1</a:t>
          </a:r>
          <a:endParaRPr lang="en-US" sz="2800" b="1" dirty="0">
            <a:latin typeface="Calibri" panose="020F0502020204030204" pitchFamily="34" charset="0"/>
            <a:cs typeface="Calibri" panose="020F0502020204030204" pitchFamily="34" charset="0"/>
          </a:endParaRPr>
        </a:p>
      </dgm:t>
    </dgm:pt>
    <dgm:pt modelId="{BA0229CE-F7F4-46DC-AC8C-DBDD3AED3DE4}" type="parTrans" cxnId="{BE497CEA-9DFB-429C-8F90-7420C9A92551}">
      <dgm:prSet/>
      <dgm:spPr/>
      <dgm:t>
        <a:bodyPr/>
        <a:lstStyle/>
        <a:p>
          <a:endParaRPr lang="en-US" sz="1900">
            <a:latin typeface="Calibri" panose="020F0502020204030204" pitchFamily="34" charset="0"/>
            <a:cs typeface="Calibri" panose="020F0502020204030204" pitchFamily="34" charset="0"/>
          </a:endParaRPr>
        </a:p>
      </dgm:t>
    </dgm:pt>
    <dgm:pt modelId="{2B9CC0A4-2255-46EA-8B0B-1CF652B3C351}" type="sibTrans" cxnId="{BE497CEA-9DFB-429C-8F90-7420C9A92551}">
      <dgm:prSet custT="1"/>
      <dgm:spPr/>
      <dgm:t>
        <a:bodyPr/>
        <a:lstStyle/>
        <a:p>
          <a:endParaRPr lang="en-US" sz="1900">
            <a:latin typeface="Calibri" panose="020F0502020204030204" pitchFamily="34" charset="0"/>
            <a:cs typeface="Calibri" panose="020F0502020204030204" pitchFamily="34" charset="0"/>
          </a:endParaRPr>
        </a:p>
      </dgm:t>
    </dgm:pt>
    <dgm:pt modelId="{9FFD0DF6-E900-4D1B-B875-6A1CCAFD3BBA}">
      <dgm:prSet phldrT="[Text]" custT="1"/>
      <dgm:spPr/>
      <dgm:t>
        <a:bodyPr/>
        <a:lstStyle/>
        <a:p>
          <a:r>
            <a:rPr lang="en-US" sz="1900" b="1" u="sng" dirty="0" smtClean="0">
              <a:effectLst/>
              <a:latin typeface="Calibri" panose="020F0502020204030204" pitchFamily="34" charset="0"/>
              <a:cs typeface="Calibri" panose="020F0502020204030204" pitchFamily="34" charset="0"/>
            </a:rPr>
            <a:t>Computer fundamentals: </a:t>
          </a:r>
          <a:r>
            <a:rPr lang="en-US" sz="1900" dirty="0" smtClean="0">
              <a:latin typeface="Calibri" panose="020F0502020204030204" pitchFamily="34" charset="0"/>
              <a:ea typeface="Times New Roman" panose="02020603050405020304" pitchFamily="18" charset="0"/>
              <a:cs typeface="Calibri" panose="020F0502020204030204" pitchFamily="34" charset="0"/>
            </a:rPr>
            <a:t>Basic parts of a computer, </a:t>
          </a:r>
          <a:r>
            <a:rPr lang="en-US" sz="1900" b="0" i="0" dirty="0" smtClean="0">
              <a:latin typeface="Calibri" panose="020F0502020204030204" pitchFamily="34" charset="0"/>
              <a:cs typeface="Calibri" panose="020F0502020204030204" pitchFamily="34" charset="0"/>
            </a:rPr>
            <a:t>Basic understanding of computers.</a:t>
          </a:r>
          <a:endParaRPr lang="en-US" sz="1900" b="1" u="sng" dirty="0">
            <a:latin typeface="Calibri" panose="020F0502020204030204" pitchFamily="34" charset="0"/>
            <a:cs typeface="Calibri" panose="020F0502020204030204" pitchFamily="34" charset="0"/>
          </a:endParaRPr>
        </a:p>
      </dgm:t>
    </dgm:pt>
    <dgm:pt modelId="{4CF8B02A-2E28-4A9F-9D1C-A7C930213C45}" type="parTrans" cxnId="{B3351B43-5E4A-4F17-82AD-8419F91DD17C}">
      <dgm:prSet/>
      <dgm:spPr/>
      <dgm:t>
        <a:bodyPr/>
        <a:lstStyle/>
        <a:p>
          <a:endParaRPr lang="en-US" sz="1900">
            <a:latin typeface="Calibri" panose="020F0502020204030204" pitchFamily="34" charset="0"/>
            <a:cs typeface="Calibri" panose="020F0502020204030204" pitchFamily="34" charset="0"/>
          </a:endParaRPr>
        </a:p>
      </dgm:t>
    </dgm:pt>
    <dgm:pt modelId="{F9E6D4B2-6F18-4568-845D-0741AD7CBA00}" type="sibTrans" cxnId="{B3351B43-5E4A-4F17-82AD-8419F91DD17C}">
      <dgm:prSet/>
      <dgm:spPr/>
      <dgm:t>
        <a:bodyPr/>
        <a:lstStyle/>
        <a:p>
          <a:endParaRPr lang="en-US" sz="1900">
            <a:latin typeface="Calibri" panose="020F0502020204030204" pitchFamily="34" charset="0"/>
            <a:cs typeface="Calibri" panose="020F0502020204030204" pitchFamily="34" charset="0"/>
          </a:endParaRPr>
        </a:p>
      </dgm:t>
    </dgm:pt>
    <dgm:pt modelId="{6E67B168-D4D4-45E4-8222-5811DC1EEB37}">
      <dgm:prSet phldrT="[Text]" custT="1"/>
      <dgm:spPr/>
      <dgm:t>
        <a:bodyPr/>
        <a:lstStyle/>
        <a:p>
          <a:r>
            <a:rPr lang="en-US" sz="2800" b="1" dirty="0" smtClean="0">
              <a:latin typeface="Calibri" panose="020F0502020204030204" pitchFamily="34" charset="0"/>
              <a:cs typeface="Calibri" panose="020F0502020204030204" pitchFamily="34" charset="0"/>
            </a:rPr>
            <a:t>Stage 5</a:t>
          </a:r>
          <a:endParaRPr lang="en-US" sz="2800" b="1" dirty="0">
            <a:latin typeface="Calibri" panose="020F0502020204030204" pitchFamily="34" charset="0"/>
            <a:cs typeface="Calibri" panose="020F0502020204030204" pitchFamily="34" charset="0"/>
          </a:endParaRPr>
        </a:p>
      </dgm:t>
    </dgm:pt>
    <dgm:pt modelId="{ACB61123-6E1E-4AF7-977E-8FF1F1053ED8}" type="parTrans" cxnId="{34365F3D-6B3D-4920-BB22-0F84A6D2DD00}">
      <dgm:prSet/>
      <dgm:spPr/>
      <dgm:t>
        <a:bodyPr/>
        <a:lstStyle/>
        <a:p>
          <a:endParaRPr lang="en-US" sz="1900">
            <a:latin typeface="Calibri" panose="020F0502020204030204" pitchFamily="34" charset="0"/>
            <a:cs typeface="Calibri" panose="020F0502020204030204" pitchFamily="34" charset="0"/>
          </a:endParaRPr>
        </a:p>
      </dgm:t>
    </dgm:pt>
    <dgm:pt modelId="{8D0C899F-0E5C-426D-9F07-8C29CAE76E1D}" type="sibTrans" cxnId="{34365F3D-6B3D-4920-BB22-0F84A6D2DD00}">
      <dgm:prSet/>
      <dgm:spPr/>
      <dgm:t>
        <a:bodyPr/>
        <a:lstStyle/>
        <a:p>
          <a:endParaRPr lang="en-US" sz="1900">
            <a:latin typeface="Calibri" panose="020F0502020204030204" pitchFamily="34" charset="0"/>
            <a:cs typeface="Calibri" panose="020F0502020204030204" pitchFamily="34" charset="0"/>
          </a:endParaRPr>
        </a:p>
      </dgm:t>
    </dgm:pt>
    <dgm:pt modelId="{EBEC4034-9D0E-450A-BAF6-75AF9B1976CB}">
      <dgm:prSet phldrT="[Text]" custT="1"/>
      <dgm:spPr/>
      <dgm:t>
        <a:bodyPr/>
        <a:lstStyle/>
        <a:p>
          <a:r>
            <a:rPr lang="en-US" sz="1900" b="1" u="sng" dirty="0" smtClean="0">
              <a:effectLst/>
              <a:latin typeface="Calibri" panose="020F0502020204030204" pitchFamily="34" charset="0"/>
              <a:cs typeface="Calibri" panose="020F0502020204030204" pitchFamily="34" charset="0"/>
            </a:rPr>
            <a:t>Computer fundamentals: </a:t>
          </a:r>
          <a:r>
            <a:rPr lang="en-US" sz="1900" dirty="0" smtClean="0">
              <a:latin typeface="Calibri" panose="020F0502020204030204" pitchFamily="34" charset="0"/>
              <a:ea typeface="Times New Roman" panose="02020603050405020304" pitchFamily="18" charset="0"/>
              <a:cs typeface="Calibri" panose="020F0502020204030204" pitchFamily="34" charset="0"/>
            </a:rPr>
            <a:t>Input-Process-Output data flow diagram, Network and Internet concepts.</a:t>
          </a:r>
          <a:endParaRPr lang="en-US" sz="1900" dirty="0">
            <a:latin typeface="Calibri" panose="020F0502020204030204" pitchFamily="34" charset="0"/>
            <a:cs typeface="Calibri" panose="020F0502020204030204" pitchFamily="34" charset="0"/>
          </a:endParaRPr>
        </a:p>
      </dgm:t>
    </dgm:pt>
    <dgm:pt modelId="{6020CB68-33F5-4878-BEC8-A4F8DA79E724}" type="parTrans" cxnId="{C492CDCF-B8FC-45DB-9214-D342F06342CD}">
      <dgm:prSet/>
      <dgm:spPr/>
      <dgm:t>
        <a:bodyPr/>
        <a:lstStyle/>
        <a:p>
          <a:endParaRPr lang="en-US" sz="1900">
            <a:latin typeface="Calibri" panose="020F0502020204030204" pitchFamily="34" charset="0"/>
            <a:cs typeface="Calibri" panose="020F0502020204030204" pitchFamily="34" charset="0"/>
          </a:endParaRPr>
        </a:p>
      </dgm:t>
    </dgm:pt>
    <dgm:pt modelId="{F4FC57A0-FA65-48E6-A489-7A8222965FDF}" type="sibTrans" cxnId="{C492CDCF-B8FC-45DB-9214-D342F06342CD}">
      <dgm:prSet/>
      <dgm:spPr/>
      <dgm:t>
        <a:bodyPr/>
        <a:lstStyle/>
        <a:p>
          <a:endParaRPr lang="en-US" sz="1900">
            <a:latin typeface="Calibri" panose="020F0502020204030204" pitchFamily="34" charset="0"/>
            <a:cs typeface="Calibri" panose="020F0502020204030204" pitchFamily="34" charset="0"/>
          </a:endParaRPr>
        </a:p>
      </dgm:t>
    </dgm:pt>
    <dgm:pt modelId="{B980FF3A-C60A-4412-9599-91CF87DE3DEF}">
      <dgm:prSet custT="1"/>
      <dgm:spPr/>
      <dgm:t>
        <a:bodyPr/>
        <a:lstStyle/>
        <a:p>
          <a:r>
            <a:rPr lang="en-US" sz="1900" b="1" u="sng" dirty="0" smtClean="0">
              <a:latin typeface="Calibri" panose="020F0502020204030204" pitchFamily="34" charset="0"/>
              <a:ea typeface="Times New Roman" panose="02020603050405020304" pitchFamily="18" charset="0"/>
              <a:cs typeface="Calibri" panose="020F0502020204030204" pitchFamily="34" charset="0"/>
            </a:rPr>
            <a:t>Key applications:</a:t>
          </a:r>
          <a:r>
            <a:rPr lang="en-US" sz="1900" dirty="0" smtClean="0">
              <a:latin typeface="Calibri" panose="020F0502020204030204" pitchFamily="34" charset="0"/>
              <a:ea typeface="Times New Roman" panose="02020603050405020304" pitchFamily="18" charset="0"/>
              <a:cs typeface="Calibri" panose="020F0502020204030204" pitchFamily="34" charset="0"/>
            </a:rPr>
            <a:t> Steps to Start Paint, Learn to use some basic tools in Paint, Save a picture in Paint.</a:t>
          </a:r>
          <a:endParaRPr lang="en-US" sz="1900" dirty="0">
            <a:latin typeface="Calibri" panose="020F0502020204030204" pitchFamily="34" charset="0"/>
            <a:cs typeface="Calibri" panose="020F0502020204030204" pitchFamily="34" charset="0"/>
          </a:endParaRPr>
        </a:p>
      </dgm:t>
    </dgm:pt>
    <dgm:pt modelId="{49B564A9-43D6-45FE-B92C-055BEA58D955}" type="parTrans" cxnId="{74310042-2387-4CD5-8923-920A7CF0BDB4}">
      <dgm:prSet/>
      <dgm:spPr/>
      <dgm:t>
        <a:bodyPr/>
        <a:lstStyle/>
        <a:p>
          <a:endParaRPr lang="en-US" sz="1900">
            <a:latin typeface="Calibri" panose="020F0502020204030204" pitchFamily="34" charset="0"/>
            <a:cs typeface="Calibri" panose="020F0502020204030204" pitchFamily="34" charset="0"/>
          </a:endParaRPr>
        </a:p>
      </dgm:t>
    </dgm:pt>
    <dgm:pt modelId="{69A4AADD-30FA-45FE-AAF4-3AC259C55C7A}" type="sibTrans" cxnId="{74310042-2387-4CD5-8923-920A7CF0BDB4}">
      <dgm:prSet/>
      <dgm:spPr/>
      <dgm:t>
        <a:bodyPr/>
        <a:lstStyle/>
        <a:p>
          <a:endParaRPr lang="en-US" sz="1900">
            <a:latin typeface="Calibri" panose="020F0502020204030204" pitchFamily="34" charset="0"/>
            <a:cs typeface="Calibri" panose="020F0502020204030204" pitchFamily="34" charset="0"/>
          </a:endParaRPr>
        </a:p>
      </dgm:t>
    </dgm:pt>
    <dgm:pt modelId="{F5AA6858-692B-4077-A055-D4F6A4FA89A2}">
      <dgm:prSet phldrT="[Text]" custT="1"/>
      <dgm:spPr/>
      <dgm:t>
        <a:bodyPr/>
        <a:lstStyle/>
        <a:p>
          <a:r>
            <a:rPr lang="en-US" sz="1900" dirty="0" smtClean="0">
              <a:effectLst/>
              <a:latin typeface="Calibri" panose="020F0502020204030204" pitchFamily="34" charset="0"/>
              <a:cs typeface="Calibri" panose="020F0502020204030204" pitchFamily="34" charset="0"/>
            </a:rPr>
            <a:t> </a:t>
          </a:r>
          <a:r>
            <a:rPr lang="en-US" sz="1900" b="1" u="sng" dirty="0" smtClean="0">
              <a:latin typeface="Calibri" panose="020F0502020204030204" pitchFamily="34" charset="0"/>
              <a:ea typeface="Times New Roman" panose="02020603050405020304" pitchFamily="18" charset="0"/>
              <a:cs typeface="Calibri" panose="020F0502020204030204" pitchFamily="34" charset="0"/>
            </a:rPr>
            <a:t>Key applications: </a:t>
          </a:r>
          <a:r>
            <a:rPr lang="en-US" sz="1900" dirty="0" smtClean="0">
              <a:latin typeface="Calibri" panose="020F0502020204030204" pitchFamily="34" charset="0"/>
              <a:ea typeface="Times New Roman" panose="02020603050405020304" pitchFamily="18" charset="0"/>
              <a:cs typeface="Calibri" panose="020F0502020204030204" pitchFamily="34" charset="0"/>
            </a:rPr>
            <a:t>MS Office at a Glance, Creating Tables in MS Word 2007, MS Word 2007 – Inserting Objects and Drawing, MS </a:t>
          </a:r>
          <a:r>
            <a:rPr lang="en-US" sz="1900" dirty="0" err="1" smtClean="0">
              <a:latin typeface="Calibri" panose="020F0502020204030204" pitchFamily="34" charset="0"/>
              <a:ea typeface="Times New Roman" panose="02020603050405020304" pitchFamily="18" charset="0"/>
              <a:cs typeface="Calibri" panose="020F0502020204030204" pitchFamily="34" charset="0"/>
            </a:rPr>
            <a:t>Powerpoint</a:t>
          </a:r>
          <a:r>
            <a:rPr lang="en-US" sz="1900" dirty="0" smtClean="0">
              <a:latin typeface="Calibri" panose="020F0502020204030204" pitchFamily="34" charset="0"/>
              <a:ea typeface="Times New Roman" panose="02020603050405020304" pitchFamily="18" charset="0"/>
              <a:cs typeface="Calibri" panose="020F0502020204030204" pitchFamily="34" charset="0"/>
            </a:rPr>
            <a:t> 2007 – Editing and Formatting Slides, Introduction to MS Excel 2007, Exploring MS Excel 2007.</a:t>
          </a:r>
          <a:endParaRPr lang="en-US" sz="1900" dirty="0">
            <a:latin typeface="Calibri" panose="020F0502020204030204" pitchFamily="34" charset="0"/>
            <a:cs typeface="Calibri" panose="020F0502020204030204" pitchFamily="34" charset="0"/>
          </a:endParaRPr>
        </a:p>
      </dgm:t>
    </dgm:pt>
    <dgm:pt modelId="{19458892-5CB9-4715-B238-377064FA05A1}" type="parTrans" cxnId="{725F687C-E7CE-4237-88FE-BA3846DCDB3E}">
      <dgm:prSet/>
      <dgm:spPr/>
      <dgm:t>
        <a:bodyPr/>
        <a:lstStyle/>
        <a:p>
          <a:endParaRPr lang="en-US" sz="1900">
            <a:latin typeface="Calibri" panose="020F0502020204030204" pitchFamily="34" charset="0"/>
            <a:cs typeface="Calibri" panose="020F0502020204030204" pitchFamily="34" charset="0"/>
          </a:endParaRPr>
        </a:p>
      </dgm:t>
    </dgm:pt>
    <dgm:pt modelId="{EE7CD59E-F803-4E36-8BD6-53783218175E}" type="sibTrans" cxnId="{725F687C-E7CE-4237-88FE-BA3846DCDB3E}">
      <dgm:prSet/>
      <dgm:spPr/>
      <dgm:t>
        <a:bodyPr/>
        <a:lstStyle/>
        <a:p>
          <a:endParaRPr lang="en-US" sz="1900">
            <a:latin typeface="Calibri" panose="020F0502020204030204" pitchFamily="34" charset="0"/>
            <a:cs typeface="Calibri" panose="020F0502020204030204" pitchFamily="34" charset="0"/>
          </a:endParaRPr>
        </a:p>
      </dgm:t>
    </dgm:pt>
    <dgm:pt modelId="{99C426ED-F219-44AA-B026-3E94070FAF87}">
      <dgm:prSet phldrT="[Text]" custT="1"/>
      <dgm:spPr/>
      <dgm:t>
        <a:bodyPr/>
        <a:lstStyle/>
        <a:p>
          <a:r>
            <a:rPr lang="en-US" sz="1900" b="1" u="sng" dirty="0" smtClean="0">
              <a:latin typeface="Calibri" panose="020F0502020204030204" pitchFamily="34" charset="0"/>
              <a:ea typeface="Times New Roman" panose="02020603050405020304" pitchFamily="18" charset="0"/>
              <a:cs typeface="Calibri" panose="020F0502020204030204" pitchFamily="34" charset="0"/>
            </a:rPr>
            <a:t>Living online: </a:t>
          </a:r>
          <a:r>
            <a:rPr lang="en-US" sz="1900" dirty="0" smtClean="0">
              <a:latin typeface="Calibri" panose="020F0502020204030204" pitchFamily="34" charset="0"/>
              <a:ea typeface="Times New Roman" panose="02020603050405020304" pitchFamily="18" charset="0"/>
              <a:cs typeface="Calibri" panose="020F0502020204030204" pitchFamily="34" charset="0"/>
            </a:rPr>
            <a:t>History of the Internet, Governing the Internet, Uses of the Internet, Basic terms related to the Internet, Starting the Internet, Internet Explorer, Netiquette.</a:t>
          </a:r>
          <a:endParaRPr lang="en-US" sz="1900" dirty="0">
            <a:latin typeface="Calibri" panose="020F0502020204030204" pitchFamily="34" charset="0"/>
            <a:cs typeface="Calibri" panose="020F0502020204030204" pitchFamily="34" charset="0"/>
          </a:endParaRPr>
        </a:p>
      </dgm:t>
    </dgm:pt>
    <dgm:pt modelId="{277EED9B-DA76-41A7-B823-0CAE97AA4521}" type="parTrans" cxnId="{C8562D01-14C6-426E-9977-7A66C2ACA084}">
      <dgm:prSet/>
      <dgm:spPr/>
      <dgm:t>
        <a:bodyPr/>
        <a:lstStyle/>
        <a:p>
          <a:endParaRPr lang="en-US" sz="1900">
            <a:latin typeface="Calibri" panose="020F0502020204030204" pitchFamily="34" charset="0"/>
            <a:cs typeface="Calibri" panose="020F0502020204030204" pitchFamily="34" charset="0"/>
          </a:endParaRPr>
        </a:p>
      </dgm:t>
    </dgm:pt>
    <dgm:pt modelId="{997F0F4D-271F-4D4C-8708-AA295DB3F811}" type="sibTrans" cxnId="{C8562D01-14C6-426E-9977-7A66C2ACA084}">
      <dgm:prSet/>
      <dgm:spPr/>
      <dgm:t>
        <a:bodyPr/>
        <a:lstStyle/>
        <a:p>
          <a:endParaRPr lang="en-US" sz="1900">
            <a:latin typeface="Calibri" panose="020F0502020204030204" pitchFamily="34" charset="0"/>
            <a:cs typeface="Calibri" panose="020F0502020204030204" pitchFamily="34" charset="0"/>
          </a:endParaRPr>
        </a:p>
      </dgm:t>
    </dgm:pt>
    <dgm:pt modelId="{0ED0169D-5BA7-4CEB-BC3D-DA66A93118FE}">
      <dgm:prSet phldrT="[Text]" custT="1"/>
      <dgm:spPr/>
      <dgm:t>
        <a:bodyPr/>
        <a:lstStyle/>
        <a:p>
          <a:r>
            <a:rPr lang="en-US" sz="1900" b="1" u="sng" dirty="0" smtClean="0">
              <a:latin typeface="Calibri" panose="020F0502020204030204" pitchFamily="34" charset="0"/>
              <a:ea typeface="Times New Roman" panose="02020603050405020304" pitchFamily="18" charset="0"/>
              <a:cs typeface="Calibri" panose="020F0502020204030204" pitchFamily="34" charset="0"/>
            </a:rPr>
            <a:t>Computer Science: </a:t>
          </a:r>
          <a:r>
            <a:rPr lang="en-US" sz="1900" dirty="0" smtClean="0">
              <a:latin typeface="Calibri" panose="020F0502020204030204" pitchFamily="34" charset="0"/>
              <a:ea typeface="Times New Roman" panose="02020603050405020304" pitchFamily="18" charset="0"/>
              <a:cs typeface="Calibri" panose="020F0502020204030204" pitchFamily="34" charset="0"/>
            </a:rPr>
            <a:t>Algorithms, Flowcharts, Pseudocode, Simple problems of flowchart and pseudocode.</a:t>
          </a:r>
          <a:endParaRPr lang="en-US" sz="1900" dirty="0">
            <a:latin typeface="Calibri" panose="020F0502020204030204" pitchFamily="34" charset="0"/>
            <a:cs typeface="Calibri" panose="020F0502020204030204" pitchFamily="34" charset="0"/>
          </a:endParaRPr>
        </a:p>
      </dgm:t>
    </dgm:pt>
    <dgm:pt modelId="{791A87FA-FF09-4E28-BFBE-8566394C8533}" type="parTrans" cxnId="{2CF93C60-8580-484C-A7CA-D2C531B20BA5}">
      <dgm:prSet/>
      <dgm:spPr/>
      <dgm:t>
        <a:bodyPr/>
        <a:lstStyle/>
        <a:p>
          <a:endParaRPr lang="en-US" sz="1900">
            <a:latin typeface="Calibri" panose="020F0502020204030204" pitchFamily="34" charset="0"/>
            <a:cs typeface="Calibri" panose="020F0502020204030204" pitchFamily="34" charset="0"/>
          </a:endParaRPr>
        </a:p>
      </dgm:t>
    </dgm:pt>
    <dgm:pt modelId="{85179895-BF3A-49F9-8D83-68E82B987D5A}" type="sibTrans" cxnId="{2CF93C60-8580-484C-A7CA-D2C531B20BA5}">
      <dgm:prSet/>
      <dgm:spPr/>
      <dgm:t>
        <a:bodyPr/>
        <a:lstStyle/>
        <a:p>
          <a:endParaRPr lang="en-US" sz="1900">
            <a:latin typeface="Calibri" panose="020F0502020204030204" pitchFamily="34" charset="0"/>
            <a:cs typeface="Calibri" panose="020F0502020204030204" pitchFamily="34" charset="0"/>
          </a:endParaRPr>
        </a:p>
      </dgm:t>
    </dgm:pt>
    <dgm:pt modelId="{0FC51000-7990-4CC3-BBEE-EA314D7F64A2}" type="pres">
      <dgm:prSet presAssocID="{0370CC83-434B-4052-A8DF-D623B2BE7BA9}" presName="linearFlow" presStyleCnt="0">
        <dgm:presLayoutVars>
          <dgm:dir/>
          <dgm:animLvl val="lvl"/>
          <dgm:resizeHandles val="exact"/>
        </dgm:presLayoutVars>
      </dgm:prSet>
      <dgm:spPr/>
      <dgm:t>
        <a:bodyPr/>
        <a:lstStyle/>
        <a:p>
          <a:endParaRPr lang="en-US"/>
        </a:p>
      </dgm:t>
    </dgm:pt>
    <dgm:pt modelId="{83D1750B-2868-4326-B6A3-1AAD25C9DA8D}" type="pres">
      <dgm:prSet presAssocID="{9CD4B793-909E-4A7A-8FA1-0D96A29D96BE}" presName="composite" presStyleCnt="0"/>
      <dgm:spPr/>
    </dgm:pt>
    <dgm:pt modelId="{DBACF50C-73E2-4228-9171-F0EC2AB0DCB8}" type="pres">
      <dgm:prSet presAssocID="{9CD4B793-909E-4A7A-8FA1-0D96A29D96BE}" presName="parTx" presStyleLbl="node1" presStyleIdx="0" presStyleCnt="2">
        <dgm:presLayoutVars>
          <dgm:chMax val="0"/>
          <dgm:chPref val="0"/>
          <dgm:bulletEnabled val="1"/>
        </dgm:presLayoutVars>
      </dgm:prSet>
      <dgm:spPr/>
      <dgm:t>
        <a:bodyPr/>
        <a:lstStyle/>
        <a:p>
          <a:endParaRPr lang="en-US"/>
        </a:p>
      </dgm:t>
    </dgm:pt>
    <dgm:pt modelId="{2693EDF0-456E-4F9B-9DCF-CB1E6F0FF75B}" type="pres">
      <dgm:prSet presAssocID="{9CD4B793-909E-4A7A-8FA1-0D96A29D96BE}" presName="parSh" presStyleLbl="node1" presStyleIdx="0" presStyleCnt="2"/>
      <dgm:spPr/>
      <dgm:t>
        <a:bodyPr/>
        <a:lstStyle/>
        <a:p>
          <a:endParaRPr lang="en-US"/>
        </a:p>
      </dgm:t>
    </dgm:pt>
    <dgm:pt modelId="{CEB648ED-32A1-48B5-9DA7-BCA89743DDC1}" type="pres">
      <dgm:prSet presAssocID="{9CD4B793-909E-4A7A-8FA1-0D96A29D96BE}" presName="desTx" presStyleLbl="fgAcc1" presStyleIdx="0" presStyleCnt="2" custScaleX="106357" custLinFactNeighborY="-1776">
        <dgm:presLayoutVars>
          <dgm:bulletEnabled val="1"/>
        </dgm:presLayoutVars>
      </dgm:prSet>
      <dgm:spPr/>
      <dgm:t>
        <a:bodyPr/>
        <a:lstStyle/>
        <a:p>
          <a:endParaRPr lang="en-US"/>
        </a:p>
      </dgm:t>
    </dgm:pt>
    <dgm:pt modelId="{6AEBF9DF-1001-42DB-B8BD-986C54163E3B}" type="pres">
      <dgm:prSet presAssocID="{2B9CC0A4-2255-46EA-8B0B-1CF652B3C351}" presName="sibTrans" presStyleLbl="sibTrans2D1" presStyleIdx="0" presStyleCnt="1"/>
      <dgm:spPr/>
      <dgm:t>
        <a:bodyPr/>
        <a:lstStyle/>
        <a:p>
          <a:endParaRPr lang="en-US"/>
        </a:p>
      </dgm:t>
    </dgm:pt>
    <dgm:pt modelId="{C015AA73-AB96-410C-98DD-88B6CF080AED}" type="pres">
      <dgm:prSet presAssocID="{2B9CC0A4-2255-46EA-8B0B-1CF652B3C351}" presName="connTx" presStyleLbl="sibTrans2D1" presStyleIdx="0" presStyleCnt="1"/>
      <dgm:spPr/>
      <dgm:t>
        <a:bodyPr/>
        <a:lstStyle/>
        <a:p>
          <a:endParaRPr lang="en-US"/>
        </a:p>
      </dgm:t>
    </dgm:pt>
    <dgm:pt modelId="{7B45F15A-5411-4BAA-B7C5-70F724047D67}" type="pres">
      <dgm:prSet presAssocID="{6E67B168-D4D4-45E4-8222-5811DC1EEB37}" presName="composite" presStyleCnt="0"/>
      <dgm:spPr/>
    </dgm:pt>
    <dgm:pt modelId="{17A65E60-AE9D-4A5F-ABFC-F7DA56F39B6A}" type="pres">
      <dgm:prSet presAssocID="{6E67B168-D4D4-45E4-8222-5811DC1EEB37}" presName="parTx" presStyleLbl="node1" presStyleIdx="0" presStyleCnt="2">
        <dgm:presLayoutVars>
          <dgm:chMax val="0"/>
          <dgm:chPref val="0"/>
          <dgm:bulletEnabled val="1"/>
        </dgm:presLayoutVars>
      </dgm:prSet>
      <dgm:spPr/>
      <dgm:t>
        <a:bodyPr/>
        <a:lstStyle/>
        <a:p>
          <a:endParaRPr lang="en-US"/>
        </a:p>
      </dgm:t>
    </dgm:pt>
    <dgm:pt modelId="{8D94F58A-E3F7-4AF0-8B1F-2DBE1AA98A9F}" type="pres">
      <dgm:prSet presAssocID="{6E67B168-D4D4-45E4-8222-5811DC1EEB37}" presName="parSh" presStyleLbl="node1" presStyleIdx="1" presStyleCnt="2"/>
      <dgm:spPr/>
      <dgm:t>
        <a:bodyPr/>
        <a:lstStyle/>
        <a:p>
          <a:endParaRPr lang="en-US"/>
        </a:p>
      </dgm:t>
    </dgm:pt>
    <dgm:pt modelId="{FBA3A306-8F30-42CE-BC97-F55E17649284}" type="pres">
      <dgm:prSet presAssocID="{6E67B168-D4D4-45E4-8222-5811DC1EEB37}" presName="desTx" presStyleLbl="fgAcc1" presStyleIdx="1" presStyleCnt="2" custScaleX="137029" custLinFactNeighborY="-1776">
        <dgm:presLayoutVars>
          <dgm:bulletEnabled val="1"/>
        </dgm:presLayoutVars>
      </dgm:prSet>
      <dgm:spPr/>
      <dgm:t>
        <a:bodyPr/>
        <a:lstStyle/>
        <a:p>
          <a:endParaRPr lang="en-US"/>
        </a:p>
      </dgm:t>
    </dgm:pt>
  </dgm:ptLst>
  <dgm:cxnLst>
    <dgm:cxn modelId="{BE497CEA-9DFB-429C-8F90-7420C9A92551}" srcId="{0370CC83-434B-4052-A8DF-D623B2BE7BA9}" destId="{9CD4B793-909E-4A7A-8FA1-0D96A29D96BE}" srcOrd="0" destOrd="0" parTransId="{BA0229CE-F7F4-46DC-AC8C-DBDD3AED3DE4}" sibTransId="{2B9CC0A4-2255-46EA-8B0B-1CF652B3C351}"/>
    <dgm:cxn modelId="{A3916244-358E-46BF-8BD1-EBFD0ED32E99}" type="presOf" srcId="{B980FF3A-C60A-4412-9599-91CF87DE3DEF}" destId="{CEB648ED-32A1-48B5-9DA7-BCA89743DDC1}" srcOrd="0" destOrd="1" presId="urn:microsoft.com/office/officeart/2005/8/layout/process3"/>
    <dgm:cxn modelId="{DC2011AF-9692-4383-89AF-A7C78CC6781C}" type="presOf" srcId="{F5AA6858-692B-4077-A055-D4F6A4FA89A2}" destId="{FBA3A306-8F30-42CE-BC97-F55E17649284}" srcOrd="0" destOrd="1" presId="urn:microsoft.com/office/officeart/2005/8/layout/process3"/>
    <dgm:cxn modelId="{34365F3D-6B3D-4920-BB22-0F84A6D2DD00}" srcId="{0370CC83-434B-4052-A8DF-D623B2BE7BA9}" destId="{6E67B168-D4D4-45E4-8222-5811DC1EEB37}" srcOrd="1" destOrd="0" parTransId="{ACB61123-6E1E-4AF7-977E-8FF1F1053ED8}" sibTransId="{8D0C899F-0E5C-426D-9F07-8C29CAE76E1D}"/>
    <dgm:cxn modelId="{B6E360C4-5772-4A21-8978-7251E55022EC}" type="presOf" srcId="{2B9CC0A4-2255-46EA-8B0B-1CF652B3C351}" destId="{6AEBF9DF-1001-42DB-B8BD-986C54163E3B}" srcOrd="0" destOrd="0" presId="urn:microsoft.com/office/officeart/2005/8/layout/process3"/>
    <dgm:cxn modelId="{C492CDCF-B8FC-45DB-9214-D342F06342CD}" srcId="{6E67B168-D4D4-45E4-8222-5811DC1EEB37}" destId="{EBEC4034-9D0E-450A-BAF6-75AF9B1976CB}" srcOrd="0" destOrd="0" parTransId="{6020CB68-33F5-4878-BEC8-A4F8DA79E724}" sibTransId="{F4FC57A0-FA65-48E6-A489-7A8222965FDF}"/>
    <dgm:cxn modelId="{2CF93C60-8580-484C-A7CA-D2C531B20BA5}" srcId="{6E67B168-D4D4-45E4-8222-5811DC1EEB37}" destId="{0ED0169D-5BA7-4CEB-BC3D-DA66A93118FE}" srcOrd="3" destOrd="0" parTransId="{791A87FA-FF09-4E28-BFBE-8566394C8533}" sibTransId="{85179895-BF3A-49F9-8D83-68E82B987D5A}"/>
    <dgm:cxn modelId="{6B4D542F-B9CB-4C37-AE12-786B645C528A}" type="presOf" srcId="{6E67B168-D4D4-45E4-8222-5811DC1EEB37}" destId="{17A65E60-AE9D-4A5F-ABFC-F7DA56F39B6A}" srcOrd="0" destOrd="0" presId="urn:microsoft.com/office/officeart/2005/8/layout/process3"/>
    <dgm:cxn modelId="{73266023-18A1-4114-8D6B-CC41D9983968}" type="presOf" srcId="{2B9CC0A4-2255-46EA-8B0B-1CF652B3C351}" destId="{C015AA73-AB96-410C-98DD-88B6CF080AED}" srcOrd="1" destOrd="0" presId="urn:microsoft.com/office/officeart/2005/8/layout/process3"/>
    <dgm:cxn modelId="{74310042-2387-4CD5-8923-920A7CF0BDB4}" srcId="{9CD4B793-909E-4A7A-8FA1-0D96A29D96BE}" destId="{B980FF3A-C60A-4412-9599-91CF87DE3DEF}" srcOrd="1" destOrd="0" parTransId="{49B564A9-43D6-45FE-B92C-055BEA58D955}" sibTransId="{69A4AADD-30FA-45FE-AAF4-3AC259C55C7A}"/>
    <dgm:cxn modelId="{33163D27-0409-43CA-A6BF-35546DE9CD4D}" type="presOf" srcId="{EBEC4034-9D0E-450A-BAF6-75AF9B1976CB}" destId="{FBA3A306-8F30-42CE-BC97-F55E17649284}" srcOrd="0" destOrd="0" presId="urn:microsoft.com/office/officeart/2005/8/layout/process3"/>
    <dgm:cxn modelId="{C3844B05-2A40-47F2-9338-31C877837A3F}" type="presOf" srcId="{0ED0169D-5BA7-4CEB-BC3D-DA66A93118FE}" destId="{FBA3A306-8F30-42CE-BC97-F55E17649284}" srcOrd="0" destOrd="3" presId="urn:microsoft.com/office/officeart/2005/8/layout/process3"/>
    <dgm:cxn modelId="{C7B6ACCC-11BB-435E-BF27-00A0D4BD1A49}" type="presOf" srcId="{99C426ED-F219-44AA-B026-3E94070FAF87}" destId="{FBA3A306-8F30-42CE-BC97-F55E17649284}" srcOrd="0" destOrd="2" presId="urn:microsoft.com/office/officeart/2005/8/layout/process3"/>
    <dgm:cxn modelId="{2B3A1204-E208-49DE-829B-2A470D1F48AC}" type="presOf" srcId="{9FFD0DF6-E900-4D1B-B875-6A1CCAFD3BBA}" destId="{CEB648ED-32A1-48B5-9DA7-BCA89743DDC1}" srcOrd="0" destOrd="0" presId="urn:microsoft.com/office/officeart/2005/8/layout/process3"/>
    <dgm:cxn modelId="{865F233C-9D59-4737-842C-CD22874BF8D2}" type="presOf" srcId="{9CD4B793-909E-4A7A-8FA1-0D96A29D96BE}" destId="{2693EDF0-456E-4F9B-9DCF-CB1E6F0FF75B}" srcOrd="1" destOrd="0" presId="urn:microsoft.com/office/officeart/2005/8/layout/process3"/>
    <dgm:cxn modelId="{725F687C-E7CE-4237-88FE-BA3846DCDB3E}" srcId="{6E67B168-D4D4-45E4-8222-5811DC1EEB37}" destId="{F5AA6858-692B-4077-A055-D4F6A4FA89A2}" srcOrd="1" destOrd="0" parTransId="{19458892-5CB9-4715-B238-377064FA05A1}" sibTransId="{EE7CD59E-F803-4E36-8BD6-53783218175E}"/>
    <dgm:cxn modelId="{C8562D01-14C6-426E-9977-7A66C2ACA084}" srcId="{6E67B168-D4D4-45E4-8222-5811DC1EEB37}" destId="{99C426ED-F219-44AA-B026-3E94070FAF87}" srcOrd="2" destOrd="0" parTransId="{277EED9B-DA76-41A7-B823-0CAE97AA4521}" sibTransId="{997F0F4D-271F-4D4C-8708-AA295DB3F811}"/>
    <dgm:cxn modelId="{29B36A74-8931-4072-9083-B321E46A2D93}" type="presOf" srcId="{6E67B168-D4D4-45E4-8222-5811DC1EEB37}" destId="{8D94F58A-E3F7-4AF0-8B1F-2DBE1AA98A9F}" srcOrd="1" destOrd="0" presId="urn:microsoft.com/office/officeart/2005/8/layout/process3"/>
    <dgm:cxn modelId="{11901B23-3006-4239-93C7-F318B2D23F83}" type="presOf" srcId="{9CD4B793-909E-4A7A-8FA1-0D96A29D96BE}" destId="{DBACF50C-73E2-4228-9171-F0EC2AB0DCB8}" srcOrd="0" destOrd="0" presId="urn:microsoft.com/office/officeart/2005/8/layout/process3"/>
    <dgm:cxn modelId="{43CA6B19-8BFB-4AA2-B396-068F85943FCC}" type="presOf" srcId="{0370CC83-434B-4052-A8DF-D623B2BE7BA9}" destId="{0FC51000-7990-4CC3-BBEE-EA314D7F64A2}" srcOrd="0" destOrd="0" presId="urn:microsoft.com/office/officeart/2005/8/layout/process3"/>
    <dgm:cxn modelId="{B3351B43-5E4A-4F17-82AD-8419F91DD17C}" srcId="{9CD4B793-909E-4A7A-8FA1-0D96A29D96BE}" destId="{9FFD0DF6-E900-4D1B-B875-6A1CCAFD3BBA}" srcOrd="0" destOrd="0" parTransId="{4CF8B02A-2E28-4A9F-9D1C-A7C930213C45}" sibTransId="{F9E6D4B2-6F18-4568-845D-0741AD7CBA00}"/>
    <dgm:cxn modelId="{29A5522D-6B8F-4BCE-8AEE-52F51D480380}" type="presParOf" srcId="{0FC51000-7990-4CC3-BBEE-EA314D7F64A2}" destId="{83D1750B-2868-4326-B6A3-1AAD25C9DA8D}" srcOrd="0" destOrd="0" presId="urn:microsoft.com/office/officeart/2005/8/layout/process3"/>
    <dgm:cxn modelId="{259E15B5-0B29-46D9-9D23-F25687186F3B}" type="presParOf" srcId="{83D1750B-2868-4326-B6A3-1AAD25C9DA8D}" destId="{DBACF50C-73E2-4228-9171-F0EC2AB0DCB8}" srcOrd="0" destOrd="0" presId="urn:microsoft.com/office/officeart/2005/8/layout/process3"/>
    <dgm:cxn modelId="{4B9F8F66-9255-43B6-A2AF-596569825026}" type="presParOf" srcId="{83D1750B-2868-4326-B6A3-1AAD25C9DA8D}" destId="{2693EDF0-456E-4F9B-9DCF-CB1E6F0FF75B}" srcOrd="1" destOrd="0" presId="urn:microsoft.com/office/officeart/2005/8/layout/process3"/>
    <dgm:cxn modelId="{EC4EB229-FC09-465D-8453-B6C9D177D0A2}" type="presParOf" srcId="{83D1750B-2868-4326-B6A3-1AAD25C9DA8D}" destId="{CEB648ED-32A1-48B5-9DA7-BCA89743DDC1}" srcOrd="2" destOrd="0" presId="urn:microsoft.com/office/officeart/2005/8/layout/process3"/>
    <dgm:cxn modelId="{8AF806DB-57FD-4D45-B8FD-7104E85107FA}" type="presParOf" srcId="{0FC51000-7990-4CC3-BBEE-EA314D7F64A2}" destId="{6AEBF9DF-1001-42DB-B8BD-986C54163E3B}" srcOrd="1" destOrd="0" presId="urn:microsoft.com/office/officeart/2005/8/layout/process3"/>
    <dgm:cxn modelId="{F933E87B-36D9-4B2C-9282-33B5EEDE76EB}" type="presParOf" srcId="{6AEBF9DF-1001-42DB-B8BD-986C54163E3B}" destId="{C015AA73-AB96-410C-98DD-88B6CF080AED}" srcOrd="0" destOrd="0" presId="urn:microsoft.com/office/officeart/2005/8/layout/process3"/>
    <dgm:cxn modelId="{C993C826-972A-430B-927A-06C41D2B4158}" type="presParOf" srcId="{0FC51000-7990-4CC3-BBEE-EA314D7F64A2}" destId="{7B45F15A-5411-4BAA-B7C5-70F724047D67}" srcOrd="2" destOrd="0" presId="urn:microsoft.com/office/officeart/2005/8/layout/process3"/>
    <dgm:cxn modelId="{E1501A2D-296B-4F0D-BBB4-C6CCAD8A4EEC}" type="presParOf" srcId="{7B45F15A-5411-4BAA-B7C5-70F724047D67}" destId="{17A65E60-AE9D-4A5F-ABFC-F7DA56F39B6A}" srcOrd="0" destOrd="0" presId="urn:microsoft.com/office/officeart/2005/8/layout/process3"/>
    <dgm:cxn modelId="{00998695-90E3-40A5-BD84-2168FDB4FE59}" type="presParOf" srcId="{7B45F15A-5411-4BAA-B7C5-70F724047D67}" destId="{8D94F58A-E3F7-4AF0-8B1F-2DBE1AA98A9F}" srcOrd="1" destOrd="0" presId="urn:microsoft.com/office/officeart/2005/8/layout/process3"/>
    <dgm:cxn modelId="{C8DCA372-DD8D-43A8-A2E7-16B639CBB8CF}" type="presParOf" srcId="{7B45F15A-5411-4BAA-B7C5-70F724047D67}" destId="{FBA3A306-8F30-42CE-BC97-F55E17649284}"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DB1E587-2142-4BE0-8113-2D4402584180}" type="doc">
      <dgm:prSet loTypeId="urn:microsoft.com/office/officeart/2005/8/layout/vList6" loCatId="list" qsTypeId="urn:microsoft.com/office/officeart/2005/8/quickstyle/simple2" qsCatId="simple" csTypeId="urn:microsoft.com/office/officeart/2005/8/colors/colorful2" csCatId="colorful" phldr="1"/>
      <dgm:spPr/>
      <dgm:t>
        <a:bodyPr/>
        <a:lstStyle/>
        <a:p>
          <a:endParaRPr lang="en-US"/>
        </a:p>
      </dgm:t>
    </dgm:pt>
    <dgm:pt modelId="{EDABD01D-21AD-44DE-87C9-35DF78F89C77}">
      <dgm:prSet phldrT="[Text]" custT="1"/>
      <dgm:spPr/>
      <dgm:t>
        <a:bodyPr/>
        <a:lstStyle/>
        <a:p>
          <a:r>
            <a:rPr lang="en-US" sz="4000" b="1" dirty="0" smtClean="0">
              <a:latin typeface="Calibri" panose="020F0502020204030204" pitchFamily="34" charset="0"/>
              <a:cs typeface="Calibri" panose="020F0502020204030204" pitchFamily="34" charset="0"/>
            </a:rPr>
            <a:t>Student Book</a:t>
          </a:r>
          <a:endParaRPr lang="en-US" sz="4000" b="1" dirty="0">
            <a:latin typeface="Calibri" panose="020F0502020204030204" pitchFamily="34" charset="0"/>
            <a:cs typeface="Calibri" panose="020F0502020204030204" pitchFamily="34" charset="0"/>
          </a:endParaRPr>
        </a:p>
      </dgm:t>
    </dgm:pt>
    <dgm:pt modelId="{1CC90245-B218-4608-9864-C23F58D676DE}" type="parTrans" cxnId="{4A61DEA5-8AEB-477F-A404-AC8D746C5B85}">
      <dgm:prSet/>
      <dgm:spPr/>
      <dgm:t>
        <a:bodyPr/>
        <a:lstStyle/>
        <a:p>
          <a:endParaRPr lang="en-US" sz="2000">
            <a:latin typeface="Calibri" panose="020F0502020204030204" pitchFamily="34" charset="0"/>
            <a:cs typeface="Calibri" panose="020F0502020204030204" pitchFamily="34" charset="0"/>
          </a:endParaRPr>
        </a:p>
      </dgm:t>
    </dgm:pt>
    <dgm:pt modelId="{83B61198-4EDD-476E-9CF1-9C0055A7DC80}" type="sibTrans" cxnId="{4A61DEA5-8AEB-477F-A404-AC8D746C5B85}">
      <dgm:prSet/>
      <dgm:spPr/>
      <dgm:t>
        <a:bodyPr/>
        <a:lstStyle/>
        <a:p>
          <a:endParaRPr lang="en-US" sz="2000">
            <a:latin typeface="Calibri" panose="020F0502020204030204" pitchFamily="34" charset="0"/>
            <a:cs typeface="Calibri" panose="020F0502020204030204" pitchFamily="34" charset="0"/>
          </a:endParaRPr>
        </a:p>
      </dgm:t>
    </dgm:pt>
    <dgm:pt modelId="{093AEBA4-EBD4-4419-9EFE-8A141CA89425}">
      <dgm:prSet phldrT="[Text]" custT="1"/>
      <dgm:spPr/>
      <dgm:t>
        <a:bodyPr/>
        <a:lstStyle/>
        <a:p>
          <a:pPr algn="just"/>
          <a:r>
            <a:rPr lang="en-US" sz="2000" b="1" u="sng" dirty="0" smtClean="0">
              <a:latin typeface="Calibri" panose="020F0502020204030204" pitchFamily="34" charset="0"/>
              <a:cs typeface="Calibri" panose="020F0502020204030204" pitchFamily="34" charset="0"/>
            </a:rPr>
            <a:t>Snap Recap</a:t>
          </a:r>
          <a:r>
            <a:rPr lang="en-US" sz="2000" dirty="0" smtClean="0">
              <a:latin typeface="Calibri" panose="020F0502020204030204" pitchFamily="34" charset="0"/>
              <a:cs typeface="Calibri" panose="020F0502020204030204" pitchFamily="34" charset="0"/>
            </a:rPr>
            <a:t> to reiterate the concepts learnt earlier</a:t>
          </a:r>
          <a:endParaRPr lang="en-US" sz="2000" dirty="0">
            <a:latin typeface="Calibri" panose="020F0502020204030204" pitchFamily="34" charset="0"/>
            <a:cs typeface="Calibri" panose="020F0502020204030204" pitchFamily="34" charset="0"/>
          </a:endParaRPr>
        </a:p>
      </dgm:t>
    </dgm:pt>
    <dgm:pt modelId="{ACE0A02D-2504-4B79-A264-F3FDF4F30616}" type="parTrans" cxnId="{3A6E9985-B3A9-4094-9C66-6B7C83621096}">
      <dgm:prSet/>
      <dgm:spPr/>
      <dgm:t>
        <a:bodyPr/>
        <a:lstStyle/>
        <a:p>
          <a:endParaRPr lang="en-US" sz="2000">
            <a:latin typeface="Calibri" panose="020F0502020204030204" pitchFamily="34" charset="0"/>
            <a:cs typeface="Calibri" panose="020F0502020204030204" pitchFamily="34" charset="0"/>
          </a:endParaRPr>
        </a:p>
      </dgm:t>
    </dgm:pt>
    <dgm:pt modelId="{39896679-DC9C-4375-8745-9F0A0185A60A}" type="sibTrans" cxnId="{3A6E9985-B3A9-4094-9C66-6B7C83621096}">
      <dgm:prSet/>
      <dgm:spPr/>
      <dgm:t>
        <a:bodyPr/>
        <a:lstStyle/>
        <a:p>
          <a:endParaRPr lang="en-US" sz="2000">
            <a:latin typeface="Calibri" panose="020F0502020204030204" pitchFamily="34" charset="0"/>
            <a:cs typeface="Calibri" panose="020F0502020204030204" pitchFamily="34" charset="0"/>
          </a:endParaRPr>
        </a:p>
      </dgm:t>
    </dgm:pt>
    <dgm:pt modelId="{CB155DE6-F611-4AFB-92C6-8EA246A87203}">
      <dgm:prSet phldrT="[Text]" custT="1"/>
      <dgm:spPr/>
      <dgm:t>
        <a:bodyPr/>
        <a:lstStyle/>
        <a:p>
          <a:pPr algn="just"/>
          <a:r>
            <a:rPr lang="en-US" sz="2000" b="1" u="sng" dirty="0" smtClean="0">
              <a:latin typeface="Calibri" panose="020F0502020204030204" pitchFamily="34" charset="0"/>
              <a:cs typeface="Calibri" panose="020F0502020204030204" pitchFamily="34" charset="0"/>
            </a:rPr>
            <a:t>Activities</a:t>
          </a:r>
          <a:r>
            <a:rPr lang="en-US" sz="2000" dirty="0" smtClean="0">
              <a:latin typeface="Calibri" panose="020F0502020204030204" pitchFamily="34" charset="0"/>
              <a:cs typeface="Calibri" panose="020F0502020204030204" pitchFamily="34" charset="0"/>
            </a:rPr>
            <a:t> interspersed within each chapter to promote application based learning</a:t>
          </a:r>
          <a:endParaRPr lang="en-US" sz="2000" dirty="0">
            <a:latin typeface="Calibri" panose="020F0502020204030204" pitchFamily="34" charset="0"/>
            <a:cs typeface="Calibri" panose="020F0502020204030204" pitchFamily="34" charset="0"/>
          </a:endParaRPr>
        </a:p>
      </dgm:t>
    </dgm:pt>
    <dgm:pt modelId="{45DC9A3F-CAB1-46DD-BD48-F91CC250BD0C}" type="parTrans" cxnId="{7768E3F4-804A-49BE-AFE3-6B14A7241D78}">
      <dgm:prSet/>
      <dgm:spPr/>
      <dgm:t>
        <a:bodyPr/>
        <a:lstStyle/>
        <a:p>
          <a:endParaRPr lang="en-US" sz="2000">
            <a:latin typeface="Calibri" panose="020F0502020204030204" pitchFamily="34" charset="0"/>
            <a:cs typeface="Calibri" panose="020F0502020204030204" pitchFamily="34" charset="0"/>
          </a:endParaRPr>
        </a:p>
      </dgm:t>
    </dgm:pt>
    <dgm:pt modelId="{588AE566-9289-491D-A7C0-F526A858B7C4}" type="sibTrans" cxnId="{7768E3F4-804A-49BE-AFE3-6B14A7241D78}">
      <dgm:prSet/>
      <dgm:spPr/>
      <dgm:t>
        <a:bodyPr/>
        <a:lstStyle/>
        <a:p>
          <a:endParaRPr lang="en-US" sz="2000">
            <a:latin typeface="Calibri" panose="020F0502020204030204" pitchFamily="34" charset="0"/>
            <a:cs typeface="Calibri" panose="020F0502020204030204" pitchFamily="34" charset="0"/>
          </a:endParaRPr>
        </a:p>
      </dgm:t>
    </dgm:pt>
    <dgm:pt modelId="{3B484EFE-1D7C-4FE5-A03E-68ABAD57D826}">
      <dgm:prSet phldrT="[Text]" custT="1"/>
      <dgm:spPr/>
      <dgm:t>
        <a:bodyPr/>
        <a:lstStyle/>
        <a:p>
          <a:r>
            <a:rPr lang="en-US" sz="4000" b="1" dirty="0" smtClean="0">
              <a:latin typeface="Calibri" panose="020F0502020204030204" pitchFamily="34" charset="0"/>
              <a:cs typeface="Calibri" panose="020F0502020204030204" pitchFamily="34" charset="0"/>
            </a:rPr>
            <a:t>Teacher’s manual</a:t>
          </a:r>
          <a:endParaRPr lang="en-US" sz="4000" b="1" dirty="0">
            <a:latin typeface="Calibri" panose="020F0502020204030204" pitchFamily="34" charset="0"/>
            <a:cs typeface="Calibri" panose="020F0502020204030204" pitchFamily="34" charset="0"/>
          </a:endParaRPr>
        </a:p>
      </dgm:t>
    </dgm:pt>
    <dgm:pt modelId="{CA7DE65B-7777-4276-812A-3B4DFE4FFB8B}" type="parTrans" cxnId="{9235EB50-5E2C-46E6-A311-3547B87B2B07}">
      <dgm:prSet/>
      <dgm:spPr/>
      <dgm:t>
        <a:bodyPr/>
        <a:lstStyle/>
        <a:p>
          <a:endParaRPr lang="en-US" sz="2000">
            <a:latin typeface="Calibri" panose="020F0502020204030204" pitchFamily="34" charset="0"/>
            <a:cs typeface="Calibri" panose="020F0502020204030204" pitchFamily="34" charset="0"/>
          </a:endParaRPr>
        </a:p>
      </dgm:t>
    </dgm:pt>
    <dgm:pt modelId="{7690ACE2-A48F-4E3C-9B73-B09A9E5D0346}" type="sibTrans" cxnId="{9235EB50-5E2C-46E6-A311-3547B87B2B07}">
      <dgm:prSet/>
      <dgm:spPr/>
      <dgm:t>
        <a:bodyPr/>
        <a:lstStyle/>
        <a:p>
          <a:endParaRPr lang="en-US" sz="2000">
            <a:latin typeface="Calibri" panose="020F0502020204030204" pitchFamily="34" charset="0"/>
            <a:cs typeface="Calibri" panose="020F0502020204030204" pitchFamily="34" charset="0"/>
          </a:endParaRPr>
        </a:p>
      </dgm:t>
    </dgm:pt>
    <dgm:pt modelId="{D3643F55-EBD9-4FBC-8087-D406038F4D85}">
      <dgm:prSet phldrT="[Text]" custT="1"/>
      <dgm:spPr/>
      <dgm:t>
        <a:bodyPr/>
        <a:lstStyle/>
        <a:p>
          <a:pPr algn="just"/>
          <a:r>
            <a:rPr lang="en-US" sz="2000" b="1" u="sng" dirty="0" smtClean="0">
              <a:latin typeface="Calibri" panose="020F0502020204030204" pitchFamily="34" charset="0"/>
              <a:cs typeface="Calibri" panose="020F0502020204030204" pitchFamily="34" charset="0"/>
            </a:rPr>
            <a:t>Answer Key</a:t>
          </a:r>
          <a:r>
            <a:rPr lang="en-US" sz="2000" dirty="0" smtClean="0">
              <a:latin typeface="Calibri" panose="020F0502020204030204" pitchFamily="34" charset="0"/>
              <a:cs typeface="Calibri" panose="020F0502020204030204" pitchFamily="34" charset="0"/>
            </a:rPr>
            <a:t> provides answers to Exercises given in the Student Book</a:t>
          </a:r>
          <a:endParaRPr lang="en-US" sz="2000" dirty="0">
            <a:latin typeface="Calibri" panose="020F0502020204030204" pitchFamily="34" charset="0"/>
            <a:cs typeface="Calibri" panose="020F0502020204030204" pitchFamily="34" charset="0"/>
          </a:endParaRPr>
        </a:p>
      </dgm:t>
    </dgm:pt>
    <dgm:pt modelId="{4D1B024D-DE9F-422E-A10C-7DF703BC00F3}" type="parTrans" cxnId="{6F1E08BE-6B7C-47F5-BAF9-BF3BC85BFD09}">
      <dgm:prSet/>
      <dgm:spPr/>
      <dgm:t>
        <a:bodyPr/>
        <a:lstStyle/>
        <a:p>
          <a:endParaRPr lang="en-US" sz="2000">
            <a:latin typeface="Calibri" panose="020F0502020204030204" pitchFamily="34" charset="0"/>
            <a:cs typeface="Calibri" panose="020F0502020204030204" pitchFamily="34" charset="0"/>
          </a:endParaRPr>
        </a:p>
      </dgm:t>
    </dgm:pt>
    <dgm:pt modelId="{BF30DCC4-6583-4AD1-82F9-8022EA223900}" type="sibTrans" cxnId="{6F1E08BE-6B7C-47F5-BAF9-BF3BC85BFD09}">
      <dgm:prSet/>
      <dgm:spPr/>
      <dgm:t>
        <a:bodyPr/>
        <a:lstStyle/>
        <a:p>
          <a:endParaRPr lang="en-US" sz="2000">
            <a:latin typeface="Calibri" panose="020F0502020204030204" pitchFamily="34" charset="0"/>
            <a:cs typeface="Calibri" panose="020F0502020204030204" pitchFamily="34" charset="0"/>
          </a:endParaRPr>
        </a:p>
      </dgm:t>
    </dgm:pt>
    <dgm:pt modelId="{249AFDF4-2EB6-4F8F-9B75-F4C0CDAA502F}">
      <dgm:prSet phldrT="[Text]" custT="1"/>
      <dgm:spPr/>
      <dgm:t>
        <a:bodyPr/>
        <a:lstStyle/>
        <a:p>
          <a:pPr algn="just"/>
          <a:r>
            <a:rPr lang="en-US" sz="2000" b="1" u="sng" dirty="0" smtClean="0">
              <a:latin typeface="Calibri" panose="020F0502020204030204" pitchFamily="34" charset="0"/>
              <a:cs typeface="Calibri" panose="020F0502020204030204" pitchFamily="34" charset="0"/>
            </a:rPr>
            <a:t>Project Ideas</a:t>
          </a:r>
          <a:r>
            <a:rPr lang="en-US" sz="2000" dirty="0" smtClean="0">
              <a:latin typeface="Calibri" panose="020F0502020204030204" pitchFamily="34" charset="0"/>
              <a:cs typeface="Calibri" panose="020F0502020204030204" pitchFamily="34" charset="0"/>
            </a:rPr>
            <a:t> promote individual learning as well as teamwork and help students develop an understanding of importance of technology in our lives.</a:t>
          </a:r>
          <a:endParaRPr lang="en-US" sz="2000" dirty="0">
            <a:latin typeface="Calibri" panose="020F0502020204030204" pitchFamily="34" charset="0"/>
            <a:cs typeface="Calibri" panose="020F0502020204030204" pitchFamily="34" charset="0"/>
          </a:endParaRPr>
        </a:p>
      </dgm:t>
    </dgm:pt>
    <dgm:pt modelId="{3DD9DAFC-328F-4EFC-90ED-3B7C4FBC18D4}" type="parTrans" cxnId="{ACA2EDBB-047D-4E40-9D68-40A274CBDCD5}">
      <dgm:prSet/>
      <dgm:spPr/>
      <dgm:t>
        <a:bodyPr/>
        <a:lstStyle/>
        <a:p>
          <a:endParaRPr lang="en-US" sz="2000">
            <a:latin typeface="Calibri" panose="020F0502020204030204" pitchFamily="34" charset="0"/>
            <a:cs typeface="Calibri" panose="020F0502020204030204" pitchFamily="34" charset="0"/>
          </a:endParaRPr>
        </a:p>
      </dgm:t>
    </dgm:pt>
    <dgm:pt modelId="{E29A8A06-6B80-49E0-8AF1-40277C14B413}" type="sibTrans" cxnId="{ACA2EDBB-047D-4E40-9D68-40A274CBDCD5}">
      <dgm:prSet/>
      <dgm:spPr/>
      <dgm:t>
        <a:bodyPr/>
        <a:lstStyle/>
        <a:p>
          <a:endParaRPr lang="en-US" sz="2000">
            <a:latin typeface="Calibri" panose="020F0502020204030204" pitchFamily="34" charset="0"/>
            <a:cs typeface="Calibri" panose="020F0502020204030204" pitchFamily="34" charset="0"/>
          </a:endParaRPr>
        </a:p>
      </dgm:t>
    </dgm:pt>
    <dgm:pt modelId="{599C77BD-5B48-4ECB-9FD0-605C4B3BC066}">
      <dgm:prSet custT="1"/>
      <dgm:spPr/>
      <dgm:t>
        <a:bodyPr/>
        <a:lstStyle/>
        <a:p>
          <a:pPr algn="just"/>
          <a:r>
            <a:rPr lang="en-US" sz="2000" b="1" u="sng" dirty="0" smtClean="0">
              <a:latin typeface="Calibri" panose="020F0502020204030204" pitchFamily="34" charset="0"/>
              <a:cs typeface="Calibri" panose="020F0502020204030204" pitchFamily="34" charset="0"/>
            </a:rPr>
            <a:t>Fact Files</a:t>
          </a:r>
          <a:r>
            <a:rPr lang="en-US" sz="2000" dirty="0" smtClean="0">
              <a:latin typeface="Calibri" panose="020F0502020204030204" pitchFamily="34" charset="0"/>
              <a:cs typeface="Calibri" panose="020F0502020204030204" pitchFamily="34" charset="0"/>
            </a:rPr>
            <a:t> to enhance the knowledge of the students</a:t>
          </a:r>
          <a:endParaRPr lang="en-US" sz="2000" dirty="0">
            <a:latin typeface="Calibri" panose="020F0502020204030204" pitchFamily="34" charset="0"/>
            <a:cs typeface="Calibri" panose="020F0502020204030204" pitchFamily="34" charset="0"/>
          </a:endParaRPr>
        </a:p>
      </dgm:t>
    </dgm:pt>
    <dgm:pt modelId="{EF6A7C0C-16DE-46DC-982F-84C85FB001C6}" type="parTrans" cxnId="{0DAB208A-3F0D-4725-B376-B5296E19C1E6}">
      <dgm:prSet/>
      <dgm:spPr/>
      <dgm:t>
        <a:bodyPr/>
        <a:lstStyle/>
        <a:p>
          <a:endParaRPr lang="en-US" sz="2000">
            <a:latin typeface="Calibri" panose="020F0502020204030204" pitchFamily="34" charset="0"/>
            <a:cs typeface="Calibri" panose="020F0502020204030204" pitchFamily="34" charset="0"/>
          </a:endParaRPr>
        </a:p>
      </dgm:t>
    </dgm:pt>
    <dgm:pt modelId="{F5170349-7C28-492F-AA6E-7E4637B85765}" type="sibTrans" cxnId="{0DAB208A-3F0D-4725-B376-B5296E19C1E6}">
      <dgm:prSet/>
      <dgm:spPr/>
      <dgm:t>
        <a:bodyPr/>
        <a:lstStyle/>
        <a:p>
          <a:endParaRPr lang="en-US" sz="2000">
            <a:latin typeface="Calibri" panose="020F0502020204030204" pitchFamily="34" charset="0"/>
            <a:cs typeface="Calibri" panose="020F0502020204030204" pitchFamily="34" charset="0"/>
          </a:endParaRPr>
        </a:p>
      </dgm:t>
    </dgm:pt>
    <dgm:pt modelId="{0468BC7C-E308-46FA-B32F-E7B5958E4E48}">
      <dgm:prSet custT="1"/>
      <dgm:spPr/>
      <dgm:t>
        <a:bodyPr/>
        <a:lstStyle/>
        <a:p>
          <a:pPr algn="just"/>
          <a:r>
            <a:rPr lang="en-US" sz="2000" b="1" u="sng" dirty="0" smtClean="0">
              <a:latin typeface="Calibri" panose="020F0502020204030204" pitchFamily="34" charset="0"/>
              <a:cs typeface="Calibri" panose="020F0502020204030204" pitchFamily="34" charset="0"/>
            </a:rPr>
            <a:t>Quick Key</a:t>
          </a:r>
          <a:r>
            <a:rPr lang="en-US" sz="2000" dirty="0" smtClean="0">
              <a:latin typeface="Calibri" panose="020F0502020204030204" pitchFamily="34" charset="0"/>
              <a:cs typeface="Calibri" panose="020F0502020204030204" pitchFamily="34" charset="0"/>
            </a:rPr>
            <a:t> and Try This to introduce shortcuts and alternative methodologies</a:t>
          </a:r>
          <a:endParaRPr lang="en-US" sz="2000" dirty="0">
            <a:latin typeface="Calibri" panose="020F0502020204030204" pitchFamily="34" charset="0"/>
            <a:cs typeface="Calibri" panose="020F0502020204030204" pitchFamily="34" charset="0"/>
          </a:endParaRPr>
        </a:p>
      </dgm:t>
    </dgm:pt>
    <dgm:pt modelId="{C073BC8C-09CB-4084-9F96-75D3C1680A50}" type="parTrans" cxnId="{38EE30BD-DEFD-4DE7-BE2E-9A7AFCD58A49}">
      <dgm:prSet/>
      <dgm:spPr/>
      <dgm:t>
        <a:bodyPr/>
        <a:lstStyle/>
        <a:p>
          <a:endParaRPr lang="en-US" sz="2000">
            <a:latin typeface="Calibri" panose="020F0502020204030204" pitchFamily="34" charset="0"/>
            <a:cs typeface="Calibri" panose="020F0502020204030204" pitchFamily="34" charset="0"/>
          </a:endParaRPr>
        </a:p>
      </dgm:t>
    </dgm:pt>
    <dgm:pt modelId="{5AA03D5E-E770-4FED-80F7-5AD4AE0B5673}" type="sibTrans" cxnId="{38EE30BD-DEFD-4DE7-BE2E-9A7AFCD58A49}">
      <dgm:prSet/>
      <dgm:spPr/>
      <dgm:t>
        <a:bodyPr/>
        <a:lstStyle/>
        <a:p>
          <a:endParaRPr lang="en-US" sz="2000">
            <a:latin typeface="Calibri" panose="020F0502020204030204" pitchFamily="34" charset="0"/>
            <a:cs typeface="Calibri" panose="020F0502020204030204" pitchFamily="34" charset="0"/>
          </a:endParaRPr>
        </a:p>
      </dgm:t>
    </dgm:pt>
    <dgm:pt modelId="{6F4ACE07-42A7-41ED-B23F-85AC6881618D}">
      <dgm:prSet custT="1"/>
      <dgm:spPr/>
      <dgm:t>
        <a:bodyPr/>
        <a:lstStyle/>
        <a:p>
          <a:pPr algn="just"/>
          <a:r>
            <a:rPr lang="en-US" sz="2000" b="1" u="sng" dirty="0" smtClean="0">
              <a:latin typeface="Calibri" panose="020F0502020204030204" pitchFamily="34" charset="0"/>
              <a:cs typeface="Calibri" panose="020F0502020204030204" pitchFamily="34" charset="0"/>
            </a:rPr>
            <a:t>Glossary and Now You Know</a:t>
          </a:r>
          <a:r>
            <a:rPr lang="en-US" sz="2000" dirty="0" smtClean="0">
              <a:latin typeface="Calibri" panose="020F0502020204030204" pitchFamily="34" charset="0"/>
              <a:cs typeface="Calibri" panose="020F0502020204030204" pitchFamily="34" charset="0"/>
            </a:rPr>
            <a:t> to aid quick revision of the concepts learnt</a:t>
          </a:r>
          <a:endParaRPr lang="en-US" sz="2000" dirty="0">
            <a:latin typeface="Calibri" panose="020F0502020204030204" pitchFamily="34" charset="0"/>
            <a:cs typeface="Calibri" panose="020F0502020204030204" pitchFamily="34" charset="0"/>
          </a:endParaRPr>
        </a:p>
      </dgm:t>
    </dgm:pt>
    <dgm:pt modelId="{BFFDE54E-E12A-4465-8671-796A1FE89BFF}" type="parTrans" cxnId="{74D76D90-4A0E-491A-B57E-074E4BF4C99F}">
      <dgm:prSet/>
      <dgm:spPr/>
      <dgm:t>
        <a:bodyPr/>
        <a:lstStyle/>
        <a:p>
          <a:endParaRPr lang="en-US" sz="2000">
            <a:latin typeface="Calibri" panose="020F0502020204030204" pitchFamily="34" charset="0"/>
            <a:cs typeface="Calibri" panose="020F0502020204030204" pitchFamily="34" charset="0"/>
          </a:endParaRPr>
        </a:p>
      </dgm:t>
    </dgm:pt>
    <dgm:pt modelId="{8F196AE0-A38C-4740-922A-219A26141572}" type="sibTrans" cxnId="{74D76D90-4A0E-491A-B57E-074E4BF4C99F}">
      <dgm:prSet/>
      <dgm:spPr/>
      <dgm:t>
        <a:bodyPr/>
        <a:lstStyle/>
        <a:p>
          <a:endParaRPr lang="en-US" sz="2000">
            <a:latin typeface="Calibri" panose="020F0502020204030204" pitchFamily="34" charset="0"/>
            <a:cs typeface="Calibri" panose="020F0502020204030204" pitchFamily="34" charset="0"/>
          </a:endParaRPr>
        </a:p>
      </dgm:t>
    </dgm:pt>
    <dgm:pt modelId="{8754D9C3-ADE2-4C4C-801C-9C0C7C4325E6}">
      <dgm:prSet phldrT="[Text]" custT="1"/>
      <dgm:spPr/>
      <dgm:t>
        <a:bodyPr/>
        <a:lstStyle/>
        <a:p>
          <a:pPr algn="just"/>
          <a:r>
            <a:rPr lang="en-US" sz="2000" b="1" u="sng" dirty="0" smtClean="0">
              <a:latin typeface="Calibri" panose="020F0502020204030204" pitchFamily="34" charset="0"/>
              <a:cs typeface="Calibri" panose="020F0502020204030204" pitchFamily="34" charset="0"/>
            </a:rPr>
            <a:t>Sample Test Papers</a:t>
          </a:r>
          <a:r>
            <a:rPr lang="en-US" sz="2000" dirty="0" smtClean="0">
              <a:latin typeface="Calibri" panose="020F0502020204030204" pitchFamily="34" charset="0"/>
              <a:cs typeface="Calibri" panose="020F0502020204030204" pitchFamily="34" charset="0"/>
            </a:rPr>
            <a:t> can be used by teachers for assessment work throughout the year</a:t>
          </a:r>
          <a:endParaRPr lang="en-US" sz="2000" dirty="0">
            <a:latin typeface="Calibri" panose="020F0502020204030204" pitchFamily="34" charset="0"/>
            <a:cs typeface="Calibri" panose="020F0502020204030204" pitchFamily="34" charset="0"/>
          </a:endParaRPr>
        </a:p>
      </dgm:t>
    </dgm:pt>
    <dgm:pt modelId="{5E3589DF-2448-4AF5-9E5B-051430C1A7B6}" type="parTrans" cxnId="{23AF6DAE-7C75-411C-8EDC-4B9A78568DF1}">
      <dgm:prSet/>
      <dgm:spPr/>
      <dgm:t>
        <a:bodyPr/>
        <a:lstStyle/>
        <a:p>
          <a:endParaRPr lang="en-US" sz="2000">
            <a:latin typeface="Calibri" panose="020F0502020204030204" pitchFamily="34" charset="0"/>
            <a:cs typeface="Calibri" panose="020F0502020204030204" pitchFamily="34" charset="0"/>
          </a:endParaRPr>
        </a:p>
      </dgm:t>
    </dgm:pt>
    <dgm:pt modelId="{62AA5420-4175-435D-BEC1-F4423E5E9D8B}" type="sibTrans" cxnId="{23AF6DAE-7C75-411C-8EDC-4B9A78568DF1}">
      <dgm:prSet/>
      <dgm:spPr/>
      <dgm:t>
        <a:bodyPr/>
        <a:lstStyle/>
        <a:p>
          <a:endParaRPr lang="en-US" sz="2000">
            <a:latin typeface="Calibri" panose="020F0502020204030204" pitchFamily="34" charset="0"/>
            <a:cs typeface="Calibri" panose="020F0502020204030204" pitchFamily="34" charset="0"/>
          </a:endParaRPr>
        </a:p>
      </dgm:t>
    </dgm:pt>
    <dgm:pt modelId="{9D78E7A0-9A00-47D8-9E05-B7B2294897CD}" type="pres">
      <dgm:prSet presAssocID="{1DB1E587-2142-4BE0-8113-2D4402584180}" presName="Name0" presStyleCnt="0">
        <dgm:presLayoutVars>
          <dgm:dir/>
          <dgm:animLvl val="lvl"/>
          <dgm:resizeHandles/>
        </dgm:presLayoutVars>
      </dgm:prSet>
      <dgm:spPr/>
      <dgm:t>
        <a:bodyPr/>
        <a:lstStyle/>
        <a:p>
          <a:endParaRPr lang="en-US"/>
        </a:p>
      </dgm:t>
    </dgm:pt>
    <dgm:pt modelId="{3789320C-2408-4CEE-BAA2-FF0D487D3423}" type="pres">
      <dgm:prSet presAssocID="{EDABD01D-21AD-44DE-87C9-35DF78F89C77}" presName="linNode" presStyleCnt="0"/>
      <dgm:spPr/>
    </dgm:pt>
    <dgm:pt modelId="{D7095FDC-3D91-40E9-908F-9F700AE09D7A}" type="pres">
      <dgm:prSet presAssocID="{EDABD01D-21AD-44DE-87C9-35DF78F89C77}" presName="parentShp" presStyleLbl="node1" presStyleIdx="0" presStyleCnt="2" custScaleX="81656">
        <dgm:presLayoutVars>
          <dgm:bulletEnabled val="1"/>
        </dgm:presLayoutVars>
      </dgm:prSet>
      <dgm:spPr/>
      <dgm:t>
        <a:bodyPr/>
        <a:lstStyle/>
        <a:p>
          <a:endParaRPr lang="en-US"/>
        </a:p>
      </dgm:t>
    </dgm:pt>
    <dgm:pt modelId="{78FA982A-C062-49A1-B406-7BF93711E363}" type="pres">
      <dgm:prSet presAssocID="{EDABD01D-21AD-44DE-87C9-35DF78F89C77}" presName="childShp" presStyleLbl="bgAccFollowNode1" presStyleIdx="0" presStyleCnt="2" custScaleY="105054">
        <dgm:presLayoutVars>
          <dgm:bulletEnabled val="1"/>
        </dgm:presLayoutVars>
      </dgm:prSet>
      <dgm:spPr/>
      <dgm:t>
        <a:bodyPr/>
        <a:lstStyle/>
        <a:p>
          <a:endParaRPr lang="en-US"/>
        </a:p>
      </dgm:t>
    </dgm:pt>
    <dgm:pt modelId="{92B00A2C-4AF0-48D1-ABE9-0838815FB1FF}" type="pres">
      <dgm:prSet presAssocID="{83B61198-4EDD-476E-9CF1-9C0055A7DC80}" presName="spacing" presStyleCnt="0"/>
      <dgm:spPr/>
    </dgm:pt>
    <dgm:pt modelId="{03191C49-D5E3-4489-878A-7D07CB72BA32}" type="pres">
      <dgm:prSet presAssocID="{3B484EFE-1D7C-4FE5-A03E-68ABAD57D826}" presName="linNode" presStyleCnt="0"/>
      <dgm:spPr/>
    </dgm:pt>
    <dgm:pt modelId="{B4A95021-53D0-4D8C-B1B3-8964F813AE02}" type="pres">
      <dgm:prSet presAssocID="{3B484EFE-1D7C-4FE5-A03E-68ABAD57D826}" presName="parentShp" presStyleLbl="node1" presStyleIdx="1" presStyleCnt="2" custScaleX="81656">
        <dgm:presLayoutVars>
          <dgm:bulletEnabled val="1"/>
        </dgm:presLayoutVars>
      </dgm:prSet>
      <dgm:spPr/>
      <dgm:t>
        <a:bodyPr/>
        <a:lstStyle/>
        <a:p>
          <a:endParaRPr lang="en-US"/>
        </a:p>
      </dgm:t>
    </dgm:pt>
    <dgm:pt modelId="{3183EF49-5EEB-4A2C-BCAC-000F09E3FBC0}" type="pres">
      <dgm:prSet presAssocID="{3B484EFE-1D7C-4FE5-A03E-68ABAD57D826}" presName="childShp" presStyleLbl="bgAccFollowNode1" presStyleIdx="1" presStyleCnt="2" custScaleY="105054">
        <dgm:presLayoutVars>
          <dgm:bulletEnabled val="1"/>
        </dgm:presLayoutVars>
      </dgm:prSet>
      <dgm:spPr/>
      <dgm:t>
        <a:bodyPr/>
        <a:lstStyle/>
        <a:p>
          <a:endParaRPr lang="en-US"/>
        </a:p>
      </dgm:t>
    </dgm:pt>
  </dgm:ptLst>
  <dgm:cxnLst>
    <dgm:cxn modelId="{14D3A76B-76D8-45B6-B2CB-7902DA252770}" type="presOf" srcId="{599C77BD-5B48-4ECB-9FD0-605C4B3BC066}" destId="{78FA982A-C062-49A1-B406-7BF93711E363}" srcOrd="0" destOrd="1" presId="urn:microsoft.com/office/officeart/2005/8/layout/vList6"/>
    <dgm:cxn modelId="{FAF95733-6EB0-484C-9F0A-07C4508F408B}" type="presOf" srcId="{CB155DE6-F611-4AFB-92C6-8EA246A87203}" destId="{78FA982A-C062-49A1-B406-7BF93711E363}" srcOrd="0" destOrd="3" presId="urn:microsoft.com/office/officeart/2005/8/layout/vList6"/>
    <dgm:cxn modelId="{ACA2EDBB-047D-4E40-9D68-40A274CBDCD5}" srcId="{3B484EFE-1D7C-4FE5-A03E-68ABAD57D826}" destId="{249AFDF4-2EB6-4F8F-9B75-F4C0CDAA502F}" srcOrd="1" destOrd="0" parTransId="{3DD9DAFC-328F-4EFC-90ED-3B7C4FBC18D4}" sibTransId="{E29A8A06-6B80-49E0-8AF1-40277C14B413}"/>
    <dgm:cxn modelId="{A31874A8-AC92-4E94-AD65-0150C658E45A}" type="presOf" srcId="{6F4ACE07-42A7-41ED-B23F-85AC6881618D}" destId="{78FA982A-C062-49A1-B406-7BF93711E363}" srcOrd="0" destOrd="4" presId="urn:microsoft.com/office/officeart/2005/8/layout/vList6"/>
    <dgm:cxn modelId="{7768E3F4-804A-49BE-AFE3-6B14A7241D78}" srcId="{EDABD01D-21AD-44DE-87C9-35DF78F89C77}" destId="{CB155DE6-F611-4AFB-92C6-8EA246A87203}" srcOrd="3" destOrd="0" parTransId="{45DC9A3F-CAB1-46DD-BD48-F91CC250BD0C}" sibTransId="{588AE566-9289-491D-A7C0-F526A858B7C4}"/>
    <dgm:cxn modelId="{74D76D90-4A0E-491A-B57E-074E4BF4C99F}" srcId="{EDABD01D-21AD-44DE-87C9-35DF78F89C77}" destId="{6F4ACE07-42A7-41ED-B23F-85AC6881618D}" srcOrd="4" destOrd="0" parTransId="{BFFDE54E-E12A-4465-8671-796A1FE89BFF}" sibTransId="{8F196AE0-A38C-4740-922A-219A26141572}"/>
    <dgm:cxn modelId="{54D067E2-F842-420D-8E54-11DF4CD8169D}" type="presOf" srcId="{D3643F55-EBD9-4FBC-8087-D406038F4D85}" destId="{3183EF49-5EEB-4A2C-BCAC-000F09E3FBC0}" srcOrd="0" destOrd="0" presId="urn:microsoft.com/office/officeart/2005/8/layout/vList6"/>
    <dgm:cxn modelId="{201D5E6D-AC83-4FB3-AFE0-61B3829A1521}" type="presOf" srcId="{0468BC7C-E308-46FA-B32F-E7B5958E4E48}" destId="{78FA982A-C062-49A1-B406-7BF93711E363}" srcOrd="0" destOrd="2" presId="urn:microsoft.com/office/officeart/2005/8/layout/vList6"/>
    <dgm:cxn modelId="{6F1E08BE-6B7C-47F5-BAF9-BF3BC85BFD09}" srcId="{3B484EFE-1D7C-4FE5-A03E-68ABAD57D826}" destId="{D3643F55-EBD9-4FBC-8087-D406038F4D85}" srcOrd="0" destOrd="0" parTransId="{4D1B024D-DE9F-422E-A10C-7DF703BC00F3}" sibTransId="{BF30DCC4-6583-4AD1-82F9-8022EA223900}"/>
    <dgm:cxn modelId="{349ABF24-CAEC-4669-BD1D-A1613B2E29FF}" type="presOf" srcId="{093AEBA4-EBD4-4419-9EFE-8A141CA89425}" destId="{78FA982A-C062-49A1-B406-7BF93711E363}" srcOrd="0" destOrd="0" presId="urn:microsoft.com/office/officeart/2005/8/layout/vList6"/>
    <dgm:cxn modelId="{9235EB50-5E2C-46E6-A311-3547B87B2B07}" srcId="{1DB1E587-2142-4BE0-8113-2D4402584180}" destId="{3B484EFE-1D7C-4FE5-A03E-68ABAD57D826}" srcOrd="1" destOrd="0" parTransId="{CA7DE65B-7777-4276-812A-3B4DFE4FFB8B}" sibTransId="{7690ACE2-A48F-4E3C-9B73-B09A9E5D0346}"/>
    <dgm:cxn modelId="{0113233A-521A-444B-A5E7-C297FFCAF8EA}" type="presOf" srcId="{1DB1E587-2142-4BE0-8113-2D4402584180}" destId="{9D78E7A0-9A00-47D8-9E05-B7B2294897CD}" srcOrd="0" destOrd="0" presId="urn:microsoft.com/office/officeart/2005/8/layout/vList6"/>
    <dgm:cxn modelId="{9555D963-302B-468C-A943-3C5E97B6610D}" type="presOf" srcId="{8754D9C3-ADE2-4C4C-801C-9C0C7C4325E6}" destId="{3183EF49-5EEB-4A2C-BCAC-000F09E3FBC0}" srcOrd="0" destOrd="2" presId="urn:microsoft.com/office/officeart/2005/8/layout/vList6"/>
    <dgm:cxn modelId="{A307946D-211C-4BDF-96E6-356952953578}" type="presOf" srcId="{EDABD01D-21AD-44DE-87C9-35DF78F89C77}" destId="{D7095FDC-3D91-40E9-908F-9F700AE09D7A}" srcOrd="0" destOrd="0" presId="urn:microsoft.com/office/officeart/2005/8/layout/vList6"/>
    <dgm:cxn modelId="{0DAB208A-3F0D-4725-B376-B5296E19C1E6}" srcId="{EDABD01D-21AD-44DE-87C9-35DF78F89C77}" destId="{599C77BD-5B48-4ECB-9FD0-605C4B3BC066}" srcOrd="1" destOrd="0" parTransId="{EF6A7C0C-16DE-46DC-982F-84C85FB001C6}" sibTransId="{F5170349-7C28-492F-AA6E-7E4637B85765}"/>
    <dgm:cxn modelId="{4A61DEA5-8AEB-477F-A404-AC8D746C5B85}" srcId="{1DB1E587-2142-4BE0-8113-2D4402584180}" destId="{EDABD01D-21AD-44DE-87C9-35DF78F89C77}" srcOrd="0" destOrd="0" parTransId="{1CC90245-B218-4608-9864-C23F58D676DE}" sibTransId="{83B61198-4EDD-476E-9CF1-9C0055A7DC80}"/>
    <dgm:cxn modelId="{23AF6DAE-7C75-411C-8EDC-4B9A78568DF1}" srcId="{3B484EFE-1D7C-4FE5-A03E-68ABAD57D826}" destId="{8754D9C3-ADE2-4C4C-801C-9C0C7C4325E6}" srcOrd="2" destOrd="0" parTransId="{5E3589DF-2448-4AF5-9E5B-051430C1A7B6}" sibTransId="{62AA5420-4175-435D-BEC1-F4423E5E9D8B}"/>
    <dgm:cxn modelId="{3A6E9985-B3A9-4094-9C66-6B7C83621096}" srcId="{EDABD01D-21AD-44DE-87C9-35DF78F89C77}" destId="{093AEBA4-EBD4-4419-9EFE-8A141CA89425}" srcOrd="0" destOrd="0" parTransId="{ACE0A02D-2504-4B79-A264-F3FDF4F30616}" sibTransId="{39896679-DC9C-4375-8745-9F0A0185A60A}"/>
    <dgm:cxn modelId="{38EE30BD-DEFD-4DE7-BE2E-9A7AFCD58A49}" srcId="{EDABD01D-21AD-44DE-87C9-35DF78F89C77}" destId="{0468BC7C-E308-46FA-B32F-E7B5958E4E48}" srcOrd="2" destOrd="0" parTransId="{C073BC8C-09CB-4084-9F96-75D3C1680A50}" sibTransId="{5AA03D5E-E770-4FED-80F7-5AD4AE0B5673}"/>
    <dgm:cxn modelId="{7A131FDF-42CB-4EC7-8793-4641A34470AF}" type="presOf" srcId="{3B484EFE-1D7C-4FE5-A03E-68ABAD57D826}" destId="{B4A95021-53D0-4D8C-B1B3-8964F813AE02}" srcOrd="0" destOrd="0" presId="urn:microsoft.com/office/officeart/2005/8/layout/vList6"/>
    <dgm:cxn modelId="{F1D28CC4-8BA4-4E7B-8F7A-7706474D2C3A}" type="presOf" srcId="{249AFDF4-2EB6-4F8F-9B75-F4C0CDAA502F}" destId="{3183EF49-5EEB-4A2C-BCAC-000F09E3FBC0}" srcOrd="0" destOrd="1" presId="urn:microsoft.com/office/officeart/2005/8/layout/vList6"/>
    <dgm:cxn modelId="{B3040A71-36DB-4E51-A241-47C967023F7B}" type="presParOf" srcId="{9D78E7A0-9A00-47D8-9E05-B7B2294897CD}" destId="{3789320C-2408-4CEE-BAA2-FF0D487D3423}" srcOrd="0" destOrd="0" presId="urn:microsoft.com/office/officeart/2005/8/layout/vList6"/>
    <dgm:cxn modelId="{253706CB-3338-40D8-9726-844A130D7E2E}" type="presParOf" srcId="{3789320C-2408-4CEE-BAA2-FF0D487D3423}" destId="{D7095FDC-3D91-40E9-908F-9F700AE09D7A}" srcOrd="0" destOrd="0" presId="urn:microsoft.com/office/officeart/2005/8/layout/vList6"/>
    <dgm:cxn modelId="{1B0BAF36-B713-4A49-9BF7-61A692AEF17B}" type="presParOf" srcId="{3789320C-2408-4CEE-BAA2-FF0D487D3423}" destId="{78FA982A-C062-49A1-B406-7BF93711E363}" srcOrd="1" destOrd="0" presId="urn:microsoft.com/office/officeart/2005/8/layout/vList6"/>
    <dgm:cxn modelId="{0179CA22-EDAB-4908-9E0E-67BAEC696D3E}" type="presParOf" srcId="{9D78E7A0-9A00-47D8-9E05-B7B2294897CD}" destId="{92B00A2C-4AF0-48D1-ABE9-0838815FB1FF}" srcOrd="1" destOrd="0" presId="urn:microsoft.com/office/officeart/2005/8/layout/vList6"/>
    <dgm:cxn modelId="{D122294A-C3FA-4E51-AAD8-A681BA30D7CE}" type="presParOf" srcId="{9D78E7A0-9A00-47D8-9E05-B7B2294897CD}" destId="{03191C49-D5E3-4489-878A-7D07CB72BA32}" srcOrd="2" destOrd="0" presId="urn:microsoft.com/office/officeart/2005/8/layout/vList6"/>
    <dgm:cxn modelId="{177F6B14-F124-449D-9434-A0B8DA09F2E4}" type="presParOf" srcId="{03191C49-D5E3-4489-878A-7D07CB72BA32}" destId="{B4A95021-53D0-4D8C-B1B3-8964F813AE02}" srcOrd="0" destOrd="0" presId="urn:microsoft.com/office/officeart/2005/8/layout/vList6"/>
    <dgm:cxn modelId="{49AC9EBA-65AF-402C-A729-9D61D5524A26}" type="presParOf" srcId="{03191C49-D5E3-4489-878A-7D07CB72BA32}" destId="{3183EF49-5EEB-4A2C-BCAC-000F09E3FBC0}"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067F842-84AD-4D74-8565-7C4D78CD2EEB}" type="doc">
      <dgm:prSet loTypeId="urn:microsoft.com/office/officeart/2005/8/layout/process4" loCatId="list" qsTypeId="urn:microsoft.com/office/officeart/2005/8/quickstyle/simple2" qsCatId="simple" csTypeId="urn:microsoft.com/office/officeart/2005/8/colors/colorful2" csCatId="colorful" phldr="1"/>
      <dgm:spPr/>
      <dgm:t>
        <a:bodyPr/>
        <a:lstStyle/>
        <a:p>
          <a:endParaRPr lang="en-US"/>
        </a:p>
      </dgm:t>
    </dgm:pt>
    <dgm:pt modelId="{0DB8CE23-75B2-4ADA-BDB0-899493F6FD6B}">
      <dgm:prSet phldrT="[Text]"/>
      <dgm:spPr/>
      <dgm:t>
        <a:bodyPr/>
        <a:lstStyle/>
        <a:p>
          <a:r>
            <a:rPr lang="en-US" dirty="0" smtClean="0"/>
            <a:t>Preparation</a:t>
          </a:r>
          <a:endParaRPr lang="en-US" dirty="0"/>
        </a:p>
      </dgm:t>
    </dgm:pt>
    <dgm:pt modelId="{0D2B1B77-04BF-435F-A408-A1D66BFAEFBF}" type="parTrans" cxnId="{8F8115A8-BEF3-4CFF-89AB-F0051BABF3BA}">
      <dgm:prSet/>
      <dgm:spPr/>
      <dgm:t>
        <a:bodyPr/>
        <a:lstStyle/>
        <a:p>
          <a:endParaRPr lang="en-US"/>
        </a:p>
      </dgm:t>
    </dgm:pt>
    <dgm:pt modelId="{BD2AEE29-68FB-401D-A12C-517FDF2BA6F3}" type="sibTrans" cxnId="{8F8115A8-BEF3-4CFF-89AB-F0051BABF3BA}">
      <dgm:prSet/>
      <dgm:spPr/>
      <dgm:t>
        <a:bodyPr/>
        <a:lstStyle/>
        <a:p>
          <a:endParaRPr lang="en-US"/>
        </a:p>
      </dgm:t>
    </dgm:pt>
    <dgm:pt modelId="{CC0BAE1F-A94B-401B-AE57-4609C8AB79F7}">
      <dgm:prSet phldrT="[Text]" custT="1"/>
      <dgm:spPr/>
      <dgm:t>
        <a:bodyPr/>
        <a:lstStyle/>
        <a:p>
          <a:r>
            <a:rPr lang="en-US" sz="2200" dirty="0" smtClean="0"/>
            <a:t>Determine your lesson goals</a:t>
          </a:r>
        </a:p>
        <a:p>
          <a:r>
            <a:rPr lang="en-US" sz="2200" dirty="0" smtClean="0"/>
            <a:t>(base on the syllabus but with input from teachers and students.</a:t>
          </a:r>
          <a:endParaRPr lang="en-US" sz="2200" dirty="0"/>
        </a:p>
      </dgm:t>
    </dgm:pt>
    <dgm:pt modelId="{68E7BC2F-2485-472C-867A-31EF2C196B2C}" type="parTrans" cxnId="{194EE939-13B1-41CC-A78C-6961C43E9EAA}">
      <dgm:prSet/>
      <dgm:spPr/>
      <dgm:t>
        <a:bodyPr/>
        <a:lstStyle/>
        <a:p>
          <a:endParaRPr lang="en-US"/>
        </a:p>
      </dgm:t>
    </dgm:pt>
    <dgm:pt modelId="{CC241F99-9614-420F-93EE-970D034ACD02}" type="sibTrans" cxnId="{194EE939-13B1-41CC-A78C-6961C43E9EAA}">
      <dgm:prSet/>
      <dgm:spPr/>
      <dgm:t>
        <a:bodyPr/>
        <a:lstStyle/>
        <a:p>
          <a:endParaRPr lang="en-US"/>
        </a:p>
      </dgm:t>
    </dgm:pt>
    <dgm:pt modelId="{22F698D2-00CE-4516-8736-8C3193497AEB}">
      <dgm:prSet phldrT="[Text]" custT="1"/>
      <dgm:spPr/>
      <dgm:t>
        <a:bodyPr/>
        <a:lstStyle/>
        <a:p>
          <a:r>
            <a:rPr lang="en-US" sz="2200" dirty="0" smtClean="0"/>
            <a:t>Identify the activity and scientific terms in the lesson</a:t>
          </a:r>
          <a:endParaRPr lang="en-US" sz="2200" dirty="0"/>
        </a:p>
      </dgm:t>
    </dgm:pt>
    <dgm:pt modelId="{0F08620A-B317-46FF-B1E8-B96490EE206F}" type="parTrans" cxnId="{CFFE6508-BE09-4DB5-AF11-5302C5854169}">
      <dgm:prSet/>
      <dgm:spPr/>
      <dgm:t>
        <a:bodyPr/>
        <a:lstStyle/>
        <a:p>
          <a:endParaRPr lang="en-US"/>
        </a:p>
      </dgm:t>
    </dgm:pt>
    <dgm:pt modelId="{26FC8F51-E0AD-459D-920A-563EAA66C40E}" type="sibTrans" cxnId="{CFFE6508-BE09-4DB5-AF11-5302C5854169}">
      <dgm:prSet/>
      <dgm:spPr/>
      <dgm:t>
        <a:bodyPr/>
        <a:lstStyle/>
        <a:p>
          <a:endParaRPr lang="en-US"/>
        </a:p>
      </dgm:t>
    </dgm:pt>
    <dgm:pt modelId="{251E3C5F-5721-49AA-8024-F5CE9D4E0FEF}">
      <dgm:prSet phldrT="[Text]"/>
      <dgm:spPr/>
      <dgm:t>
        <a:bodyPr/>
        <a:lstStyle/>
        <a:p>
          <a:r>
            <a:rPr lang="en-US" dirty="0" smtClean="0"/>
            <a:t>Lesson plan</a:t>
          </a:r>
          <a:endParaRPr lang="en-US" dirty="0"/>
        </a:p>
      </dgm:t>
    </dgm:pt>
    <dgm:pt modelId="{2313FC47-153C-4316-8167-E86F9F55B408}" type="parTrans" cxnId="{C7AF0145-5A38-45EA-A6C7-74FE70355831}">
      <dgm:prSet/>
      <dgm:spPr/>
      <dgm:t>
        <a:bodyPr/>
        <a:lstStyle/>
        <a:p>
          <a:endParaRPr lang="en-US"/>
        </a:p>
      </dgm:t>
    </dgm:pt>
    <dgm:pt modelId="{4D517F10-024D-4243-A13F-29B18E18708F}" type="sibTrans" cxnId="{C7AF0145-5A38-45EA-A6C7-74FE70355831}">
      <dgm:prSet/>
      <dgm:spPr/>
      <dgm:t>
        <a:bodyPr/>
        <a:lstStyle/>
        <a:p>
          <a:endParaRPr lang="en-US"/>
        </a:p>
      </dgm:t>
    </dgm:pt>
    <dgm:pt modelId="{15D1CE92-2A9F-4A05-B1FB-5B3F5FB425F9}">
      <dgm:prSet phldrT="[Text]" custT="1"/>
      <dgm:spPr/>
      <dgm:t>
        <a:bodyPr/>
        <a:lstStyle/>
        <a:p>
          <a:r>
            <a:rPr lang="en-US" sz="2200" dirty="0" smtClean="0"/>
            <a:t>Identify main activities in the lesson</a:t>
          </a:r>
          <a:endParaRPr lang="en-US" sz="2200" dirty="0"/>
        </a:p>
      </dgm:t>
    </dgm:pt>
    <dgm:pt modelId="{B2B3210C-9709-4189-B3C3-704A66933299}" type="parTrans" cxnId="{71772BB9-5C6D-4D1C-90E0-670501430D86}">
      <dgm:prSet/>
      <dgm:spPr/>
      <dgm:t>
        <a:bodyPr/>
        <a:lstStyle/>
        <a:p>
          <a:endParaRPr lang="en-US"/>
        </a:p>
      </dgm:t>
    </dgm:pt>
    <dgm:pt modelId="{6FA1A3FF-E752-45E4-8320-54A92E4213D3}" type="sibTrans" cxnId="{71772BB9-5C6D-4D1C-90E0-670501430D86}">
      <dgm:prSet/>
      <dgm:spPr/>
      <dgm:t>
        <a:bodyPr/>
        <a:lstStyle/>
        <a:p>
          <a:endParaRPr lang="en-US"/>
        </a:p>
      </dgm:t>
    </dgm:pt>
    <dgm:pt modelId="{7B914BD5-F145-4EC5-88FE-570812103CCB}">
      <dgm:prSet phldrT="[Text]" custT="1"/>
      <dgm:spPr/>
      <dgm:t>
        <a:bodyPr/>
        <a:lstStyle/>
        <a:p>
          <a:r>
            <a:rPr lang="en-US" sz="2200" dirty="0" smtClean="0"/>
            <a:t>Identify teaching methods and write your teaching process</a:t>
          </a:r>
          <a:endParaRPr lang="en-US" sz="2200" dirty="0"/>
        </a:p>
      </dgm:t>
    </dgm:pt>
    <dgm:pt modelId="{DC25505F-B606-4B5F-973E-6A9CC695D9C1}" type="parTrans" cxnId="{CC8BD7FF-1FDB-477D-A3F4-7049B4BE285E}">
      <dgm:prSet/>
      <dgm:spPr/>
      <dgm:t>
        <a:bodyPr/>
        <a:lstStyle/>
        <a:p>
          <a:endParaRPr lang="en-US"/>
        </a:p>
      </dgm:t>
    </dgm:pt>
    <dgm:pt modelId="{6300DFA2-6596-4F97-AE50-68C46680FD6E}" type="sibTrans" cxnId="{CC8BD7FF-1FDB-477D-A3F4-7049B4BE285E}">
      <dgm:prSet/>
      <dgm:spPr/>
      <dgm:t>
        <a:bodyPr/>
        <a:lstStyle/>
        <a:p>
          <a:endParaRPr lang="en-US"/>
        </a:p>
      </dgm:t>
    </dgm:pt>
    <dgm:pt modelId="{2ADBA065-1BF7-4B43-B33E-4BA6E2106362}" type="pres">
      <dgm:prSet presAssocID="{9067F842-84AD-4D74-8565-7C4D78CD2EEB}" presName="Name0" presStyleCnt="0">
        <dgm:presLayoutVars>
          <dgm:dir/>
          <dgm:animLvl val="lvl"/>
          <dgm:resizeHandles val="exact"/>
        </dgm:presLayoutVars>
      </dgm:prSet>
      <dgm:spPr/>
      <dgm:t>
        <a:bodyPr/>
        <a:lstStyle/>
        <a:p>
          <a:endParaRPr lang="en-US"/>
        </a:p>
      </dgm:t>
    </dgm:pt>
    <dgm:pt modelId="{D84BB11F-B357-4BA1-BA5B-9988EA1A80FB}" type="pres">
      <dgm:prSet presAssocID="{251E3C5F-5721-49AA-8024-F5CE9D4E0FEF}" presName="boxAndChildren" presStyleCnt="0"/>
      <dgm:spPr/>
    </dgm:pt>
    <dgm:pt modelId="{FB0442C0-9B4C-4E92-9B1A-AD99DE5A169D}" type="pres">
      <dgm:prSet presAssocID="{251E3C5F-5721-49AA-8024-F5CE9D4E0FEF}" presName="parentTextBox" presStyleLbl="node1" presStyleIdx="0" presStyleCnt="2"/>
      <dgm:spPr/>
      <dgm:t>
        <a:bodyPr/>
        <a:lstStyle/>
        <a:p>
          <a:endParaRPr lang="en-US"/>
        </a:p>
      </dgm:t>
    </dgm:pt>
    <dgm:pt modelId="{4C0D3C36-A64F-4F26-AA6C-1CDEA084209E}" type="pres">
      <dgm:prSet presAssocID="{251E3C5F-5721-49AA-8024-F5CE9D4E0FEF}" presName="entireBox" presStyleLbl="node1" presStyleIdx="0" presStyleCnt="2"/>
      <dgm:spPr/>
      <dgm:t>
        <a:bodyPr/>
        <a:lstStyle/>
        <a:p>
          <a:endParaRPr lang="en-US"/>
        </a:p>
      </dgm:t>
    </dgm:pt>
    <dgm:pt modelId="{A477CFD9-CAD7-441D-B4AD-E03835B5F040}" type="pres">
      <dgm:prSet presAssocID="{251E3C5F-5721-49AA-8024-F5CE9D4E0FEF}" presName="descendantBox" presStyleCnt="0"/>
      <dgm:spPr/>
    </dgm:pt>
    <dgm:pt modelId="{46BC80B2-3A41-40A2-B44C-F69824BB5602}" type="pres">
      <dgm:prSet presAssocID="{15D1CE92-2A9F-4A05-B1FB-5B3F5FB425F9}" presName="childTextBox" presStyleLbl="fgAccFollowNode1" presStyleIdx="0" presStyleCnt="4">
        <dgm:presLayoutVars>
          <dgm:bulletEnabled val="1"/>
        </dgm:presLayoutVars>
      </dgm:prSet>
      <dgm:spPr/>
      <dgm:t>
        <a:bodyPr/>
        <a:lstStyle/>
        <a:p>
          <a:endParaRPr lang="en-US"/>
        </a:p>
      </dgm:t>
    </dgm:pt>
    <dgm:pt modelId="{1637E0B9-F28D-497C-A2DD-2C741BE86BCE}" type="pres">
      <dgm:prSet presAssocID="{7B914BD5-F145-4EC5-88FE-570812103CCB}" presName="childTextBox" presStyleLbl="fgAccFollowNode1" presStyleIdx="1" presStyleCnt="4">
        <dgm:presLayoutVars>
          <dgm:bulletEnabled val="1"/>
        </dgm:presLayoutVars>
      </dgm:prSet>
      <dgm:spPr/>
      <dgm:t>
        <a:bodyPr/>
        <a:lstStyle/>
        <a:p>
          <a:endParaRPr lang="en-US"/>
        </a:p>
      </dgm:t>
    </dgm:pt>
    <dgm:pt modelId="{E60F68A5-9B1D-4134-9F42-6B0AF0964FF6}" type="pres">
      <dgm:prSet presAssocID="{BD2AEE29-68FB-401D-A12C-517FDF2BA6F3}" presName="sp" presStyleCnt="0"/>
      <dgm:spPr/>
    </dgm:pt>
    <dgm:pt modelId="{6591D9E2-4DE6-409A-B735-C6872708E631}" type="pres">
      <dgm:prSet presAssocID="{0DB8CE23-75B2-4ADA-BDB0-899493F6FD6B}" presName="arrowAndChildren" presStyleCnt="0"/>
      <dgm:spPr/>
    </dgm:pt>
    <dgm:pt modelId="{EA2F531F-FA00-4E73-A787-DA5874D075C5}" type="pres">
      <dgm:prSet presAssocID="{0DB8CE23-75B2-4ADA-BDB0-899493F6FD6B}" presName="parentTextArrow" presStyleLbl="node1" presStyleIdx="0" presStyleCnt="2"/>
      <dgm:spPr/>
      <dgm:t>
        <a:bodyPr/>
        <a:lstStyle/>
        <a:p>
          <a:endParaRPr lang="en-US"/>
        </a:p>
      </dgm:t>
    </dgm:pt>
    <dgm:pt modelId="{BA8547B0-05FA-414C-B2FA-47EF3DDEB048}" type="pres">
      <dgm:prSet presAssocID="{0DB8CE23-75B2-4ADA-BDB0-899493F6FD6B}" presName="arrow" presStyleLbl="node1" presStyleIdx="1" presStyleCnt="2"/>
      <dgm:spPr/>
      <dgm:t>
        <a:bodyPr/>
        <a:lstStyle/>
        <a:p>
          <a:endParaRPr lang="en-US"/>
        </a:p>
      </dgm:t>
    </dgm:pt>
    <dgm:pt modelId="{4ADFF177-CE0F-4B7E-B873-A10B4A8712C4}" type="pres">
      <dgm:prSet presAssocID="{0DB8CE23-75B2-4ADA-BDB0-899493F6FD6B}" presName="descendantArrow" presStyleCnt="0"/>
      <dgm:spPr/>
    </dgm:pt>
    <dgm:pt modelId="{6F89988F-4FCD-43EA-89E2-735614FC6772}" type="pres">
      <dgm:prSet presAssocID="{CC0BAE1F-A94B-401B-AE57-4609C8AB79F7}" presName="childTextArrow" presStyleLbl="fgAccFollowNode1" presStyleIdx="2" presStyleCnt="4">
        <dgm:presLayoutVars>
          <dgm:bulletEnabled val="1"/>
        </dgm:presLayoutVars>
      </dgm:prSet>
      <dgm:spPr/>
      <dgm:t>
        <a:bodyPr/>
        <a:lstStyle/>
        <a:p>
          <a:endParaRPr lang="en-US"/>
        </a:p>
      </dgm:t>
    </dgm:pt>
    <dgm:pt modelId="{F223671C-58AA-405F-BAC4-4089E54D8593}" type="pres">
      <dgm:prSet presAssocID="{22F698D2-00CE-4516-8736-8C3193497AEB}" presName="childTextArrow" presStyleLbl="fgAccFollowNode1" presStyleIdx="3" presStyleCnt="4">
        <dgm:presLayoutVars>
          <dgm:bulletEnabled val="1"/>
        </dgm:presLayoutVars>
      </dgm:prSet>
      <dgm:spPr/>
      <dgm:t>
        <a:bodyPr/>
        <a:lstStyle/>
        <a:p>
          <a:endParaRPr lang="en-US"/>
        </a:p>
      </dgm:t>
    </dgm:pt>
  </dgm:ptLst>
  <dgm:cxnLst>
    <dgm:cxn modelId="{194EE939-13B1-41CC-A78C-6961C43E9EAA}" srcId="{0DB8CE23-75B2-4ADA-BDB0-899493F6FD6B}" destId="{CC0BAE1F-A94B-401B-AE57-4609C8AB79F7}" srcOrd="0" destOrd="0" parTransId="{68E7BC2F-2485-472C-867A-31EF2C196B2C}" sibTransId="{CC241F99-9614-420F-93EE-970D034ACD02}"/>
    <dgm:cxn modelId="{7D375E9F-780B-4661-92E1-FCF539ABB4A6}" type="presOf" srcId="{251E3C5F-5721-49AA-8024-F5CE9D4E0FEF}" destId="{4C0D3C36-A64F-4F26-AA6C-1CDEA084209E}" srcOrd="1" destOrd="0" presId="urn:microsoft.com/office/officeart/2005/8/layout/process4"/>
    <dgm:cxn modelId="{DECD2F74-A6EE-4D70-8CD0-D91F4601A391}" type="presOf" srcId="{CC0BAE1F-A94B-401B-AE57-4609C8AB79F7}" destId="{6F89988F-4FCD-43EA-89E2-735614FC6772}" srcOrd="0" destOrd="0" presId="urn:microsoft.com/office/officeart/2005/8/layout/process4"/>
    <dgm:cxn modelId="{8F8115A8-BEF3-4CFF-89AB-F0051BABF3BA}" srcId="{9067F842-84AD-4D74-8565-7C4D78CD2EEB}" destId="{0DB8CE23-75B2-4ADA-BDB0-899493F6FD6B}" srcOrd="0" destOrd="0" parTransId="{0D2B1B77-04BF-435F-A408-A1D66BFAEFBF}" sibTransId="{BD2AEE29-68FB-401D-A12C-517FDF2BA6F3}"/>
    <dgm:cxn modelId="{71772BB9-5C6D-4D1C-90E0-670501430D86}" srcId="{251E3C5F-5721-49AA-8024-F5CE9D4E0FEF}" destId="{15D1CE92-2A9F-4A05-B1FB-5B3F5FB425F9}" srcOrd="0" destOrd="0" parTransId="{B2B3210C-9709-4189-B3C3-704A66933299}" sibTransId="{6FA1A3FF-E752-45E4-8320-54A92E4213D3}"/>
    <dgm:cxn modelId="{12AD5140-36E7-4FB2-AF0C-A00AC88791E2}" type="presOf" srcId="{7B914BD5-F145-4EC5-88FE-570812103CCB}" destId="{1637E0B9-F28D-497C-A2DD-2C741BE86BCE}" srcOrd="0" destOrd="0" presId="urn:microsoft.com/office/officeart/2005/8/layout/process4"/>
    <dgm:cxn modelId="{CFFE6508-BE09-4DB5-AF11-5302C5854169}" srcId="{0DB8CE23-75B2-4ADA-BDB0-899493F6FD6B}" destId="{22F698D2-00CE-4516-8736-8C3193497AEB}" srcOrd="1" destOrd="0" parTransId="{0F08620A-B317-46FF-B1E8-B96490EE206F}" sibTransId="{26FC8F51-E0AD-459D-920A-563EAA66C40E}"/>
    <dgm:cxn modelId="{7CFC3E5C-3798-424C-99A8-9C5A799C4EA7}" type="presOf" srcId="{251E3C5F-5721-49AA-8024-F5CE9D4E0FEF}" destId="{FB0442C0-9B4C-4E92-9B1A-AD99DE5A169D}" srcOrd="0" destOrd="0" presId="urn:microsoft.com/office/officeart/2005/8/layout/process4"/>
    <dgm:cxn modelId="{5FE138AD-C514-48ED-AF40-F6BCD79CDEA5}" type="presOf" srcId="{22F698D2-00CE-4516-8736-8C3193497AEB}" destId="{F223671C-58AA-405F-BAC4-4089E54D8593}" srcOrd="0" destOrd="0" presId="urn:microsoft.com/office/officeart/2005/8/layout/process4"/>
    <dgm:cxn modelId="{C7AF0145-5A38-45EA-A6C7-74FE70355831}" srcId="{9067F842-84AD-4D74-8565-7C4D78CD2EEB}" destId="{251E3C5F-5721-49AA-8024-F5CE9D4E0FEF}" srcOrd="1" destOrd="0" parTransId="{2313FC47-153C-4316-8167-E86F9F55B408}" sibTransId="{4D517F10-024D-4243-A13F-29B18E18708F}"/>
    <dgm:cxn modelId="{24BED21C-B755-46E3-AA20-422306F1029C}" type="presOf" srcId="{9067F842-84AD-4D74-8565-7C4D78CD2EEB}" destId="{2ADBA065-1BF7-4B43-B33E-4BA6E2106362}" srcOrd="0" destOrd="0" presId="urn:microsoft.com/office/officeart/2005/8/layout/process4"/>
    <dgm:cxn modelId="{339B6E02-315C-49CE-9274-9F9BAB67BCEF}" type="presOf" srcId="{0DB8CE23-75B2-4ADA-BDB0-899493F6FD6B}" destId="{BA8547B0-05FA-414C-B2FA-47EF3DDEB048}" srcOrd="1" destOrd="0" presId="urn:microsoft.com/office/officeart/2005/8/layout/process4"/>
    <dgm:cxn modelId="{CC8BD7FF-1FDB-477D-A3F4-7049B4BE285E}" srcId="{251E3C5F-5721-49AA-8024-F5CE9D4E0FEF}" destId="{7B914BD5-F145-4EC5-88FE-570812103CCB}" srcOrd="1" destOrd="0" parTransId="{DC25505F-B606-4B5F-973E-6A9CC695D9C1}" sibTransId="{6300DFA2-6596-4F97-AE50-68C46680FD6E}"/>
    <dgm:cxn modelId="{4C00DA8B-9F19-42C1-B4E9-23917A45AF2E}" type="presOf" srcId="{0DB8CE23-75B2-4ADA-BDB0-899493F6FD6B}" destId="{EA2F531F-FA00-4E73-A787-DA5874D075C5}" srcOrd="0" destOrd="0" presId="urn:microsoft.com/office/officeart/2005/8/layout/process4"/>
    <dgm:cxn modelId="{390A4E62-10B0-4052-9C98-E3915C90F9C6}" type="presOf" srcId="{15D1CE92-2A9F-4A05-B1FB-5B3F5FB425F9}" destId="{46BC80B2-3A41-40A2-B44C-F69824BB5602}" srcOrd="0" destOrd="0" presId="urn:microsoft.com/office/officeart/2005/8/layout/process4"/>
    <dgm:cxn modelId="{3DFFF2AD-31F3-4EFC-8595-7BC7448BE00D}" type="presParOf" srcId="{2ADBA065-1BF7-4B43-B33E-4BA6E2106362}" destId="{D84BB11F-B357-4BA1-BA5B-9988EA1A80FB}" srcOrd="0" destOrd="0" presId="urn:microsoft.com/office/officeart/2005/8/layout/process4"/>
    <dgm:cxn modelId="{A3F470A5-39F9-4CC8-8E26-7EBC909C4BA3}" type="presParOf" srcId="{D84BB11F-B357-4BA1-BA5B-9988EA1A80FB}" destId="{FB0442C0-9B4C-4E92-9B1A-AD99DE5A169D}" srcOrd="0" destOrd="0" presId="urn:microsoft.com/office/officeart/2005/8/layout/process4"/>
    <dgm:cxn modelId="{5548F6E4-225E-43B6-A68E-AF44A5880998}" type="presParOf" srcId="{D84BB11F-B357-4BA1-BA5B-9988EA1A80FB}" destId="{4C0D3C36-A64F-4F26-AA6C-1CDEA084209E}" srcOrd="1" destOrd="0" presId="urn:microsoft.com/office/officeart/2005/8/layout/process4"/>
    <dgm:cxn modelId="{34038DA1-B70A-4BEB-9D77-E50BC517E81B}" type="presParOf" srcId="{D84BB11F-B357-4BA1-BA5B-9988EA1A80FB}" destId="{A477CFD9-CAD7-441D-B4AD-E03835B5F040}" srcOrd="2" destOrd="0" presId="urn:microsoft.com/office/officeart/2005/8/layout/process4"/>
    <dgm:cxn modelId="{C377981E-5334-4BB0-92A0-9C236B21ED28}" type="presParOf" srcId="{A477CFD9-CAD7-441D-B4AD-E03835B5F040}" destId="{46BC80B2-3A41-40A2-B44C-F69824BB5602}" srcOrd="0" destOrd="0" presId="urn:microsoft.com/office/officeart/2005/8/layout/process4"/>
    <dgm:cxn modelId="{FA40D957-DD15-41DB-97D0-BDBDD84790D6}" type="presParOf" srcId="{A477CFD9-CAD7-441D-B4AD-E03835B5F040}" destId="{1637E0B9-F28D-497C-A2DD-2C741BE86BCE}" srcOrd="1" destOrd="0" presId="urn:microsoft.com/office/officeart/2005/8/layout/process4"/>
    <dgm:cxn modelId="{0987DBB6-96ED-47BD-8C45-6B5E7B277B44}" type="presParOf" srcId="{2ADBA065-1BF7-4B43-B33E-4BA6E2106362}" destId="{E60F68A5-9B1D-4134-9F42-6B0AF0964FF6}" srcOrd="1" destOrd="0" presId="urn:microsoft.com/office/officeart/2005/8/layout/process4"/>
    <dgm:cxn modelId="{6025C66E-90B7-436B-B9F0-5BC03F763071}" type="presParOf" srcId="{2ADBA065-1BF7-4B43-B33E-4BA6E2106362}" destId="{6591D9E2-4DE6-409A-B735-C6872708E631}" srcOrd="2" destOrd="0" presId="urn:microsoft.com/office/officeart/2005/8/layout/process4"/>
    <dgm:cxn modelId="{FDD2C124-ED24-4D60-8737-4BE34947DD3A}" type="presParOf" srcId="{6591D9E2-4DE6-409A-B735-C6872708E631}" destId="{EA2F531F-FA00-4E73-A787-DA5874D075C5}" srcOrd="0" destOrd="0" presId="urn:microsoft.com/office/officeart/2005/8/layout/process4"/>
    <dgm:cxn modelId="{12D023A8-47F2-4BF7-8E9F-9A204E727476}" type="presParOf" srcId="{6591D9E2-4DE6-409A-B735-C6872708E631}" destId="{BA8547B0-05FA-414C-B2FA-47EF3DDEB048}" srcOrd="1" destOrd="0" presId="urn:microsoft.com/office/officeart/2005/8/layout/process4"/>
    <dgm:cxn modelId="{8B20EF4B-D22B-41EF-ADC1-D7B3EDC17665}" type="presParOf" srcId="{6591D9E2-4DE6-409A-B735-C6872708E631}" destId="{4ADFF177-CE0F-4B7E-B873-A10B4A8712C4}" srcOrd="2" destOrd="0" presId="urn:microsoft.com/office/officeart/2005/8/layout/process4"/>
    <dgm:cxn modelId="{69B8CC9F-9ABC-4D14-9DCA-025DC7259366}" type="presParOf" srcId="{4ADFF177-CE0F-4B7E-B873-A10B4A8712C4}" destId="{6F89988F-4FCD-43EA-89E2-735614FC6772}" srcOrd="0" destOrd="0" presId="urn:microsoft.com/office/officeart/2005/8/layout/process4"/>
    <dgm:cxn modelId="{8532805F-9A9E-4F23-B718-493455ADD3AC}" type="presParOf" srcId="{4ADFF177-CE0F-4B7E-B873-A10B4A8712C4}" destId="{F223671C-58AA-405F-BAC4-4089E54D8593}" srcOrd="1"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546218C-12E8-428E-9708-6F8699FF7AD1}" type="doc">
      <dgm:prSet loTypeId="urn:microsoft.com/office/officeart/2005/8/layout/vList4" loCatId="list" qsTypeId="urn:microsoft.com/office/officeart/2005/8/quickstyle/simple1" qsCatId="simple" csTypeId="urn:microsoft.com/office/officeart/2005/8/colors/colorful2" csCatId="colorful" phldr="1"/>
      <dgm:spPr/>
      <dgm:t>
        <a:bodyPr/>
        <a:lstStyle/>
        <a:p>
          <a:endParaRPr lang="en-US"/>
        </a:p>
      </dgm:t>
    </dgm:pt>
    <dgm:pt modelId="{4F7DF399-0705-4F46-B2D7-916F6333F0FF}">
      <dgm:prSet phldrT="[Text]"/>
      <dgm:spPr/>
      <dgm:t>
        <a:bodyPr/>
        <a:lstStyle/>
        <a:p>
          <a:r>
            <a:rPr lang="en-US" dirty="0" smtClean="0"/>
            <a:t>Reading book</a:t>
          </a:r>
          <a:endParaRPr lang="en-US" dirty="0"/>
        </a:p>
      </dgm:t>
    </dgm:pt>
    <dgm:pt modelId="{BA4AED15-7A1E-4DA5-B114-654DF4808FD5}" type="parTrans" cxnId="{F35F95E8-BEB6-4CD3-ACA2-4BE063823AEB}">
      <dgm:prSet/>
      <dgm:spPr/>
      <dgm:t>
        <a:bodyPr/>
        <a:lstStyle/>
        <a:p>
          <a:endParaRPr lang="en-US"/>
        </a:p>
      </dgm:t>
    </dgm:pt>
    <dgm:pt modelId="{D28BC4C5-D180-4F5B-BD9B-FCD6531E778C}" type="sibTrans" cxnId="{F35F95E8-BEB6-4CD3-ACA2-4BE063823AEB}">
      <dgm:prSet/>
      <dgm:spPr/>
      <dgm:t>
        <a:bodyPr/>
        <a:lstStyle/>
        <a:p>
          <a:endParaRPr lang="en-US"/>
        </a:p>
      </dgm:t>
    </dgm:pt>
    <dgm:pt modelId="{40111E38-3966-470B-A5A5-FEB288CDB8B8}">
      <dgm:prSet phldrT="[Text]"/>
      <dgm:spPr/>
      <dgm:t>
        <a:bodyPr/>
        <a:lstStyle/>
        <a:p>
          <a:r>
            <a:rPr lang="en-US" dirty="0" smtClean="0"/>
            <a:t>For example: Students read and describe </a:t>
          </a:r>
          <a:r>
            <a:rPr lang="en-US" b="0" i="0" u="none" dirty="0" smtClean="0"/>
            <a:t>the functions of  Monitor, CPU, Keyboard.</a:t>
          </a:r>
          <a:endParaRPr lang="en-US" dirty="0"/>
        </a:p>
      </dgm:t>
    </dgm:pt>
    <dgm:pt modelId="{5D4E2D61-2798-4DCE-9FFE-E8419E627F9D}" type="parTrans" cxnId="{07F17354-C8DF-43AF-84CD-B639BBB7ACC7}">
      <dgm:prSet/>
      <dgm:spPr/>
      <dgm:t>
        <a:bodyPr/>
        <a:lstStyle/>
        <a:p>
          <a:endParaRPr lang="en-US"/>
        </a:p>
      </dgm:t>
    </dgm:pt>
    <dgm:pt modelId="{A6DA7B90-D14D-46BD-ABCC-BABD050D908F}" type="sibTrans" cxnId="{07F17354-C8DF-43AF-84CD-B639BBB7ACC7}">
      <dgm:prSet/>
      <dgm:spPr/>
      <dgm:t>
        <a:bodyPr/>
        <a:lstStyle/>
        <a:p>
          <a:endParaRPr lang="en-US"/>
        </a:p>
      </dgm:t>
    </dgm:pt>
    <dgm:pt modelId="{067BD528-0712-427A-9FB5-617A9390B842}">
      <dgm:prSet phldrT="[Text]"/>
      <dgm:spPr/>
      <dgm:t>
        <a:bodyPr/>
        <a:lstStyle/>
        <a:p>
          <a:r>
            <a:rPr lang="en-US" dirty="0" smtClean="0"/>
            <a:t>Project</a:t>
          </a:r>
          <a:endParaRPr lang="en-US" dirty="0"/>
        </a:p>
      </dgm:t>
    </dgm:pt>
    <dgm:pt modelId="{94DBBD0D-4DCA-4517-AAF7-56D5B060537E}" type="parTrans" cxnId="{6529DCC3-CD10-42D1-9A29-A2CEBC856F8D}">
      <dgm:prSet/>
      <dgm:spPr/>
      <dgm:t>
        <a:bodyPr/>
        <a:lstStyle/>
        <a:p>
          <a:endParaRPr lang="en-US"/>
        </a:p>
      </dgm:t>
    </dgm:pt>
    <dgm:pt modelId="{1538B8C0-6459-41AF-822C-57655583FD1C}" type="sibTrans" cxnId="{6529DCC3-CD10-42D1-9A29-A2CEBC856F8D}">
      <dgm:prSet/>
      <dgm:spPr/>
      <dgm:t>
        <a:bodyPr/>
        <a:lstStyle/>
        <a:p>
          <a:endParaRPr lang="en-US"/>
        </a:p>
      </dgm:t>
    </dgm:pt>
    <dgm:pt modelId="{EE085196-C46F-42BD-985C-7C11256232D6}">
      <dgm:prSet phldrT="[Text]"/>
      <dgm:spPr/>
      <dgm:t>
        <a:bodyPr/>
        <a:lstStyle/>
        <a:p>
          <a:r>
            <a:rPr lang="en-US" dirty="0" smtClean="0"/>
            <a:t>For example: Students create a web page.</a:t>
          </a:r>
          <a:endParaRPr lang="en-US" dirty="0"/>
        </a:p>
      </dgm:t>
    </dgm:pt>
    <dgm:pt modelId="{8216FC8A-5A7A-48F7-A291-0DC84BB9026A}" type="parTrans" cxnId="{4642244E-0753-4563-9912-CE763994E41E}">
      <dgm:prSet/>
      <dgm:spPr/>
      <dgm:t>
        <a:bodyPr/>
        <a:lstStyle/>
        <a:p>
          <a:endParaRPr lang="en-US"/>
        </a:p>
      </dgm:t>
    </dgm:pt>
    <dgm:pt modelId="{702B59B6-8BB4-4BFE-B133-794744FD98BB}" type="sibTrans" cxnId="{4642244E-0753-4563-9912-CE763994E41E}">
      <dgm:prSet/>
      <dgm:spPr/>
      <dgm:t>
        <a:bodyPr/>
        <a:lstStyle/>
        <a:p>
          <a:endParaRPr lang="en-US"/>
        </a:p>
      </dgm:t>
    </dgm:pt>
    <dgm:pt modelId="{62E9EA63-9A53-4840-BE1F-18163AABB4DC}">
      <dgm:prSet phldrT="[Text]"/>
      <dgm:spPr/>
      <dgm:t>
        <a:bodyPr/>
        <a:lstStyle/>
        <a:p>
          <a:r>
            <a:rPr lang="en-US" dirty="0" smtClean="0"/>
            <a:t>Practice</a:t>
          </a:r>
          <a:endParaRPr lang="en-US" dirty="0"/>
        </a:p>
      </dgm:t>
    </dgm:pt>
    <dgm:pt modelId="{B736283C-1EAE-46A2-9664-B0B00F83D5F7}" type="parTrans" cxnId="{3A0E08EB-0316-40E4-BD02-C2074E52DDEC}">
      <dgm:prSet/>
      <dgm:spPr/>
      <dgm:t>
        <a:bodyPr/>
        <a:lstStyle/>
        <a:p>
          <a:endParaRPr lang="en-US"/>
        </a:p>
      </dgm:t>
    </dgm:pt>
    <dgm:pt modelId="{C1728E6B-A960-47DB-83C6-CE8C2C7ADD20}" type="sibTrans" cxnId="{3A0E08EB-0316-40E4-BD02-C2074E52DDEC}">
      <dgm:prSet/>
      <dgm:spPr/>
      <dgm:t>
        <a:bodyPr/>
        <a:lstStyle/>
        <a:p>
          <a:endParaRPr lang="en-US"/>
        </a:p>
      </dgm:t>
    </dgm:pt>
    <dgm:pt modelId="{EAD1613B-7031-4DE3-BE6B-3427D281C49C}">
      <dgm:prSet phldrT="[Text]"/>
      <dgm:spPr/>
      <dgm:t>
        <a:bodyPr/>
        <a:lstStyle/>
        <a:p>
          <a:r>
            <a:rPr lang="en-US" dirty="0" smtClean="0"/>
            <a:t>For example: Students create a list of grocery items</a:t>
          </a:r>
          <a:endParaRPr lang="en-US" dirty="0"/>
        </a:p>
      </dgm:t>
    </dgm:pt>
    <dgm:pt modelId="{F556D6A1-F5D7-45EE-A0AB-494361F8E3CC}" type="parTrans" cxnId="{CB761EAC-AE67-4167-B86A-B317C2636964}">
      <dgm:prSet/>
      <dgm:spPr/>
      <dgm:t>
        <a:bodyPr/>
        <a:lstStyle/>
        <a:p>
          <a:endParaRPr lang="en-US"/>
        </a:p>
      </dgm:t>
    </dgm:pt>
    <dgm:pt modelId="{E3EBDA74-F7E8-47AB-AA21-3D64C5046F49}" type="sibTrans" cxnId="{CB761EAC-AE67-4167-B86A-B317C2636964}">
      <dgm:prSet/>
      <dgm:spPr/>
      <dgm:t>
        <a:bodyPr/>
        <a:lstStyle/>
        <a:p>
          <a:endParaRPr lang="en-US"/>
        </a:p>
      </dgm:t>
    </dgm:pt>
    <dgm:pt modelId="{47BB4357-4B37-428C-82D0-3937FE791190}">
      <dgm:prSet phldrT="[Text]"/>
      <dgm:spPr/>
      <dgm:t>
        <a:bodyPr/>
        <a:lstStyle/>
        <a:p>
          <a:r>
            <a:rPr lang="en-US" dirty="0" smtClean="0"/>
            <a:t>Research</a:t>
          </a:r>
          <a:endParaRPr lang="en-US" dirty="0"/>
        </a:p>
      </dgm:t>
    </dgm:pt>
    <dgm:pt modelId="{36B2CD2A-A70A-43E1-AB6E-88D4444B6B22}" type="parTrans" cxnId="{2FF1B2F2-8841-4267-8A3F-1A9785391A64}">
      <dgm:prSet/>
      <dgm:spPr/>
      <dgm:t>
        <a:bodyPr/>
        <a:lstStyle/>
        <a:p>
          <a:endParaRPr lang="en-US"/>
        </a:p>
      </dgm:t>
    </dgm:pt>
    <dgm:pt modelId="{476A9A06-18A7-4985-B1D7-14A2EE21C5AC}" type="sibTrans" cxnId="{2FF1B2F2-8841-4267-8A3F-1A9785391A64}">
      <dgm:prSet/>
      <dgm:spPr/>
      <dgm:t>
        <a:bodyPr/>
        <a:lstStyle/>
        <a:p>
          <a:endParaRPr lang="en-US"/>
        </a:p>
      </dgm:t>
    </dgm:pt>
    <dgm:pt modelId="{B0B822DD-68B1-4820-84B5-538033F63737}">
      <dgm:prSet phldrT="[Text]"/>
      <dgm:spPr/>
      <dgm:t>
        <a:bodyPr/>
        <a:lstStyle/>
        <a:p>
          <a:r>
            <a:rPr lang="en-US" dirty="0" smtClean="0"/>
            <a:t>For example: Students search information about Microsoft Office.</a:t>
          </a:r>
          <a:endParaRPr lang="en-US" dirty="0"/>
        </a:p>
      </dgm:t>
    </dgm:pt>
    <dgm:pt modelId="{6BE93DE8-EE7D-4C96-B2FF-3D52479299E7}" type="parTrans" cxnId="{E9BC69A3-9AEE-49D8-B11B-F3D47FFA49FD}">
      <dgm:prSet/>
      <dgm:spPr/>
      <dgm:t>
        <a:bodyPr/>
        <a:lstStyle/>
        <a:p>
          <a:endParaRPr lang="en-US"/>
        </a:p>
      </dgm:t>
    </dgm:pt>
    <dgm:pt modelId="{A89BB117-6EB2-4227-A791-0188AB1C6965}" type="sibTrans" cxnId="{E9BC69A3-9AEE-49D8-B11B-F3D47FFA49FD}">
      <dgm:prSet/>
      <dgm:spPr/>
      <dgm:t>
        <a:bodyPr/>
        <a:lstStyle/>
        <a:p>
          <a:endParaRPr lang="en-US"/>
        </a:p>
      </dgm:t>
    </dgm:pt>
    <dgm:pt modelId="{E8AED2C3-A22F-43F7-A77B-1E08D5A74564}" type="pres">
      <dgm:prSet presAssocID="{D546218C-12E8-428E-9708-6F8699FF7AD1}" presName="linear" presStyleCnt="0">
        <dgm:presLayoutVars>
          <dgm:dir/>
          <dgm:resizeHandles val="exact"/>
        </dgm:presLayoutVars>
      </dgm:prSet>
      <dgm:spPr/>
      <dgm:t>
        <a:bodyPr/>
        <a:lstStyle/>
        <a:p>
          <a:endParaRPr lang="en-US"/>
        </a:p>
      </dgm:t>
    </dgm:pt>
    <dgm:pt modelId="{BF17C366-9B0D-49BA-98CB-652DC9A42D0B}" type="pres">
      <dgm:prSet presAssocID="{4F7DF399-0705-4F46-B2D7-916F6333F0FF}" presName="comp" presStyleCnt="0"/>
      <dgm:spPr/>
    </dgm:pt>
    <dgm:pt modelId="{132F731D-2528-4CB3-9150-CD6BB5DF41C6}" type="pres">
      <dgm:prSet presAssocID="{4F7DF399-0705-4F46-B2D7-916F6333F0FF}" presName="box" presStyleLbl="node1" presStyleIdx="0" presStyleCnt="4"/>
      <dgm:spPr/>
      <dgm:t>
        <a:bodyPr/>
        <a:lstStyle/>
        <a:p>
          <a:endParaRPr lang="en-US"/>
        </a:p>
      </dgm:t>
    </dgm:pt>
    <dgm:pt modelId="{76BA0C14-3896-459B-AEA7-DF236089A1AF}" type="pres">
      <dgm:prSet presAssocID="{4F7DF399-0705-4F46-B2D7-916F6333F0FF}" presName="img" presStyleLbl="fgImgPlace1"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t="-29000" b="-29000"/>
          </a:stretch>
        </a:blipFill>
      </dgm:spPr>
      <dgm:t>
        <a:bodyPr/>
        <a:lstStyle/>
        <a:p>
          <a:endParaRPr lang="en-US"/>
        </a:p>
      </dgm:t>
    </dgm:pt>
    <dgm:pt modelId="{122A5695-B809-497D-AFFD-DAE4A48A629E}" type="pres">
      <dgm:prSet presAssocID="{4F7DF399-0705-4F46-B2D7-916F6333F0FF}" presName="text" presStyleLbl="node1" presStyleIdx="0" presStyleCnt="4">
        <dgm:presLayoutVars>
          <dgm:bulletEnabled val="1"/>
        </dgm:presLayoutVars>
      </dgm:prSet>
      <dgm:spPr/>
      <dgm:t>
        <a:bodyPr/>
        <a:lstStyle/>
        <a:p>
          <a:endParaRPr lang="en-US"/>
        </a:p>
      </dgm:t>
    </dgm:pt>
    <dgm:pt modelId="{3D6D9325-3E7C-4ECF-966E-CBB4BA59B8F0}" type="pres">
      <dgm:prSet presAssocID="{D28BC4C5-D180-4F5B-BD9B-FCD6531E778C}" presName="spacer" presStyleCnt="0"/>
      <dgm:spPr/>
    </dgm:pt>
    <dgm:pt modelId="{9F32F9DD-8DA7-4D1F-B966-9C18E0CAEDE4}" type="pres">
      <dgm:prSet presAssocID="{067BD528-0712-427A-9FB5-617A9390B842}" presName="comp" presStyleCnt="0"/>
      <dgm:spPr/>
    </dgm:pt>
    <dgm:pt modelId="{DC9C7D98-9886-401C-93FD-35269E99C698}" type="pres">
      <dgm:prSet presAssocID="{067BD528-0712-427A-9FB5-617A9390B842}" presName="box" presStyleLbl="node1" presStyleIdx="1" presStyleCnt="4"/>
      <dgm:spPr/>
      <dgm:t>
        <a:bodyPr/>
        <a:lstStyle/>
        <a:p>
          <a:endParaRPr lang="en-US"/>
        </a:p>
      </dgm:t>
    </dgm:pt>
    <dgm:pt modelId="{8626ADBE-D49B-47BA-AD98-207841DDB9FE}" type="pres">
      <dgm:prSet presAssocID="{067BD528-0712-427A-9FB5-617A9390B842}" presName="img" presStyleLbl="fgImgPlace1" presStyleIdx="1" presStyleCnt="4"/>
      <dgm:spPr>
        <a:blipFill>
          <a:blip xmlns:r="http://schemas.openxmlformats.org/officeDocument/2006/relationships" r:embed="rId2">
            <a:extLst>
              <a:ext uri="{28A0092B-C50C-407E-A947-70E740481C1C}">
                <a14:useLocalDpi xmlns:a14="http://schemas.microsoft.com/office/drawing/2010/main" val="0"/>
              </a:ext>
            </a:extLst>
          </a:blip>
          <a:srcRect/>
          <a:stretch>
            <a:fillRect t="-27000" b="-27000"/>
          </a:stretch>
        </a:blipFill>
      </dgm:spPr>
      <dgm:t>
        <a:bodyPr/>
        <a:lstStyle/>
        <a:p>
          <a:endParaRPr lang="en-US"/>
        </a:p>
      </dgm:t>
    </dgm:pt>
    <dgm:pt modelId="{8D263B60-FF5F-441B-B6CE-25E25C581C22}" type="pres">
      <dgm:prSet presAssocID="{067BD528-0712-427A-9FB5-617A9390B842}" presName="text" presStyleLbl="node1" presStyleIdx="1" presStyleCnt="4">
        <dgm:presLayoutVars>
          <dgm:bulletEnabled val="1"/>
        </dgm:presLayoutVars>
      </dgm:prSet>
      <dgm:spPr/>
      <dgm:t>
        <a:bodyPr/>
        <a:lstStyle/>
        <a:p>
          <a:endParaRPr lang="en-US"/>
        </a:p>
      </dgm:t>
    </dgm:pt>
    <dgm:pt modelId="{4F2D1C7E-125C-464D-B193-90D331FF3EB3}" type="pres">
      <dgm:prSet presAssocID="{1538B8C0-6459-41AF-822C-57655583FD1C}" presName="spacer" presStyleCnt="0"/>
      <dgm:spPr/>
    </dgm:pt>
    <dgm:pt modelId="{756E434E-B0D1-479B-B842-581306B34F6D}" type="pres">
      <dgm:prSet presAssocID="{62E9EA63-9A53-4840-BE1F-18163AABB4DC}" presName="comp" presStyleCnt="0"/>
      <dgm:spPr/>
    </dgm:pt>
    <dgm:pt modelId="{40A5E522-29FE-4F2F-B1D2-58CD4B626B5B}" type="pres">
      <dgm:prSet presAssocID="{62E9EA63-9A53-4840-BE1F-18163AABB4DC}" presName="box" presStyleLbl="node1" presStyleIdx="2" presStyleCnt="4"/>
      <dgm:spPr/>
      <dgm:t>
        <a:bodyPr/>
        <a:lstStyle/>
        <a:p>
          <a:endParaRPr lang="en-US"/>
        </a:p>
      </dgm:t>
    </dgm:pt>
    <dgm:pt modelId="{0921888A-F6B9-4180-83F6-A72C7F4012FF}" type="pres">
      <dgm:prSet presAssocID="{62E9EA63-9A53-4840-BE1F-18163AABB4DC}" presName="img" presStyleLbl="fgImgPlace1" presStyleIdx="2" presStyleCnt="4"/>
      <dgm:spPr>
        <a:blipFill>
          <a:blip xmlns:r="http://schemas.openxmlformats.org/officeDocument/2006/relationships" r:embed="rId3">
            <a:extLst>
              <a:ext uri="{28A0092B-C50C-407E-A947-70E740481C1C}">
                <a14:useLocalDpi xmlns:a14="http://schemas.microsoft.com/office/drawing/2010/main" val="0"/>
              </a:ext>
            </a:extLst>
          </a:blip>
          <a:srcRect/>
          <a:stretch>
            <a:fillRect l="-35000" r="-35000"/>
          </a:stretch>
        </a:blipFill>
      </dgm:spPr>
      <dgm:t>
        <a:bodyPr/>
        <a:lstStyle/>
        <a:p>
          <a:endParaRPr lang="en-US"/>
        </a:p>
      </dgm:t>
    </dgm:pt>
    <dgm:pt modelId="{ED6298FA-BD58-4288-A70B-AC0E0A60FD6D}" type="pres">
      <dgm:prSet presAssocID="{62E9EA63-9A53-4840-BE1F-18163AABB4DC}" presName="text" presStyleLbl="node1" presStyleIdx="2" presStyleCnt="4">
        <dgm:presLayoutVars>
          <dgm:bulletEnabled val="1"/>
        </dgm:presLayoutVars>
      </dgm:prSet>
      <dgm:spPr/>
      <dgm:t>
        <a:bodyPr/>
        <a:lstStyle/>
        <a:p>
          <a:endParaRPr lang="en-US"/>
        </a:p>
      </dgm:t>
    </dgm:pt>
    <dgm:pt modelId="{07E536E9-EB6D-45FA-8D74-6C42D874F90C}" type="pres">
      <dgm:prSet presAssocID="{C1728E6B-A960-47DB-83C6-CE8C2C7ADD20}" presName="spacer" presStyleCnt="0"/>
      <dgm:spPr/>
    </dgm:pt>
    <dgm:pt modelId="{9854F64A-E942-44DE-B75A-167E855B9194}" type="pres">
      <dgm:prSet presAssocID="{47BB4357-4B37-428C-82D0-3937FE791190}" presName="comp" presStyleCnt="0"/>
      <dgm:spPr/>
    </dgm:pt>
    <dgm:pt modelId="{270F63A6-BFCD-4B85-BE8B-62CC106A01AA}" type="pres">
      <dgm:prSet presAssocID="{47BB4357-4B37-428C-82D0-3937FE791190}" presName="box" presStyleLbl="node1" presStyleIdx="3" presStyleCnt="4"/>
      <dgm:spPr/>
      <dgm:t>
        <a:bodyPr/>
        <a:lstStyle/>
        <a:p>
          <a:endParaRPr lang="en-US"/>
        </a:p>
      </dgm:t>
    </dgm:pt>
    <dgm:pt modelId="{D7B65D7F-81EC-45AB-9841-4E2E8025EC0B}" type="pres">
      <dgm:prSet presAssocID="{47BB4357-4B37-428C-82D0-3937FE791190}" presName="img" presStyleLbl="fgImgPlace1" presStyleIdx="3" presStyleCnt="4"/>
      <dgm:spPr>
        <a:blipFill>
          <a:blip xmlns:r="http://schemas.openxmlformats.org/officeDocument/2006/relationships" r:embed="rId4">
            <a:extLst>
              <a:ext uri="{28A0092B-C50C-407E-A947-70E740481C1C}">
                <a14:useLocalDpi xmlns:a14="http://schemas.microsoft.com/office/drawing/2010/main" val="0"/>
              </a:ext>
            </a:extLst>
          </a:blip>
          <a:srcRect/>
          <a:stretch>
            <a:fillRect t="-56000" b="-56000"/>
          </a:stretch>
        </a:blipFill>
      </dgm:spPr>
      <dgm:t>
        <a:bodyPr/>
        <a:lstStyle/>
        <a:p>
          <a:endParaRPr lang="en-US"/>
        </a:p>
      </dgm:t>
    </dgm:pt>
    <dgm:pt modelId="{AB810937-2A32-4BC6-B792-597E987AA614}" type="pres">
      <dgm:prSet presAssocID="{47BB4357-4B37-428C-82D0-3937FE791190}" presName="text" presStyleLbl="node1" presStyleIdx="3" presStyleCnt="4">
        <dgm:presLayoutVars>
          <dgm:bulletEnabled val="1"/>
        </dgm:presLayoutVars>
      </dgm:prSet>
      <dgm:spPr/>
      <dgm:t>
        <a:bodyPr/>
        <a:lstStyle/>
        <a:p>
          <a:endParaRPr lang="en-US"/>
        </a:p>
      </dgm:t>
    </dgm:pt>
  </dgm:ptLst>
  <dgm:cxnLst>
    <dgm:cxn modelId="{3947B0BD-CC92-4980-A4EA-7A6FAA8D18FE}" type="presOf" srcId="{067BD528-0712-427A-9FB5-617A9390B842}" destId="{8D263B60-FF5F-441B-B6CE-25E25C581C22}" srcOrd="1" destOrd="0" presId="urn:microsoft.com/office/officeart/2005/8/layout/vList4"/>
    <dgm:cxn modelId="{E9BC69A3-9AEE-49D8-B11B-F3D47FFA49FD}" srcId="{47BB4357-4B37-428C-82D0-3937FE791190}" destId="{B0B822DD-68B1-4820-84B5-538033F63737}" srcOrd="0" destOrd="0" parTransId="{6BE93DE8-EE7D-4C96-B2FF-3D52479299E7}" sibTransId="{A89BB117-6EB2-4227-A791-0188AB1C6965}"/>
    <dgm:cxn modelId="{D1383753-A569-4585-918D-3BA32F7345EF}" type="presOf" srcId="{EE085196-C46F-42BD-985C-7C11256232D6}" destId="{8D263B60-FF5F-441B-B6CE-25E25C581C22}" srcOrd="1" destOrd="1" presId="urn:microsoft.com/office/officeart/2005/8/layout/vList4"/>
    <dgm:cxn modelId="{4333232C-C777-4A5D-AE68-7642776E782B}" type="presOf" srcId="{47BB4357-4B37-428C-82D0-3937FE791190}" destId="{AB810937-2A32-4BC6-B792-597E987AA614}" srcOrd="1" destOrd="0" presId="urn:microsoft.com/office/officeart/2005/8/layout/vList4"/>
    <dgm:cxn modelId="{6143A7A1-E9B7-4862-97ED-34D2F95D0C51}" type="presOf" srcId="{067BD528-0712-427A-9FB5-617A9390B842}" destId="{DC9C7D98-9886-401C-93FD-35269E99C698}" srcOrd="0" destOrd="0" presId="urn:microsoft.com/office/officeart/2005/8/layout/vList4"/>
    <dgm:cxn modelId="{C4748DE8-1895-4E2E-8291-04AAF9386360}" type="presOf" srcId="{B0B822DD-68B1-4820-84B5-538033F63737}" destId="{AB810937-2A32-4BC6-B792-597E987AA614}" srcOrd="1" destOrd="1" presId="urn:microsoft.com/office/officeart/2005/8/layout/vList4"/>
    <dgm:cxn modelId="{7813C4C6-5ED0-4F59-B09D-194BB06AADA9}" type="presOf" srcId="{4F7DF399-0705-4F46-B2D7-916F6333F0FF}" destId="{122A5695-B809-497D-AFFD-DAE4A48A629E}" srcOrd="1" destOrd="0" presId="urn:microsoft.com/office/officeart/2005/8/layout/vList4"/>
    <dgm:cxn modelId="{63F96D3B-6410-41DC-8449-87D55F0CAE02}" type="presOf" srcId="{EE085196-C46F-42BD-985C-7C11256232D6}" destId="{DC9C7D98-9886-401C-93FD-35269E99C698}" srcOrd="0" destOrd="1" presId="urn:microsoft.com/office/officeart/2005/8/layout/vList4"/>
    <dgm:cxn modelId="{11C68A6D-D23F-480A-AE38-D334505CA98B}" type="presOf" srcId="{D546218C-12E8-428E-9708-6F8699FF7AD1}" destId="{E8AED2C3-A22F-43F7-A77B-1E08D5A74564}" srcOrd="0" destOrd="0" presId="urn:microsoft.com/office/officeart/2005/8/layout/vList4"/>
    <dgm:cxn modelId="{18EEEE02-6006-4F15-8069-939AA752CC02}" type="presOf" srcId="{62E9EA63-9A53-4840-BE1F-18163AABB4DC}" destId="{40A5E522-29FE-4F2F-B1D2-58CD4B626B5B}" srcOrd="0" destOrd="0" presId="urn:microsoft.com/office/officeart/2005/8/layout/vList4"/>
    <dgm:cxn modelId="{3A0E08EB-0316-40E4-BD02-C2074E52DDEC}" srcId="{D546218C-12E8-428E-9708-6F8699FF7AD1}" destId="{62E9EA63-9A53-4840-BE1F-18163AABB4DC}" srcOrd="2" destOrd="0" parTransId="{B736283C-1EAE-46A2-9664-B0B00F83D5F7}" sibTransId="{C1728E6B-A960-47DB-83C6-CE8C2C7ADD20}"/>
    <dgm:cxn modelId="{CB761EAC-AE67-4167-B86A-B317C2636964}" srcId="{62E9EA63-9A53-4840-BE1F-18163AABB4DC}" destId="{EAD1613B-7031-4DE3-BE6B-3427D281C49C}" srcOrd="0" destOrd="0" parTransId="{F556D6A1-F5D7-45EE-A0AB-494361F8E3CC}" sibTransId="{E3EBDA74-F7E8-47AB-AA21-3D64C5046F49}"/>
    <dgm:cxn modelId="{1D8DA3B2-84AE-4A1B-8A24-BA451A30A7E0}" type="presOf" srcId="{4F7DF399-0705-4F46-B2D7-916F6333F0FF}" destId="{132F731D-2528-4CB3-9150-CD6BB5DF41C6}" srcOrd="0" destOrd="0" presId="urn:microsoft.com/office/officeart/2005/8/layout/vList4"/>
    <dgm:cxn modelId="{43E25396-A97A-4A65-BFFD-428FDFE42BAF}" type="presOf" srcId="{40111E38-3966-470B-A5A5-FEB288CDB8B8}" destId="{132F731D-2528-4CB3-9150-CD6BB5DF41C6}" srcOrd="0" destOrd="1" presId="urn:microsoft.com/office/officeart/2005/8/layout/vList4"/>
    <dgm:cxn modelId="{3BDA76D0-0B42-4085-9699-00C57BE2116E}" type="presOf" srcId="{47BB4357-4B37-428C-82D0-3937FE791190}" destId="{270F63A6-BFCD-4B85-BE8B-62CC106A01AA}" srcOrd="0" destOrd="0" presId="urn:microsoft.com/office/officeart/2005/8/layout/vList4"/>
    <dgm:cxn modelId="{AF3205F3-DDD3-4FA6-8C0C-ABA963FCF03B}" type="presOf" srcId="{EAD1613B-7031-4DE3-BE6B-3427D281C49C}" destId="{ED6298FA-BD58-4288-A70B-AC0E0A60FD6D}" srcOrd="1" destOrd="1" presId="urn:microsoft.com/office/officeart/2005/8/layout/vList4"/>
    <dgm:cxn modelId="{07F17354-C8DF-43AF-84CD-B639BBB7ACC7}" srcId="{4F7DF399-0705-4F46-B2D7-916F6333F0FF}" destId="{40111E38-3966-470B-A5A5-FEB288CDB8B8}" srcOrd="0" destOrd="0" parTransId="{5D4E2D61-2798-4DCE-9FFE-E8419E627F9D}" sibTransId="{A6DA7B90-D14D-46BD-ABCC-BABD050D908F}"/>
    <dgm:cxn modelId="{2FF1B2F2-8841-4267-8A3F-1A9785391A64}" srcId="{D546218C-12E8-428E-9708-6F8699FF7AD1}" destId="{47BB4357-4B37-428C-82D0-3937FE791190}" srcOrd="3" destOrd="0" parTransId="{36B2CD2A-A70A-43E1-AB6E-88D4444B6B22}" sibTransId="{476A9A06-18A7-4985-B1D7-14A2EE21C5AC}"/>
    <dgm:cxn modelId="{F35F95E8-BEB6-4CD3-ACA2-4BE063823AEB}" srcId="{D546218C-12E8-428E-9708-6F8699FF7AD1}" destId="{4F7DF399-0705-4F46-B2D7-916F6333F0FF}" srcOrd="0" destOrd="0" parTransId="{BA4AED15-7A1E-4DA5-B114-654DF4808FD5}" sibTransId="{D28BC4C5-D180-4F5B-BD9B-FCD6531E778C}"/>
    <dgm:cxn modelId="{4642244E-0753-4563-9912-CE763994E41E}" srcId="{067BD528-0712-427A-9FB5-617A9390B842}" destId="{EE085196-C46F-42BD-985C-7C11256232D6}" srcOrd="0" destOrd="0" parTransId="{8216FC8A-5A7A-48F7-A291-0DC84BB9026A}" sibTransId="{702B59B6-8BB4-4BFE-B133-794744FD98BB}"/>
    <dgm:cxn modelId="{6529DCC3-CD10-42D1-9A29-A2CEBC856F8D}" srcId="{D546218C-12E8-428E-9708-6F8699FF7AD1}" destId="{067BD528-0712-427A-9FB5-617A9390B842}" srcOrd="1" destOrd="0" parTransId="{94DBBD0D-4DCA-4517-AAF7-56D5B060537E}" sibTransId="{1538B8C0-6459-41AF-822C-57655583FD1C}"/>
    <dgm:cxn modelId="{EAB2B209-6DAF-4422-9E8A-1F243035B40B}" type="presOf" srcId="{EAD1613B-7031-4DE3-BE6B-3427D281C49C}" destId="{40A5E522-29FE-4F2F-B1D2-58CD4B626B5B}" srcOrd="0" destOrd="1" presId="urn:microsoft.com/office/officeart/2005/8/layout/vList4"/>
    <dgm:cxn modelId="{D016EC72-B7FE-4D45-BC7F-AD779B68EDFD}" type="presOf" srcId="{40111E38-3966-470B-A5A5-FEB288CDB8B8}" destId="{122A5695-B809-497D-AFFD-DAE4A48A629E}" srcOrd="1" destOrd="1" presId="urn:microsoft.com/office/officeart/2005/8/layout/vList4"/>
    <dgm:cxn modelId="{49900709-68BC-4F2D-B776-1E8BD3D115ED}" type="presOf" srcId="{62E9EA63-9A53-4840-BE1F-18163AABB4DC}" destId="{ED6298FA-BD58-4288-A70B-AC0E0A60FD6D}" srcOrd="1" destOrd="0" presId="urn:microsoft.com/office/officeart/2005/8/layout/vList4"/>
    <dgm:cxn modelId="{B4BD05EA-0597-4BD2-92F9-CA4D97F90EC9}" type="presOf" srcId="{B0B822DD-68B1-4820-84B5-538033F63737}" destId="{270F63A6-BFCD-4B85-BE8B-62CC106A01AA}" srcOrd="0" destOrd="1" presId="urn:microsoft.com/office/officeart/2005/8/layout/vList4"/>
    <dgm:cxn modelId="{8C3F4AA0-CED1-4A58-99AD-B221C0BA449C}" type="presParOf" srcId="{E8AED2C3-A22F-43F7-A77B-1E08D5A74564}" destId="{BF17C366-9B0D-49BA-98CB-652DC9A42D0B}" srcOrd="0" destOrd="0" presId="urn:microsoft.com/office/officeart/2005/8/layout/vList4"/>
    <dgm:cxn modelId="{72EBE5C7-63F8-45F7-916C-2D6684CEE8F4}" type="presParOf" srcId="{BF17C366-9B0D-49BA-98CB-652DC9A42D0B}" destId="{132F731D-2528-4CB3-9150-CD6BB5DF41C6}" srcOrd="0" destOrd="0" presId="urn:microsoft.com/office/officeart/2005/8/layout/vList4"/>
    <dgm:cxn modelId="{C60336F2-686A-4568-A7F7-A44A70380C62}" type="presParOf" srcId="{BF17C366-9B0D-49BA-98CB-652DC9A42D0B}" destId="{76BA0C14-3896-459B-AEA7-DF236089A1AF}" srcOrd="1" destOrd="0" presId="urn:microsoft.com/office/officeart/2005/8/layout/vList4"/>
    <dgm:cxn modelId="{A529BF21-15B3-421D-9380-172CC2D08657}" type="presParOf" srcId="{BF17C366-9B0D-49BA-98CB-652DC9A42D0B}" destId="{122A5695-B809-497D-AFFD-DAE4A48A629E}" srcOrd="2" destOrd="0" presId="urn:microsoft.com/office/officeart/2005/8/layout/vList4"/>
    <dgm:cxn modelId="{3BC3824C-582E-4B99-83FD-E12638D3A884}" type="presParOf" srcId="{E8AED2C3-A22F-43F7-A77B-1E08D5A74564}" destId="{3D6D9325-3E7C-4ECF-966E-CBB4BA59B8F0}" srcOrd="1" destOrd="0" presId="urn:microsoft.com/office/officeart/2005/8/layout/vList4"/>
    <dgm:cxn modelId="{F3FF83AB-D131-49E2-ACC4-B294D768DB72}" type="presParOf" srcId="{E8AED2C3-A22F-43F7-A77B-1E08D5A74564}" destId="{9F32F9DD-8DA7-4D1F-B966-9C18E0CAEDE4}" srcOrd="2" destOrd="0" presId="urn:microsoft.com/office/officeart/2005/8/layout/vList4"/>
    <dgm:cxn modelId="{D7F591CA-F03E-468F-8C19-C4FDAE65A55F}" type="presParOf" srcId="{9F32F9DD-8DA7-4D1F-B966-9C18E0CAEDE4}" destId="{DC9C7D98-9886-401C-93FD-35269E99C698}" srcOrd="0" destOrd="0" presId="urn:microsoft.com/office/officeart/2005/8/layout/vList4"/>
    <dgm:cxn modelId="{84124BC1-16D1-4799-8CD3-D6C69D09FE0C}" type="presParOf" srcId="{9F32F9DD-8DA7-4D1F-B966-9C18E0CAEDE4}" destId="{8626ADBE-D49B-47BA-AD98-207841DDB9FE}" srcOrd="1" destOrd="0" presId="urn:microsoft.com/office/officeart/2005/8/layout/vList4"/>
    <dgm:cxn modelId="{68D3DE3D-6449-4F18-828B-13690644F5B9}" type="presParOf" srcId="{9F32F9DD-8DA7-4D1F-B966-9C18E0CAEDE4}" destId="{8D263B60-FF5F-441B-B6CE-25E25C581C22}" srcOrd="2" destOrd="0" presId="urn:microsoft.com/office/officeart/2005/8/layout/vList4"/>
    <dgm:cxn modelId="{F658F7F4-0A74-4D21-B243-F7C23CEFD578}" type="presParOf" srcId="{E8AED2C3-A22F-43F7-A77B-1E08D5A74564}" destId="{4F2D1C7E-125C-464D-B193-90D331FF3EB3}" srcOrd="3" destOrd="0" presId="urn:microsoft.com/office/officeart/2005/8/layout/vList4"/>
    <dgm:cxn modelId="{E81ACE88-AD59-4FB5-969C-C0822691D6A6}" type="presParOf" srcId="{E8AED2C3-A22F-43F7-A77B-1E08D5A74564}" destId="{756E434E-B0D1-479B-B842-581306B34F6D}" srcOrd="4" destOrd="0" presId="urn:microsoft.com/office/officeart/2005/8/layout/vList4"/>
    <dgm:cxn modelId="{BA3D80D9-9CB5-4D64-A13E-9CEF756C8FDC}" type="presParOf" srcId="{756E434E-B0D1-479B-B842-581306B34F6D}" destId="{40A5E522-29FE-4F2F-B1D2-58CD4B626B5B}" srcOrd="0" destOrd="0" presId="urn:microsoft.com/office/officeart/2005/8/layout/vList4"/>
    <dgm:cxn modelId="{F680F6ED-28AA-4627-828D-E76A8D3C0961}" type="presParOf" srcId="{756E434E-B0D1-479B-B842-581306B34F6D}" destId="{0921888A-F6B9-4180-83F6-A72C7F4012FF}" srcOrd="1" destOrd="0" presId="urn:microsoft.com/office/officeart/2005/8/layout/vList4"/>
    <dgm:cxn modelId="{81CA548F-8FBB-4D3F-BBCB-386EECBFF318}" type="presParOf" srcId="{756E434E-B0D1-479B-B842-581306B34F6D}" destId="{ED6298FA-BD58-4288-A70B-AC0E0A60FD6D}" srcOrd="2" destOrd="0" presId="urn:microsoft.com/office/officeart/2005/8/layout/vList4"/>
    <dgm:cxn modelId="{B6FBB392-C571-4AE0-B580-6CE62C8B9282}" type="presParOf" srcId="{E8AED2C3-A22F-43F7-A77B-1E08D5A74564}" destId="{07E536E9-EB6D-45FA-8D74-6C42D874F90C}" srcOrd="5" destOrd="0" presId="urn:microsoft.com/office/officeart/2005/8/layout/vList4"/>
    <dgm:cxn modelId="{2CD5476F-6C21-4766-A0B0-7144B9982ACF}" type="presParOf" srcId="{E8AED2C3-A22F-43F7-A77B-1E08D5A74564}" destId="{9854F64A-E942-44DE-B75A-167E855B9194}" srcOrd="6" destOrd="0" presId="urn:microsoft.com/office/officeart/2005/8/layout/vList4"/>
    <dgm:cxn modelId="{7D5F0572-F382-4193-BAE5-3817178FE29D}" type="presParOf" srcId="{9854F64A-E942-44DE-B75A-167E855B9194}" destId="{270F63A6-BFCD-4B85-BE8B-62CC106A01AA}" srcOrd="0" destOrd="0" presId="urn:microsoft.com/office/officeart/2005/8/layout/vList4"/>
    <dgm:cxn modelId="{125EE2D2-C541-45EE-B171-A71EA4401F76}" type="presParOf" srcId="{9854F64A-E942-44DE-B75A-167E855B9194}" destId="{D7B65D7F-81EC-45AB-9841-4E2E8025EC0B}" srcOrd="1" destOrd="0" presId="urn:microsoft.com/office/officeart/2005/8/layout/vList4"/>
    <dgm:cxn modelId="{EECCD89E-E914-4D66-B8DA-59DF545D9236}" type="presParOf" srcId="{9854F64A-E942-44DE-B75A-167E855B9194}" destId="{AB810937-2A32-4BC6-B792-597E987AA614}" srcOrd="2" destOrd="0" presId="urn:microsoft.com/office/officeart/2005/8/layout/vList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7CB470-A6A7-4716-9B2E-9ED10C6991F1}">
      <dsp:nvSpPr>
        <dsp:cNvPr id="0" name=""/>
        <dsp:cNvSpPr/>
      </dsp:nvSpPr>
      <dsp:spPr>
        <a:xfrm rot="5400000">
          <a:off x="-176238" y="180562"/>
          <a:ext cx="1174924" cy="822447"/>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latin typeface="Gill Sans" panose="020B0604020202020204" charset="0"/>
            </a:rPr>
            <a:t>1</a:t>
          </a:r>
          <a:endParaRPr lang="en-US" sz="3200" kern="1200" dirty="0">
            <a:latin typeface="Gill Sans" panose="020B0604020202020204" charset="0"/>
          </a:endParaRPr>
        </a:p>
      </dsp:txBody>
      <dsp:txXfrm rot="-5400000">
        <a:off x="1" y="415548"/>
        <a:ext cx="822447" cy="352477"/>
      </dsp:txXfrm>
    </dsp:sp>
    <dsp:sp modelId="{0A0EB43C-5DC0-4665-9B64-1A9107FE6AC7}">
      <dsp:nvSpPr>
        <dsp:cNvPr id="0" name=""/>
        <dsp:cNvSpPr/>
      </dsp:nvSpPr>
      <dsp:spPr>
        <a:xfrm rot="5400000">
          <a:off x="4686608" y="-3859836"/>
          <a:ext cx="764102" cy="8492424"/>
        </a:xfrm>
        <a:prstGeom prst="round2Same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smtClean="0">
              <a:latin typeface="Gill Sans" panose="020B0604020202020204" charset="0"/>
            </a:rPr>
            <a:t>INTRODUCTION</a:t>
          </a:r>
          <a:endParaRPr lang="en-US" sz="3200" kern="1200" dirty="0">
            <a:latin typeface="Gill Sans" panose="020B0604020202020204" charset="0"/>
          </a:endParaRPr>
        </a:p>
      </dsp:txBody>
      <dsp:txXfrm rot="-5400000">
        <a:off x="822447" y="41625"/>
        <a:ext cx="8455124" cy="689502"/>
      </dsp:txXfrm>
    </dsp:sp>
    <dsp:sp modelId="{EB50EF94-C270-41BD-B453-B9EC4F95E89C}">
      <dsp:nvSpPr>
        <dsp:cNvPr id="0" name=""/>
        <dsp:cNvSpPr/>
      </dsp:nvSpPr>
      <dsp:spPr>
        <a:xfrm rot="5400000">
          <a:off x="-176238" y="1239336"/>
          <a:ext cx="1174924" cy="822447"/>
        </a:xfrm>
        <a:prstGeom prst="chevron">
          <a:avLst/>
        </a:prstGeom>
        <a:solidFill>
          <a:schemeClr val="accent2">
            <a:hueOff val="2850050"/>
            <a:satOff val="12501"/>
            <a:lumOff val="-3922"/>
            <a:alphaOff val="0"/>
          </a:schemeClr>
        </a:solidFill>
        <a:ln w="25400" cap="flat" cmpd="sng" algn="ctr">
          <a:solidFill>
            <a:schemeClr val="accent2">
              <a:hueOff val="2850050"/>
              <a:satOff val="12501"/>
              <a:lumOff val="-392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latin typeface="Gill Sans" panose="020B0604020202020204" charset="0"/>
            </a:rPr>
            <a:t>2</a:t>
          </a:r>
          <a:endParaRPr lang="en-US" sz="3200" kern="1200" dirty="0">
            <a:latin typeface="Gill Sans" panose="020B0604020202020204" charset="0"/>
          </a:endParaRPr>
        </a:p>
      </dsp:txBody>
      <dsp:txXfrm rot="-5400000">
        <a:off x="1" y="1474322"/>
        <a:ext cx="822447" cy="352477"/>
      </dsp:txXfrm>
    </dsp:sp>
    <dsp:sp modelId="{0A35BD99-9D94-42F2-99B6-896B65395AC8}">
      <dsp:nvSpPr>
        <dsp:cNvPr id="0" name=""/>
        <dsp:cNvSpPr/>
      </dsp:nvSpPr>
      <dsp:spPr>
        <a:xfrm rot="5400000">
          <a:off x="4686809" y="-2801264"/>
          <a:ext cx="763700" cy="8492424"/>
        </a:xfrm>
        <a:prstGeom prst="round2SameRect">
          <a:avLst/>
        </a:prstGeom>
        <a:solidFill>
          <a:schemeClr val="lt1">
            <a:alpha val="90000"/>
            <a:hueOff val="0"/>
            <a:satOff val="0"/>
            <a:lumOff val="0"/>
            <a:alphaOff val="0"/>
          </a:schemeClr>
        </a:solidFill>
        <a:ln w="25400" cap="flat" cmpd="sng" algn="ctr">
          <a:solidFill>
            <a:schemeClr val="accent2">
              <a:hueOff val="2850050"/>
              <a:satOff val="12501"/>
              <a:lumOff val="-392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smtClean="0">
              <a:latin typeface="Gill Sans" panose="020B0604020202020204" charset="0"/>
            </a:rPr>
            <a:t>USING RESOURCES</a:t>
          </a:r>
          <a:endParaRPr lang="en-US" sz="3200" kern="1200" dirty="0">
            <a:latin typeface="Gill Sans" panose="020B0604020202020204" charset="0"/>
          </a:endParaRPr>
        </a:p>
      </dsp:txBody>
      <dsp:txXfrm rot="-5400000">
        <a:off x="822448" y="1100378"/>
        <a:ext cx="8455143" cy="689138"/>
      </dsp:txXfrm>
    </dsp:sp>
    <dsp:sp modelId="{0801ED12-3520-47B9-AF7F-F12F6E0B3A15}">
      <dsp:nvSpPr>
        <dsp:cNvPr id="0" name=""/>
        <dsp:cNvSpPr/>
      </dsp:nvSpPr>
      <dsp:spPr>
        <a:xfrm rot="5400000">
          <a:off x="-176238" y="2298109"/>
          <a:ext cx="1174924" cy="822447"/>
        </a:xfrm>
        <a:prstGeom prst="chevron">
          <a:avLst/>
        </a:prstGeom>
        <a:solidFill>
          <a:schemeClr val="accent2">
            <a:hueOff val="5700101"/>
            <a:satOff val="25002"/>
            <a:lumOff val="-7843"/>
            <a:alphaOff val="0"/>
          </a:schemeClr>
        </a:solidFill>
        <a:ln w="25400" cap="flat" cmpd="sng" algn="ctr">
          <a:solidFill>
            <a:schemeClr val="accent2">
              <a:hueOff val="5700101"/>
              <a:satOff val="25002"/>
              <a:lumOff val="-784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latin typeface="Gill Sans" panose="020B0604020202020204" charset="0"/>
            </a:rPr>
            <a:t>3</a:t>
          </a:r>
          <a:endParaRPr lang="en-US" sz="3200" kern="1200" dirty="0">
            <a:latin typeface="Gill Sans" panose="020B0604020202020204" charset="0"/>
          </a:endParaRPr>
        </a:p>
      </dsp:txBody>
      <dsp:txXfrm rot="-5400000">
        <a:off x="1" y="2533095"/>
        <a:ext cx="822447" cy="352477"/>
      </dsp:txXfrm>
    </dsp:sp>
    <dsp:sp modelId="{6A5F6D49-F58C-44D2-95B5-27AE6BA52AE0}">
      <dsp:nvSpPr>
        <dsp:cNvPr id="0" name=""/>
        <dsp:cNvSpPr/>
      </dsp:nvSpPr>
      <dsp:spPr>
        <a:xfrm rot="5400000">
          <a:off x="4686809" y="-1742490"/>
          <a:ext cx="763700" cy="8492424"/>
        </a:xfrm>
        <a:prstGeom prst="round2SameRect">
          <a:avLst/>
        </a:prstGeom>
        <a:solidFill>
          <a:schemeClr val="lt1">
            <a:alpha val="90000"/>
            <a:hueOff val="0"/>
            <a:satOff val="0"/>
            <a:lumOff val="0"/>
            <a:alphaOff val="0"/>
          </a:schemeClr>
        </a:solidFill>
        <a:ln w="25400" cap="flat" cmpd="sng" algn="ctr">
          <a:solidFill>
            <a:schemeClr val="accent2">
              <a:hueOff val="5700101"/>
              <a:satOff val="25002"/>
              <a:lumOff val="-784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smtClean="0">
              <a:latin typeface="Gill Sans" panose="020B0604020202020204" charset="0"/>
            </a:rPr>
            <a:t>ASSESSMENT</a:t>
          </a:r>
          <a:endParaRPr lang="en-US" sz="3200" kern="1200" dirty="0">
            <a:latin typeface="Gill Sans" panose="020B0604020202020204" charset="0"/>
          </a:endParaRPr>
        </a:p>
      </dsp:txBody>
      <dsp:txXfrm rot="-5400000">
        <a:off x="822448" y="2159152"/>
        <a:ext cx="8455143" cy="689138"/>
      </dsp:txXfrm>
    </dsp:sp>
    <dsp:sp modelId="{22F3FA12-D184-473E-B810-7D1B976ABE7A}">
      <dsp:nvSpPr>
        <dsp:cNvPr id="0" name=""/>
        <dsp:cNvSpPr/>
      </dsp:nvSpPr>
      <dsp:spPr>
        <a:xfrm rot="5400000">
          <a:off x="-176238" y="3356883"/>
          <a:ext cx="1174924" cy="822447"/>
        </a:xfrm>
        <a:prstGeom prst="chevron">
          <a:avLst/>
        </a:prstGeom>
        <a:solidFill>
          <a:schemeClr val="accent2">
            <a:hueOff val="8550151"/>
            <a:satOff val="37502"/>
            <a:lumOff val="-11765"/>
            <a:alphaOff val="0"/>
          </a:schemeClr>
        </a:solidFill>
        <a:ln w="25400" cap="flat" cmpd="sng" algn="ctr">
          <a:solidFill>
            <a:schemeClr val="accent2">
              <a:hueOff val="8550151"/>
              <a:satOff val="37502"/>
              <a:lumOff val="-1176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latin typeface="Gill Sans" panose="020B0604020202020204" charset="0"/>
            </a:rPr>
            <a:t>4</a:t>
          </a:r>
          <a:endParaRPr lang="en-US" sz="3200" kern="1200" dirty="0">
            <a:latin typeface="Gill Sans" panose="020B0604020202020204" charset="0"/>
          </a:endParaRPr>
        </a:p>
      </dsp:txBody>
      <dsp:txXfrm rot="-5400000">
        <a:off x="1" y="3591869"/>
        <a:ext cx="822447" cy="352477"/>
      </dsp:txXfrm>
    </dsp:sp>
    <dsp:sp modelId="{D3187166-EBF7-4E31-9D39-8A5FC9F5BA42}">
      <dsp:nvSpPr>
        <dsp:cNvPr id="0" name=""/>
        <dsp:cNvSpPr/>
      </dsp:nvSpPr>
      <dsp:spPr>
        <a:xfrm rot="5400000">
          <a:off x="4686809" y="-683717"/>
          <a:ext cx="763700" cy="8492424"/>
        </a:xfrm>
        <a:prstGeom prst="round2SameRect">
          <a:avLst/>
        </a:prstGeom>
        <a:solidFill>
          <a:schemeClr val="lt1">
            <a:alpha val="90000"/>
            <a:hueOff val="0"/>
            <a:satOff val="0"/>
            <a:lumOff val="0"/>
            <a:alphaOff val="0"/>
          </a:schemeClr>
        </a:solidFill>
        <a:ln w="25400" cap="flat" cmpd="sng" algn="ctr">
          <a:solidFill>
            <a:schemeClr val="accent2">
              <a:hueOff val="8550151"/>
              <a:satOff val="37502"/>
              <a:lumOff val="-1176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smtClean="0">
              <a:latin typeface="Gill Sans" panose="020B0604020202020204" charset="0"/>
            </a:rPr>
            <a:t>LEARNING ENVIRONMENT</a:t>
          </a:r>
          <a:endParaRPr lang="en-US" sz="3200" kern="1200" dirty="0">
            <a:latin typeface="Gill Sans" panose="020B0604020202020204" charset="0"/>
          </a:endParaRPr>
        </a:p>
      </dsp:txBody>
      <dsp:txXfrm rot="-5400000">
        <a:off x="822448" y="3217925"/>
        <a:ext cx="8455143" cy="689138"/>
      </dsp:txXfrm>
    </dsp:sp>
    <dsp:sp modelId="{8BDA7A95-2FE4-4CE6-9FD4-BB0CBDF13FA0}">
      <dsp:nvSpPr>
        <dsp:cNvPr id="0" name=""/>
        <dsp:cNvSpPr/>
      </dsp:nvSpPr>
      <dsp:spPr>
        <a:xfrm rot="5400000">
          <a:off x="-176238" y="4415656"/>
          <a:ext cx="1174924" cy="822447"/>
        </a:xfrm>
        <a:prstGeom prst="chevron">
          <a:avLst/>
        </a:prstGeom>
        <a:solidFill>
          <a:schemeClr val="accent2">
            <a:hueOff val="11400201"/>
            <a:satOff val="50003"/>
            <a:lumOff val="-15687"/>
            <a:alphaOff val="0"/>
          </a:schemeClr>
        </a:solidFill>
        <a:ln w="25400" cap="flat" cmpd="sng" algn="ctr">
          <a:solidFill>
            <a:schemeClr val="accent2">
              <a:hueOff val="11400201"/>
              <a:satOff val="50003"/>
              <a:lumOff val="-1568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latin typeface="Gill Sans" panose="020B0604020202020204" charset="0"/>
            </a:rPr>
            <a:t>5</a:t>
          </a:r>
          <a:endParaRPr lang="en-US" sz="3200" kern="1200" dirty="0">
            <a:latin typeface="Gill Sans" panose="020B0604020202020204" charset="0"/>
          </a:endParaRPr>
        </a:p>
      </dsp:txBody>
      <dsp:txXfrm rot="-5400000">
        <a:off x="1" y="4650642"/>
        <a:ext cx="822447" cy="352477"/>
      </dsp:txXfrm>
    </dsp:sp>
    <dsp:sp modelId="{00CDC2CD-82E7-43CE-8C9B-AF79CC977A55}">
      <dsp:nvSpPr>
        <dsp:cNvPr id="0" name=""/>
        <dsp:cNvSpPr/>
      </dsp:nvSpPr>
      <dsp:spPr>
        <a:xfrm rot="5400000">
          <a:off x="4686809" y="375056"/>
          <a:ext cx="763700" cy="8492424"/>
        </a:xfrm>
        <a:prstGeom prst="round2SameRect">
          <a:avLst/>
        </a:prstGeom>
        <a:solidFill>
          <a:schemeClr val="lt1">
            <a:alpha val="90000"/>
            <a:hueOff val="0"/>
            <a:satOff val="0"/>
            <a:lumOff val="0"/>
            <a:alphaOff val="0"/>
          </a:schemeClr>
        </a:solidFill>
        <a:ln w="25400" cap="flat" cmpd="sng" algn="ctr">
          <a:solidFill>
            <a:schemeClr val="accent2">
              <a:hueOff val="11400201"/>
              <a:satOff val="50003"/>
              <a:lumOff val="-1568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smtClean="0">
              <a:latin typeface="Gill Sans" panose="020B0604020202020204" charset="0"/>
            </a:rPr>
            <a:t>LESSON PROCESS</a:t>
          </a:r>
          <a:endParaRPr lang="en-US" sz="3200" kern="1200" dirty="0">
            <a:latin typeface="Gill Sans" panose="020B0604020202020204" charset="0"/>
          </a:endParaRPr>
        </a:p>
      </dsp:txBody>
      <dsp:txXfrm rot="-5400000">
        <a:off x="822448" y="4276699"/>
        <a:ext cx="8455143" cy="6891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B1E106-6F71-4587-8A3E-C210ABB21C71}">
      <dsp:nvSpPr>
        <dsp:cNvPr id="0" name=""/>
        <dsp:cNvSpPr/>
      </dsp:nvSpPr>
      <dsp:spPr>
        <a:xfrm>
          <a:off x="-5887523" y="-901217"/>
          <a:ext cx="7010674" cy="7010674"/>
        </a:xfrm>
        <a:prstGeom prst="blockArc">
          <a:avLst>
            <a:gd name="adj1" fmla="val 18900000"/>
            <a:gd name="adj2" fmla="val 2700000"/>
            <a:gd name="adj3" fmla="val 308"/>
          </a:avLst>
        </a:pr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4F306A-93C7-4BC4-9C73-AF006B8A3FD9}">
      <dsp:nvSpPr>
        <dsp:cNvPr id="0" name=""/>
        <dsp:cNvSpPr/>
      </dsp:nvSpPr>
      <dsp:spPr>
        <a:xfrm>
          <a:off x="722903" y="520824"/>
          <a:ext cx="7190814" cy="104164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6808" tIns="60960" rIns="60960" bIns="60960" numCol="1" spcCol="1270" anchor="ctr" anchorCtr="0">
          <a:noAutofit/>
        </a:bodyPr>
        <a:lstStyle/>
        <a:p>
          <a:pPr lvl="0" algn="l" defTabSz="1066800">
            <a:lnSpc>
              <a:spcPct val="90000"/>
            </a:lnSpc>
            <a:spcBef>
              <a:spcPct val="0"/>
            </a:spcBef>
            <a:spcAft>
              <a:spcPct val="35000"/>
            </a:spcAft>
          </a:pPr>
          <a:r>
            <a:rPr lang="en-US" sz="2400" kern="1200" dirty="0" smtClean="0"/>
            <a:t>Introduce learners to programming concepts and help them develop their ICT skills.</a:t>
          </a:r>
          <a:endParaRPr lang="en-US" sz="2400" kern="1200" dirty="0"/>
        </a:p>
      </dsp:txBody>
      <dsp:txXfrm>
        <a:off x="722903" y="520824"/>
        <a:ext cx="7190814" cy="1041648"/>
      </dsp:txXfrm>
    </dsp:sp>
    <dsp:sp modelId="{B0F4995E-449F-42B3-9D8F-A526C3737317}">
      <dsp:nvSpPr>
        <dsp:cNvPr id="0" name=""/>
        <dsp:cNvSpPr/>
      </dsp:nvSpPr>
      <dsp:spPr>
        <a:xfrm>
          <a:off x="71873" y="390618"/>
          <a:ext cx="1302060" cy="1302060"/>
        </a:xfrm>
        <a:prstGeom prst="ellipse">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2A510C5-1B23-4F4C-B488-233607C33FAA}">
      <dsp:nvSpPr>
        <dsp:cNvPr id="0" name=""/>
        <dsp:cNvSpPr/>
      </dsp:nvSpPr>
      <dsp:spPr>
        <a:xfrm>
          <a:off x="1101542" y="2083296"/>
          <a:ext cx="6812175" cy="1041648"/>
        </a:xfrm>
        <a:prstGeom prst="rect">
          <a:avLst/>
        </a:prstGeom>
        <a:solidFill>
          <a:schemeClr val="accent2">
            <a:hueOff val="5700101"/>
            <a:satOff val="25002"/>
            <a:lumOff val="-78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6808" tIns="60960" rIns="60960" bIns="60960" numCol="1" spcCol="1270" anchor="ctr" anchorCtr="0">
          <a:noAutofit/>
        </a:bodyPr>
        <a:lstStyle/>
        <a:p>
          <a:pPr lvl="0" algn="l" defTabSz="1066800">
            <a:lnSpc>
              <a:spcPct val="90000"/>
            </a:lnSpc>
            <a:spcBef>
              <a:spcPct val="0"/>
            </a:spcBef>
            <a:spcAft>
              <a:spcPct val="35000"/>
            </a:spcAft>
          </a:pPr>
          <a:r>
            <a:rPr lang="en-US" sz="2400" kern="1200" dirty="0" smtClean="0"/>
            <a:t>Books 1 to 5 focus on the fundamentals of computer science. This includes knowledge of software, hardware, networking, MS Office, MSWLOGO. </a:t>
          </a:r>
          <a:endParaRPr lang="en-US" sz="2400" kern="1200" dirty="0"/>
        </a:p>
      </dsp:txBody>
      <dsp:txXfrm>
        <a:off x="1101542" y="2083296"/>
        <a:ext cx="6812175" cy="1041648"/>
      </dsp:txXfrm>
    </dsp:sp>
    <dsp:sp modelId="{A052EB40-D73D-4F19-A321-427964AFFAEC}">
      <dsp:nvSpPr>
        <dsp:cNvPr id="0" name=""/>
        <dsp:cNvSpPr/>
      </dsp:nvSpPr>
      <dsp:spPr>
        <a:xfrm>
          <a:off x="450512" y="1953090"/>
          <a:ext cx="1302060" cy="1302060"/>
        </a:xfrm>
        <a:prstGeom prst="ellipse">
          <a:avLst/>
        </a:prstGeom>
        <a:solidFill>
          <a:schemeClr val="lt1">
            <a:hueOff val="0"/>
            <a:satOff val="0"/>
            <a:lumOff val="0"/>
            <a:alphaOff val="0"/>
          </a:schemeClr>
        </a:solidFill>
        <a:ln w="25400" cap="flat" cmpd="sng" algn="ctr">
          <a:solidFill>
            <a:schemeClr val="accent2">
              <a:hueOff val="5700101"/>
              <a:satOff val="25002"/>
              <a:lumOff val="-7843"/>
              <a:alphaOff val="0"/>
            </a:schemeClr>
          </a:solidFill>
          <a:prstDash val="solid"/>
        </a:ln>
        <a:effectLst/>
      </dsp:spPr>
      <dsp:style>
        <a:lnRef idx="2">
          <a:scrgbClr r="0" g="0" b="0"/>
        </a:lnRef>
        <a:fillRef idx="1">
          <a:scrgbClr r="0" g="0" b="0"/>
        </a:fillRef>
        <a:effectRef idx="0">
          <a:scrgbClr r="0" g="0" b="0"/>
        </a:effectRef>
        <a:fontRef idx="minor"/>
      </dsp:style>
    </dsp:sp>
    <dsp:sp modelId="{2F83983F-97AE-43E0-98AD-AA6056D4CCFA}">
      <dsp:nvSpPr>
        <dsp:cNvPr id="0" name=""/>
        <dsp:cNvSpPr/>
      </dsp:nvSpPr>
      <dsp:spPr>
        <a:xfrm>
          <a:off x="722903" y="3645768"/>
          <a:ext cx="7190814" cy="1041648"/>
        </a:xfrm>
        <a:prstGeom prst="rect">
          <a:avLst/>
        </a:prstGeom>
        <a:solidFill>
          <a:schemeClr val="accent2">
            <a:hueOff val="11400201"/>
            <a:satOff val="50003"/>
            <a:lumOff val="-1568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6808" tIns="60960" rIns="60960" bIns="60960" numCol="1" spcCol="1270" anchor="ctr" anchorCtr="0">
          <a:noAutofit/>
        </a:bodyPr>
        <a:lstStyle/>
        <a:p>
          <a:pPr lvl="0" algn="l" defTabSz="1066800">
            <a:lnSpc>
              <a:spcPct val="90000"/>
            </a:lnSpc>
            <a:spcBef>
              <a:spcPct val="0"/>
            </a:spcBef>
            <a:spcAft>
              <a:spcPct val="35000"/>
            </a:spcAft>
          </a:pPr>
          <a:r>
            <a:rPr lang="en-US" sz="2400" kern="1200" dirty="0" smtClean="0"/>
            <a:t>Time distribution: 2 period/week.</a:t>
          </a:r>
          <a:endParaRPr lang="en-US" sz="2400" kern="1200" dirty="0"/>
        </a:p>
      </dsp:txBody>
      <dsp:txXfrm>
        <a:off x="722903" y="3645768"/>
        <a:ext cx="7190814" cy="1041648"/>
      </dsp:txXfrm>
    </dsp:sp>
    <dsp:sp modelId="{07695988-8E55-47B7-B0BE-DE3779139BA7}">
      <dsp:nvSpPr>
        <dsp:cNvPr id="0" name=""/>
        <dsp:cNvSpPr/>
      </dsp:nvSpPr>
      <dsp:spPr>
        <a:xfrm>
          <a:off x="71873" y="3515562"/>
          <a:ext cx="1302060" cy="1302060"/>
        </a:xfrm>
        <a:prstGeom prst="ellipse">
          <a:avLst/>
        </a:prstGeom>
        <a:solidFill>
          <a:schemeClr val="lt1">
            <a:hueOff val="0"/>
            <a:satOff val="0"/>
            <a:lumOff val="0"/>
            <a:alphaOff val="0"/>
          </a:schemeClr>
        </a:solidFill>
        <a:ln w="25400" cap="flat" cmpd="sng" algn="ctr">
          <a:solidFill>
            <a:schemeClr val="accent2">
              <a:hueOff val="11400201"/>
              <a:satOff val="50003"/>
              <a:lumOff val="-15687"/>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73FDA5-A36A-4DDB-8B33-0F7FAAF0FA46}">
      <dsp:nvSpPr>
        <dsp:cNvPr id="0" name=""/>
        <dsp:cNvSpPr/>
      </dsp:nvSpPr>
      <dsp:spPr>
        <a:xfrm>
          <a:off x="5463381" y="3014505"/>
          <a:ext cx="4278953" cy="495085"/>
        </a:xfrm>
        <a:custGeom>
          <a:avLst/>
          <a:gdLst/>
          <a:ahLst/>
          <a:cxnLst/>
          <a:rect l="0" t="0" r="0" b="0"/>
          <a:pathLst>
            <a:path>
              <a:moveTo>
                <a:pt x="0" y="0"/>
              </a:moveTo>
              <a:lnTo>
                <a:pt x="0" y="247542"/>
              </a:lnTo>
              <a:lnTo>
                <a:pt x="4278953" y="247542"/>
              </a:lnTo>
              <a:lnTo>
                <a:pt x="4278953" y="49508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9C1ACF-4D0E-404E-83D8-446116103D15}">
      <dsp:nvSpPr>
        <dsp:cNvPr id="0" name=""/>
        <dsp:cNvSpPr/>
      </dsp:nvSpPr>
      <dsp:spPr>
        <a:xfrm>
          <a:off x="5463381" y="3014505"/>
          <a:ext cx="1426317" cy="495085"/>
        </a:xfrm>
        <a:custGeom>
          <a:avLst/>
          <a:gdLst/>
          <a:ahLst/>
          <a:cxnLst/>
          <a:rect l="0" t="0" r="0" b="0"/>
          <a:pathLst>
            <a:path>
              <a:moveTo>
                <a:pt x="0" y="0"/>
              </a:moveTo>
              <a:lnTo>
                <a:pt x="0" y="247542"/>
              </a:lnTo>
              <a:lnTo>
                <a:pt x="1426317" y="247542"/>
              </a:lnTo>
              <a:lnTo>
                <a:pt x="1426317" y="49508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056C1C9-CD6B-4802-A9E7-073386153D6D}">
      <dsp:nvSpPr>
        <dsp:cNvPr id="0" name=""/>
        <dsp:cNvSpPr/>
      </dsp:nvSpPr>
      <dsp:spPr>
        <a:xfrm>
          <a:off x="4037063" y="3014505"/>
          <a:ext cx="1426317" cy="495085"/>
        </a:xfrm>
        <a:custGeom>
          <a:avLst/>
          <a:gdLst/>
          <a:ahLst/>
          <a:cxnLst/>
          <a:rect l="0" t="0" r="0" b="0"/>
          <a:pathLst>
            <a:path>
              <a:moveTo>
                <a:pt x="1426317" y="0"/>
              </a:moveTo>
              <a:lnTo>
                <a:pt x="1426317" y="247542"/>
              </a:lnTo>
              <a:lnTo>
                <a:pt x="0" y="247542"/>
              </a:lnTo>
              <a:lnTo>
                <a:pt x="0" y="49508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EA18938-5E10-4D7F-B3E6-09A41472AF03}">
      <dsp:nvSpPr>
        <dsp:cNvPr id="0" name=""/>
        <dsp:cNvSpPr/>
      </dsp:nvSpPr>
      <dsp:spPr>
        <a:xfrm>
          <a:off x="1184427" y="3014505"/>
          <a:ext cx="4278953" cy="495085"/>
        </a:xfrm>
        <a:custGeom>
          <a:avLst/>
          <a:gdLst/>
          <a:ahLst/>
          <a:cxnLst/>
          <a:rect l="0" t="0" r="0" b="0"/>
          <a:pathLst>
            <a:path>
              <a:moveTo>
                <a:pt x="4278953" y="0"/>
              </a:moveTo>
              <a:lnTo>
                <a:pt x="4278953" y="247542"/>
              </a:lnTo>
              <a:lnTo>
                <a:pt x="0" y="247542"/>
              </a:lnTo>
              <a:lnTo>
                <a:pt x="0" y="49508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7B5E89-ED91-457B-9B3F-EEB5C5A46586}">
      <dsp:nvSpPr>
        <dsp:cNvPr id="0" name=""/>
        <dsp:cNvSpPr/>
      </dsp:nvSpPr>
      <dsp:spPr>
        <a:xfrm>
          <a:off x="4284605" y="1835730"/>
          <a:ext cx="2357550" cy="1178775"/>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1" kern="1200" dirty="0" smtClean="0">
              <a:latin typeface="Calibri" panose="020F0502020204030204" pitchFamily="34" charset="0"/>
              <a:cs typeface="Calibri" panose="020F0502020204030204" pitchFamily="34" charset="0"/>
            </a:rPr>
            <a:t>What is the program about?</a:t>
          </a:r>
          <a:endParaRPr lang="en-US" sz="2800" b="1" kern="1200" dirty="0">
            <a:latin typeface="Calibri" panose="020F0502020204030204" pitchFamily="34" charset="0"/>
            <a:cs typeface="Calibri" panose="020F0502020204030204" pitchFamily="34" charset="0"/>
          </a:endParaRPr>
        </a:p>
      </dsp:txBody>
      <dsp:txXfrm>
        <a:off x="4284605" y="1835730"/>
        <a:ext cx="2357550" cy="1178775"/>
      </dsp:txXfrm>
    </dsp:sp>
    <dsp:sp modelId="{2B45F558-4070-4E08-9378-95895AB79F1D}">
      <dsp:nvSpPr>
        <dsp:cNvPr id="0" name=""/>
        <dsp:cNvSpPr/>
      </dsp:nvSpPr>
      <dsp:spPr>
        <a:xfrm>
          <a:off x="5652" y="3509591"/>
          <a:ext cx="2357550" cy="1178775"/>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smtClean="0">
              <a:effectLst/>
              <a:latin typeface="Calibri" panose="020F0502020204030204" pitchFamily="34" charset="0"/>
              <a:cs typeface="Calibri" panose="020F0502020204030204" pitchFamily="34" charset="0"/>
            </a:rPr>
            <a:t>Computer fundamentals</a:t>
          </a:r>
          <a:endParaRPr lang="en-US" sz="2800" kern="1200" dirty="0">
            <a:latin typeface="Calibri" panose="020F0502020204030204" pitchFamily="34" charset="0"/>
            <a:cs typeface="Calibri" panose="020F0502020204030204" pitchFamily="34" charset="0"/>
          </a:endParaRPr>
        </a:p>
      </dsp:txBody>
      <dsp:txXfrm>
        <a:off x="5652" y="3509591"/>
        <a:ext cx="2357550" cy="1178775"/>
      </dsp:txXfrm>
    </dsp:sp>
    <dsp:sp modelId="{7CADD9F7-568B-4F7B-83EA-82D03BA202E9}">
      <dsp:nvSpPr>
        <dsp:cNvPr id="0" name=""/>
        <dsp:cNvSpPr/>
      </dsp:nvSpPr>
      <dsp:spPr>
        <a:xfrm>
          <a:off x="2858287" y="3509591"/>
          <a:ext cx="2357550" cy="1178775"/>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smtClean="0">
              <a:latin typeface="Calibri" panose="020F0502020204030204" pitchFamily="34" charset="0"/>
              <a:ea typeface="Times New Roman" panose="02020603050405020304" pitchFamily="18" charset="0"/>
              <a:cs typeface="Calibri" panose="020F0502020204030204" pitchFamily="34" charset="0"/>
            </a:rPr>
            <a:t>Key applications</a:t>
          </a:r>
          <a:endParaRPr lang="en-US" sz="2800" kern="1200" dirty="0">
            <a:latin typeface="Calibri" panose="020F0502020204030204" pitchFamily="34" charset="0"/>
            <a:cs typeface="Calibri" panose="020F0502020204030204" pitchFamily="34" charset="0"/>
          </a:endParaRPr>
        </a:p>
      </dsp:txBody>
      <dsp:txXfrm>
        <a:off x="2858287" y="3509591"/>
        <a:ext cx="2357550" cy="1178775"/>
      </dsp:txXfrm>
    </dsp:sp>
    <dsp:sp modelId="{E82CD2AB-4BC6-40D7-9761-EB291CA3F078}">
      <dsp:nvSpPr>
        <dsp:cNvPr id="0" name=""/>
        <dsp:cNvSpPr/>
      </dsp:nvSpPr>
      <dsp:spPr>
        <a:xfrm>
          <a:off x="5710923" y="3509591"/>
          <a:ext cx="2357550" cy="1178775"/>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smtClean="0">
              <a:latin typeface="Calibri" panose="020F0502020204030204" pitchFamily="34" charset="0"/>
              <a:ea typeface="Times New Roman" panose="02020603050405020304" pitchFamily="18" charset="0"/>
              <a:cs typeface="Calibri" panose="020F0502020204030204" pitchFamily="34" charset="0"/>
            </a:rPr>
            <a:t>Living online</a:t>
          </a:r>
          <a:endParaRPr lang="en-US" sz="2800" kern="1200" dirty="0">
            <a:latin typeface="Calibri" panose="020F0502020204030204" pitchFamily="34" charset="0"/>
            <a:cs typeface="Calibri" panose="020F0502020204030204" pitchFamily="34" charset="0"/>
          </a:endParaRPr>
        </a:p>
      </dsp:txBody>
      <dsp:txXfrm>
        <a:off x="5710923" y="3509591"/>
        <a:ext cx="2357550" cy="1178775"/>
      </dsp:txXfrm>
    </dsp:sp>
    <dsp:sp modelId="{36172FC7-2443-45E3-B27B-571396F590DB}">
      <dsp:nvSpPr>
        <dsp:cNvPr id="0" name=""/>
        <dsp:cNvSpPr/>
      </dsp:nvSpPr>
      <dsp:spPr>
        <a:xfrm>
          <a:off x="8563559" y="3509591"/>
          <a:ext cx="2357550" cy="1178775"/>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smtClean="0">
              <a:effectLst/>
              <a:latin typeface="Calibri" panose="020F0502020204030204" pitchFamily="34" charset="0"/>
              <a:cs typeface="Calibri" panose="020F0502020204030204" pitchFamily="34" charset="0"/>
            </a:rPr>
            <a:t>Computer Science</a:t>
          </a:r>
          <a:endParaRPr lang="en-US" sz="2800" kern="1200" dirty="0">
            <a:latin typeface="Calibri" panose="020F0502020204030204" pitchFamily="34" charset="0"/>
            <a:cs typeface="Calibri" panose="020F0502020204030204" pitchFamily="34" charset="0"/>
          </a:endParaRPr>
        </a:p>
      </dsp:txBody>
      <dsp:txXfrm>
        <a:off x="8563559" y="3509591"/>
        <a:ext cx="2357550" cy="11787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93EDF0-456E-4F9B-9DCF-CB1E6F0FF75B}">
      <dsp:nvSpPr>
        <dsp:cNvPr id="0" name=""/>
        <dsp:cNvSpPr/>
      </dsp:nvSpPr>
      <dsp:spPr>
        <a:xfrm>
          <a:off x="14364" y="-365385"/>
          <a:ext cx="3967025" cy="109615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06680" numCol="1" spcCol="1270" anchor="t" anchorCtr="0">
          <a:noAutofit/>
        </a:bodyPr>
        <a:lstStyle/>
        <a:p>
          <a:pPr lvl="0" algn="l" defTabSz="1244600">
            <a:lnSpc>
              <a:spcPct val="90000"/>
            </a:lnSpc>
            <a:spcBef>
              <a:spcPct val="0"/>
            </a:spcBef>
            <a:spcAft>
              <a:spcPct val="35000"/>
            </a:spcAft>
          </a:pPr>
          <a:r>
            <a:rPr lang="en-US" sz="2800" b="1" kern="1200" dirty="0" smtClean="0">
              <a:latin typeface="Calibri" panose="020F0502020204030204" pitchFamily="34" charset="0"/>
              <a:cs typeface="Calibri" panose="020F0502020204030204" pitchFamily="34" charset="0"/>
            </a:rPr>
            <a:t>Stage 1</a:t>
          </a:r>
          <a:endParaRPr lang="en-US" sz="2800" b="1" kern="1200" dirty="0">
            <a:latin typeface="Calibri" panose="020F0502020204030204" pitchFamily="34" charset="0"/>
            <a:cs typeface="Calibri" panose="020F0502020204030204" pitchFamily="34" charset="0"/>
          </a:endParaRPr>
        </a:p>
      </dsp:txBody>
      <dsp:txXfrm>
        <a:off x="14364" y="-365385"/>
        <a:ext cx="3967025" cy="730771"/>
      </dsp:txXfrm>
    </dsp:sp>
    <dsp:sp modelId="{CEB648ED-32A1-48B5-9DA7-BCA89743DDC1}">
      <dsp:nvSpPr>
        <dsp:cNvPr id="0" name=""/>
        <dsp:cNvSpPr/>
      </dsp:nvSpPr>
      <dsp:spPr>
        <a:xfrm>
          <a:off x="699344" y="282262"/>
          <a:ext cx="4219209" cy="4680382"/>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171450" lvl="1" indent="-171450" algn="l" defTabSz="844550">
            <a:lnSpc>
              <a:spcPct val="90000"/>
            </a:lnSpc>
            <a:spcBef>
              <a:spcPct val="0"/>
            </a:spcBef>
            <a:spcAft>
              <a:spcPct val="15000"/>
            </a:spcAft>
            <a:buChar char="••"/>
          </a:pPr>
          <a:r>
            <a:rPr lang="en-US" sz="1900" b="1" u="sng" kern="1200" dirty="0" smtClean="0">
              <a:effectLst/>
              <a:latin typeface="Calibri" panose="020F0502020204030204" pitchFamily="34" charset="0"/>
              <a:cs typeface="Calibri" panose="020F0502020204030204" pitchFamily="34" charset="0"/>
            </a:rPr>
            <a:t>Computer fundamentals: </a:t>
          </a:r>
          <a:r>
            <a:rPr lang="en-US" sz="1900" kern="1200" dirty="0" smtClean="0">
              <a:latin typeface="Calibri" panose="020F0502020204030204" pitchFamily="34" charset="0"/>
              <a:ea typeface="Times New Roman" panose="02020603050405020304" pitchFamily="18" charset="0"/>
              <a:cs typeface="Calibri" panose="020F0502020204030204" pitchFamily="34" charset="0"/>
            </a:rPr>
            <a:t>Basic parts of a computer, </a:t>
          </a:r>
          <a:r>
            <a:rPr lang="en-US" sz="1900" b="0" i="0" kern="1200" dirty="0" smtClean="0">
              <a:latin typeface="Calibri" panose="020F0502020204030204" pitchFamily="34" charset="0"/>
              <a:cs typeface="Calibri" panose="020F0502020204030204" pitchFamily="34" charset="0"/>
            </a:rPr>
            <a:t>Basic understanding of computers.</a:t>
          </a:r>
          <a:endParaRPr lang="en-US" sz="1900" b="1" u="sng"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15000"/>
            </a:spcAft>
            <a:buChar char="••"/>
          </a:pPr>
          <a:r>
            <a:rPr lang="en-US" sz="1900" b="1" u="sng" kern="1200" dirty="0" smtClean="0">
              <a:latin typeface="Calibri" panose="020F0502020204030204" pitchFamily="34" charset="0"/>
              <a:ea typeface="Times New Roman" panose="02020603050405020304" pitchFamily="18" charset="0"/>
              <a:cs typeface="Calibri" panose="020F0502020204030204" pitchFamily="34" charset="0"/>
            </a:rPr>
            <a:t>Key applications:</a:t>
          </a:r>
          <a:r>
            <a:rPr lang="en-US" sz="1900" kern="1200" dirty="0" smtClean="0">
              <a:latin typeface="Calibri" panose="020F0502020204030204" pitchFamily="34" charset="0"/>
              <a:ea typeface="Times New Roman" panose="02020603050405020304" pitchFamily="18" charset="0"/>
              <a:cs typeface="Calibri" panose="020F0502020204030204" pitchFamily="34" charset="0"/>
            </a:rPr>
            <a:t> Steps to Start Paint, Learn to use some basic tools in Paint, Save a picture in Paint.</a:t>
          </a:r>
          <a:endParaRPr lang="en-US" sz="1900" kern="1200" dirty="0">
            <a:latin typeface="Calibri" panose="020F0502020204030204" pitchFamily="34" charset="0"/>
            <a:cs typeface="Calibri" panose="020F0502020204030204" pitchFamily="34" charset="0"/>
          </a:endParaRPr>
        </a:p>
      </dsp:txBody>
      <dsp:txXfrm>
        <a:off x="822920" y="405838"/>
        <a:ext cx="3972057" cy="4433230"/>
      </dsp:txXfrm>
    </dsp:sp>
    <dsp:sp modelId="{6AEBF9DF-1001-42DB-B8BD-986C54163E3B}">
      <dsp:nvSpPr>
        <dsp:cNvPr id="0" name=""/>
        <dsp:cNvSpPr/>
      </dsp:nvSpPr>
      <dsp:spPr>
        <a:xfrm>
          <a:off x="4613547" y="-493355"/>
          <a:ext cx="1340174" cy="986710"/>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latin typeface="Calibri" panose="020F0502020204030204" pitchFamily="34" charset="0"/>
            <a:cs typeface="Calibri" panose="020F0502020204030204" pitchFamily="34" charset="0"/>
          </a:endParaRPr>
        </a:p>
      </dsp:txBody>
      <dsp:txXfrm>
        <a:off x="4613547" y="-296013"/>
        <a:ext cx="1044161" cy="592026"/>
      </dsp:txXfrm>
    </dsp:sp>
    <dsp:sp modelId="{8D94F58A-E3F7-4AF0-8B1F-2DBE1AA98A9F}">
      <dsp:nvSpPr>
        <dsp:cNvPr id="0" name=""/>
        <dsp:cNvSpPr/>
      </dsp:nvSpPr>
      <dsp:spPr>
        <a:xfrm>
          <a:off x="6510021" y="-365385"/>
          <a:ext cx="3967025" cy="1096157"/>
        </a:xfrm>
        <a:prstGeom prst="roundRect">
          <a:avLst>
            <a:gd name="adj" fmla="val 10000"/>
          </a:avLst>
        </a:prstGeom>
        <a:solidFill>
          <a:schemeClr val="accent2">
            <a:hueOff val="11400201"/>
            <a:satOff val="50003"/>
            <a:lumOff val="-1568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06680" numCol="1" spcCol="1270" anchor="t" anchorCtr="0">
          <a:noAutofit/>
        </a:bodyPr>
        <a:lstStyle/>
        <a:p>
          <a:pPr lvl="0" algn="l" defTabSz="1244600">
            <a:lnSpc>
              <a:spcPct val="90000"/>
            </a:lnSpc>
            <a:spcBef>
              <a:spcPct val="0"/>
            </a:spcBef>
            <a:spcAft>
              <a:spcPct val="35000"/>
            </a:spcAft>
          </a:pPr>
          <a:r>
            <a:rPr lang="en-US" sz="2800" b="1" kern="1200" dirty="0" smtClean="0">
              <a:latin typeface="Calibri" panose="020F0502020204030204" pitchFamily="34" charset="0"/>
              <a:cs typeface="Calibri" panose="020F0502020204030204" pitchFamily="34" charset="0"/>
            </a:rPr>
            <a:t>Stage 5</a:t>
          </a:r>
          <a:endParaRPr lang="en-US" sz="2800" b="1" kern="1200" dirty="0">
            <a:latin typeface="Calibri" panose="020F0502020204030204" pitchFamily="34" charset="0"/>
            <a:cs typeface="Calibri" panose="020F0502020204030204" pitchFamily="34" charset="0"/>
          </a:endParaRPr>
        </a:p>
      </dsp:txBody>
      <dsp:txXfrm>
        <a:off x="6510021" y="-365385"/>
        <a:ext cx="3967025" cy="730771"/>
      </dsp:txXfrm>
    </dsp:sp>
    <dsp:sp modelId="{FBA3A306-8F30-42CE-BC97-F55E17649284}">
      <dsp:nvSpPr>
        <dsp:cNvPr id="0" name=""/>
        <dsp:cNvSpPr/>
      </dsp:nvSpPr>
      <dsp:spPr>
        <a:xfrm>
          <a:off x="6586618" y="282262"/>
          <a:ext cx="5435975" cy="4680382"/>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11400201"/>
              <a:satOff val="50003"/>
              <a:lumOff val="-1568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171450" lvl="1" indent="-171450" algn="l" defTabSz="844550">
            <a:lnSpc>
              <a:spcPct val="90000"/>
            </a:lnSpc>
            <a:spcBef>
              <a:spcPct val="0"/>
            </a:spcBef>
            <a:spcAft>
              <a:spcPct val="15000"/>
            </a:spcAft>
            <a:buChar char="••"/>
          </a:pPr>
          <a:r>
            <a:rPr lang="en-US" sz="1900" b="1" u="sng" kern="1200" dirty="0" smtClean="0">
              <a:effectLst/>
              <a:latin typeface="Calibri" panose="020F0502020204030204" pitchFamily="34" charset="0"/>
              <a:cs typeface="Calibri" panose="020F0502020204030204" pitchFamily="34" charset="0"/>
            </a:rPr>
            <a:t>Computer fundamentals: </a:t>
          </a:r>
          <a:r>
            <a:rPr lang="en-US" sz="1900" kern="1200" dirty="0" smtClean="0">
              <a:latin typeface="Calibri" panose="020F0502020204030204" pitchFamily="34" charset="0"/>
              <a:ea typeface="Times New Roman" panose="02020603050405020304" pitchFamily="18" charset="0"/>
              <a:cs typeface="Calibri" panose="020F0502020204030204" pitchFamily="34" charset="0"/>
            </a:rPr>
            <a:t>Input-Process-Output data flow diagram, Network and Internet concepts.</a:t>
          </a:r>
          <a:endParaRPr lang="en-US"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15000"/>
            </a:spcAft>
            <a:buChar char="••"/>
          </a:pPr>
          <a:r>
            <a:rPr lang="en-US" sz="1900" kern="1200" dirty="0" smtClean="0">
              <a:effectLst/>
              <a:latin typeface="Calibri" panose="020F0502020204030204" pitchFamily="34" charset="0"/>
              <a:cs typeface="Calibri" panose="020F0502020204030204" pitchFamily="34" charset="0"/>
            </a:rPr>
            <a:t> </a:t>
          </a:r>
          <a:r>
            <a:rPr lang="en-US" sz="1900" b="1" u="sng" kern="1200" dirty="0" smtClean="0">
              <a:latin typeface="Calibri" panose="020F0502020204030204" pitchFamily="34" charset="0"/>
              <a:ea typeface="Times New Roman" panose="02020603050405020304" pitchFamily="18" charset="0"/>
              <a:cs typeface="Calibri" panose="020F0502020204030204" pitchFamily="34" charset="0"/>
            </a:rPr>
            <a:t>Key applications: </a:t>
          </a:r>
          <a:r>
            <a:rPr lang="en-US" sz="1900" kern="1200" dirty="0" smtClean="0">
              <a:latin typeface="Calibri" panose="020F0502020204030204" pitchFamily="34" charset="0"/>
              <a:ea typeface="Times New Roman" panose="02020603050405020304" pitchFamily="18" charset="0"/>
              <a:cs typeface="Calibri" panose="020F0502020204030204" pitchFamily="34" charset="0"/>
            </a:rPr>
            <a:t>MS Office at a Glance, Creating Tables in MS Word 2007, MS Word 2007 – Inserting Objects and Drawing, MS </a:t>
          </a:r>
          <a:r>
            <a:rPr lang="en-US" sz="1900" kern="1200" dirty="0" err="1" smtClean="0">
              <a:latin typeface="Calibri" panose="020F0502020204030204" pitchFamily="34" charset="0"/>
              <a:ea typeface="Times New Roman" panose="02020603050405020304" pitchFamily="18" charset="0"/>
              <a:cs typeface="Calibri" panose="020F0502020204030204" pitchFamily="34" charset="0"/>
            </a:rPr>
            <a:t>Powerpoint</a:t>
          </a:r>
          <a:r>
            <a:rPr lang="en-US" sz="1900" kern="1200" dirty="0" smtClean="0">
              <a:latin typeface="Calibri" panose="020F0502020204030204" pitchFamily="34" charset="0"/>
              <a:ea typeface="Times New Roman" panose="02020603050405020304" pitchFamily="18" charset="0"/>
              <a:cs typeface="Calibri" panose="020F0502020204030204" pitchFamily="34" charset="0"/>
            </a:rPr>
            <a:t> 2007 – Editing and Formatting Slides, Introduction to MS Excel 2007, Exploring MS Excel 2007.</a:t>
          </a:r>
          <a:endParaRPr lang="en-US"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15000"/>
            </a:spcAft>
            <a:buChar char="••"/>
          </a:pPr>
          <a:r>
            <a:rPr lang="en-US" sz="1900" b="1" u="sng" kern="1200" dirty="0" smtClean="0">
              <a:latin typeface="Calibri" panose="020F0502020204030204" pitchFamily="34" charset="0"/>
              <a:ea typeface="Times New Roman" panose="02020603050405020304" pitchFamily="18" charset="0"/>
              <a:cs typeface="Calibri" panose="020F0502020204030204" pitchFamily="34" charset="0"/>
            </a:rPr>
            <a:t>Living online: </a:t>
          </a:r>
          <a:r>
            <a:rPr lang="en-US" sz="1900" kern="1200" dirty="0" smtClean="0">
              <a:latin typeface="Calibri" panose="020F0502020204030204" pitchFamily="34" charset="0"/>
              <a:ea typeface="Times New Roman" panose="02020603050405020304" pitchFamily="18" charset="0"/>
              <a:cs typeface="Calibri" panose="020F0502020204030204" pitchFamily="34" charset="0"/>
            </a:rPr>
            <a:t>History of the Internet, Governing the Internet, Uses of the Internet, Basic terms related to the Internet, Starting the Internet, Internet Explorer, Netiquette.</a:t>
          </a:r>
          <a:endParaRPr lang="en-US"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15000"/>
            </a:spcAft>
            <a:buChar char="••"/>
          </a:pPr>
          <a:r>
            <a:rPr lang="en-US" sz="1900" b="1" u="sng" kern="1200" dirty="0" smtClean="0">
              <a:latin typeface="Calibri" panose="020F0502020204030204" pitchFamily="34" charset="0"/>
              <a:ea typeface="Times New Roman" panose="02020603050405020304" pitchFamily="18" charset="0"/>
              <a:cs typeface="Calibri" panose="020F0502020204030204" pitchFamily="34" charset="0"/>
            </a:rPr>
            <a:t>Computer Science: </a:t>
          </a:r>
          <a:r>
            <a:rPr lang="en-US" sz="1900" kern="1200" dirty="0" smtClean="0">
              <a:latin typeface="Calibri" panose="020F0502020204030204" pitchFamily="34" charset="0"/>
              <a:ea typeface="Times New Roman" panose="02020603050405020304" pitchFamily="18" charset="0"/>
              <a:cs typeface="Calibri" panose="020F0502020204030204" pitchFamily="34" charset="0"/>
            </a:rPr>
            <a:t>Algorithms, Flowcharts, Pseudocode, Simple problems of flowchart and pseudocode.</a:t>
          </a:r>
          <a:endParaRPr lang="en-US" sz="1900" kern="1200" dirty="0">
            <a:latin typeface="Calibri" panose="020F0502020204030204" pitchFamily="34" charset="0"/>
            <a:cs typeface="Calibri" panose="020F0502020204030204" pitchFamily="34" charset="0"/>
          </a:endParaRPr>
        </a:p>
      </dsp:txBody>
      <dsp:txXfrm>
        <a:off x="6723702" y="419346"/>
        <a:ext cx="5161807" cy="440621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FA982A-C062-49A1-B406-7BF93711E363}">
      <dsp:nvSpPr>
        <dsp:cNvPr id="0" name=""/>
        <dsp:cNvSpPr/>
      </dsp:nvSpPr>
      <dsp:spPr>
        <a:xfrm>
          <a:off x="4512663" y="1313"/>
          <a:ext cx="7442529" cy="2577228"/>
        </a:xfrm>
        <a:prstGeom prst="rightArrow">
          <a:avLst>
            <a:gd name="adj1" fmla="val 75000"/>
            <a:gd name="adj2" fmla="val 50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just" defTabSz="889000">
            <a:lnSpc>
              <a:spcPct val="90000"/>
            </a:lnSpc>
            <a:spcBef>
              <a:spcPct val="0"/>
            </a:spcBef>
            <a:spcAft>
              <a:spcPct val="15000"/>
            </a:spcAft>
            <a:buChar char="••"/>
          </a:pPr>
          <a:r>
            <a:rPr lang="en-US" sz="2000" b="1" u="sng" kern="1200" dirty="0" smtClean="0">
              <a:latin typeface="Calibri" panose="020F0502020204030204" pitchFamily="34" charset="0"/>
              <a:cs typeface="Calibri" panose="020F0502020204030204" pitchFamily="34" charset="0"/>
            </a:rPr>
            <a:t>Snap Recap</a:t>
          </a:r>
          <a:r>
            <a:rPr lang="en-US" sz="2000" kern="1200" dirty="0" smtClean="0">
              <a:latin typeface="Calibri" panose="020F0502020204030204" pitchFamily="34" charset="0"/>
              <a:cs typeface="Calibri" panose="020F0502020204030204" pitchFamily="34" charset="0"/>
            </a:rPr>
            <a:t> to reiterate the concepts learnt earlier</a:t>
          </a:r>
          <a:endParaRPr lang="en-US" sz="2000" kern="1200" dirty="0">
            <a:latin typeface="Calibri" panose="020F0502020204030204" pitchFamily="34" charset="0"/>
            <a:cs typeface="Calibri" panose="020F0502020204030204" pitchFamily="34" charset="0"/>
          </a:endParaRPr>
        </a:p>
        <a:p>
          <a:pPr marL="228600" lvl="1" indent="-228600" algn="just" defTabSz="889000">
            <a:lnSpc>
              <a:spcPct val="90000"/>
            </a:lnSpc>
            <a:spcBef>
              <a:spcPct val="0"/>
            </a:spcBef>
            <a:spcAft>
              <a:spcPct val="15000"/>
            </a:spcAft>
            <a:buChar char="••"/>
          </a:pPr>
          <a:r>
            <a:rPr lang="en-US" sz="2000" b="1" u="sng" kern="1200" dirty="0" smtClean="0">
              <a:latin typeface="Calibri" panose="020F0502020204030204" pitchFamily="34" charset="0"/>
              <a:cs typeface="Calibri" panose="020F0502020204030204" pitchFamily="34" charset="0"/>
            </a:rPr>
            <a:t>Fact Files</a:t>
          </a:r>
          <a:r>
            <a:rPr lang="en-US" sz="2000" kern="1200" dirty="0" smtClean="0">
              <a:latin typeface="Calibri" panose="020F0502020204030204" pitchFamily="34" charset="0"/>
              <a:cs typeface="Calibri" panose="020F0502020204030204" pitchFamily="34" charset="0"/>
            </a:rPr>
            <a:t> to enhance the knowledge of the students</a:t>
          </a:r>
          <a:endParaRPr lang="en-US" sz="2000" kern="1200" dirty="0">
            <a:latin typeface="Calibri" panose="020F0502020204030204" pitchFamily="34" charset="0"/>
            <a:cs typeface="Calibri" panose="020F0502020204030204" pitchFamily="34" charset="0"/>
          </a:endParaRPr>
        </a:p>
        <a:p>
          <a:pPr marL="228600" lvl="1" indent="-228600" algn="just" defTabSz="889000">
            <a:lnSpc>
              <a:spcPct val="90000"/>
            </a:lnSpc>
            <a:spcBef>
              <a:spcPct val="0"/>
            </a:spcBef>
            <a:spcAft>
              <a:spcPct val="15000"/>
            </a:spcAft>
            <a:buChar char="••"/>
          </a:pPr>
          <a:r>
            <a:rPr lang="en-US" sz="2000" b="1" u="sng" kern="1200" dirty="0" smtClean="0">
              <a:latin typeface="Calibri" panose="020F0502020204030204" pitchFamily="34" charset="0"/>
              <a:cs typeface="Calibri" panose="020F0502020204030204" pitchFamily="34" charset="0"/>
            </a:rPr>
            <a:t>Quick Key</a:t>
          </a:r>
          <a:r>
            <a:rPr lang="en-US" sz="2000" kern="1200" dirty="0" smtClean="0">
              <a:latin typeface="Calibri" panose="020F0502020204030204" pitchFamily="34" charset="0"/>
              <a:cs typeface="Calibri" panose="020F0502020204030204" pitchFamily="34" charset="0"/>
            </a:rPr>
            <a:t> and Try This to introduce shortcuts and alternative methodologies</a:t>
          </a:r>
          <a:endParaRPr lang="en-US" sz="2000" kern="1200" dirty="0">
            <a:latin typeface="Calibri" panose="020F0502020204030204" pitchFamily="34" charset="0"/>
            <a:cs typeface="Calibri" panose="020F0502020204030204" pitchFamily="34" charset="0"/>
          </a:endParaRPr>
        </a:p>
        <a:p>
          <a:pPr marL="228600" lvl="1" indent="-228600" algn="just" defTabSz="889000">
            <a:lnSpc>
              <a:spcPct val="90000"/>
            </a:lnSpc>
            <a:spcBef>
              <a:spcPct val="0"/>
            </a:spcBef>
            <a:spcAft>
              <a:spcPct val="15000"/>
            </a:spcAft>
            <a:buChar char="••"/>
          </a:pPr>
          <a:r>
            <a:rPr lang="en-US" sz="2000" b="1" u="sng" kern="1200" dirty="0" smtClean="0">
              <a:latin typeface="Calibri" panose="020F0502020204030204" pitchFamily="34" charset="0"/>
              <a:cs typeface="Calibri" panose="020F0502020204030204" pitchFamily="34" charset="0"/>
            </a:rPr>
            <a:t>Activities</a:t>
          </a:r>
          <a:r>
            <a:rPr lang="en-US" sz="2000" kern="1200" dirty="0" smtClean="0">
              <a:latin typeface="Calibri" panose="020F0502020204030204" pitchFamily="34" charset="0"/>
              <a:cs typeface="Calibri" panose="020F0502020204030204" pitchFamily="34" charset="0"/>
            </a:rPr>
            <a:t> interspersed within each chapter to promote application based learning</a:t>
          </a:r>
          <a:endParaRPr lang="en-US" sz="2000" kern="1200" dirty="0">
            <a:latin typeface="Calibri" panose="020F0502020204030204" pitchFamily="34" charset="0"/>
            <a:cs typeface="Calibri" panose="020F0502020204030204" pitchFamily="34" charset="0"/>
          </a:endParaRPr>
        </a:p>
        <a:p>
          <a:pPr marL="228600" lvl="1" indent="-228600" algn="just" defTabSz="889000">
            <a:lnSpc>
              <a:spcPct val="90000"/>
            </a:lnSpc>
            <a:spcBef>
              <a:spcPct val="0"/>
            </a:spcBef>
            <a:spcAft>
              <a:spcPct val="15000"/>
            </a:spcAft>
            <a:buChar char="••"/>
          </a:pPr>
          <a:r>
            <a:rPr lang="en-US" sz="2000" b="1" u="sng" kern="1200" dirty="0" smtClean="0">
              <a:latin typeface="Calibri" panose="020F0502020204030204" pitchFamily="34" charset="0"/>
              <a:cs typeface="Calibri" panose="020F0502020204030204" pitchFamily="34" charset="0"/>
            </a:rPr>
            <a:t>Glossary and Now You Know</a:t>
          </a:r>
          <a:r>
            <a:rPr lang="en-US" sz="2000" kern="1200" dirty="0" smtClean="0">
              <a:latin typeface="Calibri" panose="020F0502020204030204" pitchFamily="34" charset="0"/>
              <a:cs typeface="Calibri" panose="020F0502020204030204" pitchFamily="34" charset="0"/>
            </a:rPr>
            <a:t> to aid quick revision of the concepts learnt</a:t>
          </a:r>
          <a:endParaRPr lang="en-US" sz="2000" kern="1200" dirty="0">
            <a:latin typeface="Calibri" panose="020F0502020204030204" pitchFamily="34" charset="0"/>
            <a:cs typeface="Calibri" panose="020F0502020204030204" pitchFamily="34" charset="0"/>
          </a:endParaRPr>
        </a:p>
      </dsp:txBody>
      <dsp:txXfrm>
        <a:off x="4512663" y="323467"/>
        <a:ext cx="6476069" cy="1932921"/>
      </dsp:txXfrm>
    </dsp:sp>
    <dsp:sp modelId="{D7095FDC-3D91-40E9-908F-9F700AE09D7A}">
      <dsp:nvSpPr>
        <dsp:cNvPr id="0" name=""/>
        <dsp:cNvSpPr/>
      </dsp:nvSpPr>
      <dsp:spPr>
        <a:xfrm>
          <a:off x="461148" y="63306"/>
          <a:ext cx="4051514" cy="2453241"/>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76200" rIns="152400" bIns="76200" numCol="1" spcCol="1270" anchor="ctr" anchorCtr="0">
          <a:noAutofit/>
        </a:bodyPr>
        <a:lstStyle/>
        <a:p>
          <a:pPr lvl="0" algn="ctr" defTabSz="1778000">
            <a:lnSpc>
              <a:spcPct val="90000"/>
            </a:lnSpc>
            <a:spcBef>
              <a:spcPct val="0"/>
            </a:spcBef>
            <a:spcAft>
              <a:spcPct val="35000"/>
            </a:spcAft>
          </a:pPr>
          <a:r>
            <a:rPr lang="en-US" sz="4000" b="1" kern="1200" dirty="0" smtClean="0">
              <a:latin typeface="Calibri" panose="020F0502020204030204" pitchFamily="34" charset="0"/>
              <a:cs typeface="Calibri" panose="020F0502020204030204" pitchFamily="34" charset="0"/>
            </a:rPr>
            <a:t>Student Book</a:t>
          </a:r>
          <a:endParaRPr lang="en-US" sz="4000" b="1" kern="1200" dirty="0">
            <a:latin typeface="Calibri" panose="020F0502020204030204" pitchFamily="34" charset="0"/>
            <a:cs typeface="Calibri" panose="020F0502020204030204" pitchFamily="34" charset="0"/>
          </a:endParaRPr>
        </a:p>
      </dsp:txBody>
      <dsp:txXfrm>
        <a:off x="580905" y="183063"/>
        <a:ext cx="3812000" cy="2213727"/>
      </dsp:txXfrm>
    </dsp:sp>
    <dsp:sp modelId="{3183EF49-5EEB-4A2C-BCAC-000F09E3FBC0}">
      <dsp:nvSpPr>
        <dsp:cNvPr id="0" name=""/>
        <dsp:cNvSpPr/>
      </dsp:nvSpPr>
      <dsp:spPr>
        <a:xfrm>
          <a:off x="4512663" y="2823866"/>
          <a:ext cx="7442529" cy="2577228"/>
        </a:xfrm>
        <a:prstGeom prst="rightArrow">
          <a:avLst>
            <a:gd name="adj1" fmla="val 75000"/>
            <a:gd name="adj2" fmla="val 50000"/>
          </a:avLst>
        </a:prstGeom>
        <a:solidFill>
          <a:schemeClr val="accent2">
            <a:tint val="40000"/>
            <a:alpha val="90000"/>
            <a:hueOff val="12648045"/>
            <a:satOff val="-6235"/>
            <a:lumOff val="-1561"/>
            <a:alphaOff val="0"/>
          </a:schemeClr>
        </a:solidFill>
        <a:ln w="25400" cap="flat" cmpd="sng" algn="ctr">
          <a:solidFill>
            <a:schemeClr val="accent2">
              <a:tint val="40000"/>
              <a:alpha val="90000"/>
              <a:hueOff val="12648045"/>
              <a:satOff val="-6235"/>
              <a:lumOff val="-15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just" defTabSz="889000">
            <a:lnSpc>
              <a:spcPct val="90000"/>
            </a:lnSpc>
            <a:spcBef>
              <a:spcPct val="0"/>
            </a:spcBef>
            <a:spcAft>
              <a:spcPct val="15000"/>
            </a:spcAft>
            <a:buChar char="••"/>
          </a:pPr>
          <a:r>
            <a:rPr lang="en-US" sz="2000" b="1" u="sng" kern="1200" dirty="0" smtClean="0">
              <a:latin typeface="Calibri" panose="020F0502020204030204" pitchFamily="34" charset="0"/>
              <a:cs typeface="Calibri" panose="020F0502020204030204" pitchFamily="34" charset="0"/>
            </a:rPr>
            <a:t>Answer Key</a:t>
          </a:r>
          <a:r>
            <a:rPr lang="en-US" sz="2000" kern="1200" dirty="0" smtClean="0">
              <a:latin typeface="Calibri" panose="020F0502020204030204" pitchFamily="34" charset="0"/>
              <a:cs typeface="Calibri" panose="020F0502020204030204" pitchFamily="34" charset="0"/>
            </a:rPr>
            <a:t> provides answers to Exercises given in the Student Book</a:t>
          </a:r>
          <a:endParaRPr lang="en-US" sz="2000" kern="1200" dirty="0">
            <a:latin typeface="Calibri" panose="020F0502020204030204" pitchFamily="34" charset="0"/>
            <a:cs typeface="Calibri" panose="020F0502020204030204" pitchFamily="34" charset="0"/>
          </a:endParaRPr>
        </a:p>
        <a:p>
          <a:pPr marL="228600" lvl="1" indent="-228600" algn="just" defTabSz="889000">
            <a:lnSpc>
              <a:spcPct val="90000"/>
            </a:lnSpc>
            <a:spcBef>
              <a:spcPct val="0"/>
            </a:spcBef>
            <a:spcAft>
              <a:spcPct val="15000"/>
            </a:spcAft>
            <a:buChar char="••"/>
          </a:pPr>
          <a:r>
            <a:rPr lang="en-US" sz="2000" b="1" u="sng" kern="1200" dirty="0" smtClean="0">
              <a:latin typeface="Calibri" panose="020F0502020204030204" pitchFamily="34" charset="0"/>
              <a:cs typeface="Calibri" panose="020F0502020204030204" pitchFamily="34" charset="0"/>
            </a:rPr>
            <a:t>Project Ideas</a:t>
          </a:r>
          <a:r>
            <a:rPr lang="en-US" sz="2000" kern="1200" dirty="0" smtClean="0">
              <a:latin typeface="Calibri" panose="020F0502020204030204" pitchFamily="34" charset="0"/>
              <a:cs typeface="Calibri" panose="020F0502020204030204" pitchFamily="34" charset="0"/>
            </a:rPr>
            <a:t> promote individual learning as well as teamwork and help students develop an understanding of importance of technology in our lives.</a:t>
          </a:r>
          <a:endParaRPr lang="en-US" sz="2000" kern="1200" dirty="0">
            <a:latin typeface="Calibri" panose="020F0502020204030204" pitchFamily="34" charset="0"/>
            <a:cs typeface="Calibri" panose="020F0502020204030204" pitchFamily="34" charset="0"/>
          </a:endParaRPr>
        </a:p>
        <a:p>
          <a:pPr marL="228600" lvl="1" indent="-228600" algn="just" defTabSz="889000">
            <a:lnSpc>
              <a:spcPct val="90000"/>
            </a:lnSpc>
            <a:spcBef>
              <a:spcPct val="0"/>
            </a:spcBef>
            <a:spcAft>
              <a:spcPct val="15000"/>
            </a:spcAft>
            <a:buChar char="••"/>
          </a:pPr>
          <a:r>
            <a:rPr lang="en-US" sz="2000" b="1" u="sng" kern="1200" dirty="0" smtClean="0">
              <a:latin typeface="Calibri" panose="020F0502020204030204" pitchFamily="34" charset="0"/>
              <a:cs typeface="Calibri" panose="020F0502020204030204" pitchFamily="34" charset="0"/>
            </a:rPr>
            <a:t>Sample Test Papers</a:t>
          </a:r>
          <a:r>
            <a:rPr lang="en-US" sz="2000" kern="1200" dirty="0" smtClean="0">
              <a:latin typeface="Calibri" panose="020F0502020204030204" pitchFamily="34" charset="0"/>
              <a:cs typeface="Calibri" panose="020F0502020204030204" pitchFamily="34" charset="0"/>
            </a:rPr>
            <a:t> can be used by teachers for assessment work throughout the year</a:t>
          </a:r>
          <a:endParaRPr lang="en-US" sz="2000" kern="1200" dirty="0">
            <a:latin typeface="Calibri" panose="020F0502020204030204" pitchFamily="34" charset="0"/>
            <a:cs typeface="Calibri" panose="020F0502020204030204" pitchFamily="34" charset="0"/>
          </a:endParaRPr>
        </a:p>
      </dsp:txBody>
      <dsp:txXfrm>
        <a:off x="4512663" y="3146020"/>
        <a:ext cx="6476069" cy="1932921"/>
      </dsp:txXfrm>
    </dsp:sp>
    <dsp:sp modelId="{B4A95021-53D0-4D8C-B1B3-8964F813AE02}">
      <dsp:nvSpPr>
        <dsp:cNvPr id="0" name=""/>
        <dsp:cNvSpPr/>
      </dsp:nvSpPr>
      <dsp:spPr>
        <a:xfrm>
          <a:off x="461148" y="2885859"/>
          <a:ext cx="4051514" cy="2453241"/>
        </a:xfrm>
        <a:prstGeom prst="roundRect">
          <a:avLst/>
        </a:prstGeom>
        <a:solidFill>
          <a:schemeClr val="accent2">
            <a:hueOff val="11400201"/>
            <a:satOff val="50003"/>
            <a:lumOff val="-1568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76200" rIns="152400" bIns="76200" numCol="1" spcCol="1270" anchor="ctr" anchorCtr="0">
          <a:noAutofit/>
        </a:bodyPr>
        <a:lstStyle/>
        <a:p>
          <a:pPr lvl="0" algn="ctr" defTabSz="1778000">
            <a:lnSpc>
              <a:spcPct val="90000"/>
            </a:lnSpc>
            <a:spcBef>
              <a:spcPct val="0"/>
            </a:spcBef>
            <a:spcAft>
              <a:spcPct val="35000"/>
            </a:spcAft>
          </a:pPr>
          <a:r>
            <a:rPr lang="en-US" sz="4000" b="1" kern="1200" dirty="0" smtClean="0">
              <a:latin typeface="Calibri" panose="020F0502020204030204" pitchFamily="34" charset="0"/>
              <a:cs typeface="Calibri" panose="020F0502020204030204" pitchFamily="34" charset="0"/>
            </a:rPr>
            <a:t>Teacher’s manual</a:t>
          </a:r>
          <a:endParaRPr lang="en-US" sz="4000" b="1" kern="1200" dirty="0">
            <a:latin typeface="Calibri" panose="020F0502020204030204" pitchFamily="34" charset="0"/>
            <a:cs typeface="Calibri" panose="020F0502020204030204" pitchFamily="34" charset="0"/>
          </a:endParaRPr>
        </a:p>
      </dsp:txBody>
      <dsp:txXfrm>
        <a:off x="580905" y="3005616"/>
        <a:ext cx="3812000" cy="221372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0D3C36-A64F-4F26-AA6C-1CDEA084209E}">
      <dsp:nvSpPr>
        <dsp:cNvPr id="0" name=""/>
        <dsp:cNvSpPr/>
      </dsp:nvSpPr>
      <dsp:spPr>
        <a:xfrm>
          <a:off x="0" y="3036840"/>
          <a:ext cx="11578987" cy="1992496"/>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77368" tIns="277368" rIns="277368" bIns="277368" numCol="1" spcCol="1270" anchor="ctr" anchorCtr="0">
          <a:noAutofit/>
        </a:bodyPr>
        <a:lstStyle/>
        <a:p>
          <a:pPr lvl="0" algn="ctr" defTabSz="1733550">
            <a:lnSpc>
              <a:spcPct val="90000"/>
            </a:lnSpc>
            <a:spcBef>
              <a:spcPct val="0"/>
            </a:spcBef>
            <a:spcAft>
              <a:spcPct val="35000"/>
            </a:spcAft>
          </a:pPr>
          <a:r>
            <a:rPr lang="en-US" sz="3900" kern="1200" dirty="0" smtClean="0"/>
            <a:t>Lesson plan</a:t>
          </a:r>
          <a:endParaRPr lang="en-US" sz="3900" kern="1200" dirty="0"/>
        </a:p>
      </dsp:txBody>
      <dsp:txXfrm>
        <a:off x="0" y="3036840"/>
        <a:ext cx="11578987" cy="1075948"/>
      </dsp:txXfrm>
    </dsp:sp>
    <dsp:sp modelId="{46BC80B2-3A41-40A2-B44C-F69824BB5602}">
      <dsp:nvSpPr>
        <dsp:cNvPr id="0" name=""/>
        <dsp:cNvSpPr/>
      </dsp:nvSpPr>
      <dsp:spPr>
        <a:xfrm>
          <a:off x="0" y="4072938"/>
          <a:ext cx="5789493" cy="916548"/>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lvl="0" algn="ctr" defTabSz="977900">
            <a:lnSpc>
              <a:spcPct val="90000"/>
            </a:lnSpc>
            <a:spcBef>
              <a:spcPct val="0"/>
            </a:spcBef>
            <a:spcAft>
              <a:spcPct val="35000"/>
            </a:spcAft>
          </a:pPr>
          <a:r>
            <a:rPr lang="en-US" sz="2200" kern="1200" dirty="0" smtClean="0"/>
            <a:t>Identify main activities in the lesson</a:t>
          </a:r>
          <a:endParaRPr lang="en-US" sz="2200" kern="1200" dirty="0"/>
        </a:p>
      </dsp:txBody>
      <dsp:txXfrm>
        <a:off x="0" y="4072938"/>
        <a:ext cx="5789493" cy="916548"/>
      </dsp:txXfrm>
    </dsp:sp>
    <dsp:sp modelId="{1637E0B9-F28D-497C-A2DD-2C741BE86BCE}">
      <dsp:nvSpPr>
        <dsp:cNvPr id="0" name=""/>
        <dsp:cNvSpPr/>
      </dsp:nvSpPr>
      <dsp:spPr>
        <a:xfrm>
          <a:off x="5789493" y="4072938"/>
          <a:ext cx="5789493" cy="916548"/>
        </a:xfrm>
        <a:prstGeom prst="rect">
          <a:avLst/>
        </a:prstGeom>
        <a:solidFill>
          <a:schemeClr val="accent2">
            <a:tint val="40000"/>
            <a:alpha val="90000"/>
            <a:hueOff val="4216015"/>
            <a:satOff val="-2078"/>
            <a:lumOff val="-520"/>
            <a:alphaOff val="0"/>
          </a:schemeClr>
        </a:solidFill>
        <a:ln w="25400" cap="flat" cmpd="sng" algn="ctr">
          <a:solidFill>
            <a:schemeClr val="accent2">
              <a:tint val="40000"/>
              <a:alpha val="90000"/>
              <a:hueOff val="4216015"/>
              <a:satOff val="-2078"/>
              <a:lumOff val="-52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lvl="0" algn="ctr" defTabSz="977900">
            <a:lnSpc>
              <a:spcPct val="90000"/>
            </a:lnSpc>
            <a:spcBef>
              <a:spcPct val="0"/>
            </a:spcBef>
            <a:spcAft>
              <a:spcPct val="35000"/>
            </a:spcAft>
          </a:pPr>
          <a:r>
            <a:rPr lang="en-US" sz="2200" kern="1200" dirty="0" smtClean="0"/>
            <a:t>Identify teaching methods and write your teaching process</a:t>
          </a:r>
          <a:endParaRPr lang="en-US" sz="2200" kern="1200" dirty="0"/>
        </a:p>
      </dsp:txBody>
      <dsp:txXfrm>
        <a:off x="5789493" y="4072938"/>
        <a:ext cx="5789493" cy="916548"/>
      </dsp:txXfrm>
    </dsp:sp>
    <dsp:sp modelId="{BA8547B0-05FA-414C-B2FA-47EF3DDEB048}">
      <dsp:nvSpPr>
        <dsp:cNvPr id="0" name=""/>
        <dsp:cNvSpPr/>
      </dsp:nvSpPr>
      <dsp:spPr>
        <a:xfrm rot="10800000">
          <a:off x="0" y="2268"/>
          <a:ext cx="11578987" cy="3064459"/>
        </a:xfrm>
        <a:prstGeom prst="upArrowCallout">
          <a:avLst/>
        </a:prstGeom>
        <a:solidFill>
          <a:schemeClr val="accent2">
            <a:hueOff val="11400201"/>
            <a:satOff val="50003"/>
            <a:lumOff val="-1568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77368" tIns="277368" rIns="277368" bIns="277368" numCol="1" spcCol="1270" anchor="ctr" anchorCtr="0">
          <a:noAutofit/>
        </a:bodyPr>
        <a:lstStyle/>
        <a:p>
          <a:pPr lvl="0" algn="ctr" defTabSz="1733550">
            <a:lnSpc>
              <a:spcPct val="90000"/>
            </a:lnSpc>
            <a:spcBef>
              <a:spcPct val="0"/>
            </a:spcBef>
            <a:spcAft>
              <a:spcPct val="35000"/>
            </a:spcAft>
          </a:pPr>
          <a:r>
            <a:rPr lang="en-US" sz="3900" kern="1200" dirty="0" smtClean="0"/>
            <a:t>Preparation</a:t>
          </a:r>
          <a:endParaRPr lang="en-US" sz="3900" kern="1200" dirty="0"/>
        </a:p>
      </dsp:txBody>
      <dsp:txXfrm rot="-10800000">
        <a:off x="0" y="2268"/>
        <a:ext cx="11578987" cy="1075625"/>
      </dsp:txXfrm>
    </dsp:sp>
    <dsp:sp modelId="{6F89988F-4FCD-43EA-89E2-735614FC6772}">
      <dsp:nvSpPr>
        <dsp:cNvPr id="0" name=""/>
        <dsp:cNvSpPr/>
      </dsp:nvSpPr>
      <dsp:spPr>
        <a:xfrm>
          <a:off x="0" y="1077894"/>
          <a:ext cx="5789493" cy="916273"/>
        </a:xfrm>
        <a:prstGeom prst="rect">
          <a:avLst/>
        </a:prstGeom>
        <a:solidFill>
          <a:schemeClr val="accent2">
            <a:tint val="40000"/>
            <a:alpha val="90000"/>
            <a:hueOff val="8432031"/>
            <a:satOff val="-4157"/>
            <a:lumOff val="-1041"/>
            <a:alphaOff val="0"/>
          </a:schemeClr>
        </a:solidFill>
        <a:ln w="25400" cap="flat" cmpd="sng" algn="ctr">
          <a:solidFill>
            <a:schemeClr val="accent2">
              <a:tint val="40000"/>
              <a:alpha val="90000"/>
              <a:hueOff val="8432031"/>
              <a:satOff val="-4157"/>
              <a:lumOff val="-104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lvl="0" algn="ctr" defTabSz="977900">
            <a:lnSpc>
              <a:spcPct val="90000"/>
            </a:lnSpc>
            <a:spcBef>
              <a:spcPct val="0"/>
            </a:spcBef>
            <a:spcAft>
              <a:spcPct val="35000"/>
            </a:spcAft>
          </a:pPr>
          <a:r>
            <a:rPr lang="en-US" sz="2200" kern="1200" dirty="0" smtClean="0"/>
            <a:t>Determine your lesson goals</a:t>
          </a:r>
        </a:p>
        <a:p>
          <a:pPr lvl="0" algn="ctr" defTabSz="977900">
            <a:lnSpc>
              <a:spcPct val="90000"/>
            </a:lnSpc>
            <a:spcBef>
              <a:spcPct val="0"/>
            </a:spcBef>
            <a:spcAft>
              <a:spcPct val="35000"/>
            </a:spcAft>
          </a:pPr>
          <a:r>
            <a:rPr lang="en-US" sz="2200" kern="1200" dirty="0" smtClean="0"/>
            <a:t>(base on the syllabus but with input from teachers and students.</a:t>
          </a:r>
          <a:endParaRPr lang="en-US" sz="2200" kern="1200" dirty="0"/>
        </a:p>
      </dsp:txBody>
      <dsp:txXfrm>
        <a:off x="0" y="1077894"/>
        <a:ext cx="5789493" cy="916273"/>
      </dsp:txXfrm>
    </dsp:sp>
    <dsp:sp modelId="{F223671C-58AA-405F-BAC4-4089E54D8593}">
      <dsp:nvSpPr>
        <dsp:cNvPr id="0" name=""/>
        <dsp:cNvSpPr/>
      </dsp:nvSpPr>
      <dsp:spPr>
        <a:xfrm>
          <a:off x="5789493" y="1077894"/>
          <a:ext cx="5789493" cy="916273"/>
        </a:xfrm>
        <a:prstGeom prst="rect">
          <a:avLst/>
        </a:prstGeom>
        <a:solidFill>
          <a:schemeClr val="accent2">
            <a:tint val="40000"/>
            <a:alpha val="90000"/>
            <a:hueOff val="12648045"/>
            <a:satOff val="-6235"/>
            <a:lumOff val="-1561"/>
            <a:alphaOff val="0"/>
          </a:schemeClr>
        </a:solidFill>
        <a:ln w="25400" cap="flat" cmpd="sng" algn="ctr">
          <a:solidFill>
            <a:schemeClr val="accent2">
              <a:tint val="40000"/>
              <a:alpha val="90000"/>
              <a:hueOff val="12648045"/>
              <a:satOff val="-6235"/>
              <a:lumOff val="-15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lvl="0" algn="ctr" defTabSz="977900">
            <a:lnSpc>
              <a:spcPct val="90000"/>
            </a:lnSpc>
            <a:spcBef>
              <a:spcPct val="0"/>
            </a:spcBef>
            <a:spcAft>
              <a:spcPct val="35000"/>
            </a:spcAft>
          </a:pPr>
          <a:r>
            <a:rPr lang="en-US" sz="2200" kern="1200" dirty="0" smtClean="0"/>
            <a:t>Identify the activity and scientific terms in the lesson</a:t>
          </a:r>
          <a:endParaRPr lang="en-US" sz="2200" kern="1200" dirty="0"/>
        </a:p>
      </dsp:txBody>
      <dsp:txXfrm>
        <a:off x="5789493" y="1077894"/>
        <a:ext cx="5789493" cy="91627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2F731D-2528-4CB3-9150-CD6BB5DF41C6}">
      <dsp:nvSpPr>
        <dsp:cNvPr id="0" name=""/>
        <dsp:cNvSpPr/>
      </dsp:nvSpPr>
      <dsp:spPr>
        <a:xfrm>
          <a:off x="0" y="0"/>
          <a:ext cx="9668019" cy="120603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kern="1200" dirty="0" smtClean="0"/>
            <a:t>Reading book</a:t>
          </a:r>
          <a:endParaRPr lang="en-US" sz="2600" kern="1200" dirty="0"/>
        </a:p>
        <a:p>
          <a:pPr marL="228600" lvl="1" indent="-228600" algn="l" defTabSz="889000">
            <a:lnSpc>
              <a:spcPct val="90000"/>
            </a:lnSpc>
            <a:spcBef>
              <a:spcPct val="0"/>
            </a:spcBef>
            <a:spcAft>
              <a:spcPct val="15000"/>
            </a:spcAft>
            <a:buChar char="••"/>
          </a:pPr>
          <a:r>
            <a:rPr lang="en-US" sz="2000" kern="1200" dirty="0" smtClean="0"/>
            <a:t>For example: Students read and describe </a:t>
          </a:r>
          <a:r>
            <a:rPr lang="en-US" sz="2000" b="0" i="0" u="none" kern="1200" dirty="0" smtClean="0"/>
            <a:t>the functions of  Monitor, CPU, Keyboard.</a:t>
          </a:r>
          <a:endParaRPr lang="en-US" sz="2000" kern="1200" dirty="0"/>
        </a:p>
      </dsp:txBody>
      <dsp:txXfrm>
        <a:off x="2054207" y="0"/>
        <a:ext cx="7613811" cy="1206039"/>
      </dsp:txXfrm>
    </dsp:sp>
    <dsp:sp modelId="{76BA0C14-3896-459B-AEA7-DF236089A1AF}">
      <dsp:nvSpPr>
        <dsp:cNvPr id="0" name=""/>
        <dsp:cNvSpPr/>
      </dsp:nvSpPr>
      <dsp:spPr>
        <a:xfrm>
          <a:off x="120603" y="120603"/>
          <a:ext cx="1933603" cy="964831"/>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29000" b="-2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C9C7D98-9886-401C-93FD-35269E99C698}">
      <dsp:nvSpPr>
        <dsp:cNvPr id="0" name=""/>
        <dsp:cNvSpPr/>
      </dsp:nvSpPr>
      <dsp:spPr>
        <a:xfrm>
          <a:off x="0" y="1326643"/>
          <a:ext cx="9668019" cy="1206039"/>
        </a:xfrm>
        <a:prstGeom prst="roundRect">
          <a:avLst>
            <a:gd name="adj" fmla="val 10000"/>
          </a:avLst>
        </a:prstGeom>
        <a:solidFill>
          <a:schemeClr val="accent2">
            <a:hueOff val="3800067"/>
            <a:satOff val="16668"/>
            <a:lumOff val="-522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kern="1200" dirty="0" smtClean="0"/>
            <a:t>Project</a:t>
          </a:r>
          <a:endParaRPr lang="en-US" sz="2600" kern="1200" dirty="0"/>
        </a:p>
        <a:p>
          <a:pPr marL="228600" lvl="1" indent="-228600" algn="l" defTabSz="889000">
            <a:lnSpc>
              <a:spcPct val="90000"/>
            </a:lnSpc>
            <a:spcBef>
              <a:spcPct val="0"/>
            </a:spcBef>
            <a:spcAft>
              <a:spcPct val="15000"/>
            </a:spcAft>
            <a:buChar char="••"/>
          </a:pPr>
          <a:r>
            <a:rPr lang="en-US" sz="2000" kern="1200" dirty="0" smtClean="0"/>
            <a:t>For example: Students create a web page.</a:t>
          </a:r>
          <a:endParaRPr lang="en-US" sz="2000" kern="1200" dirty="0"/>
        </a:p>
      </dsp:txBody>
      <dsp:txXfrm>
        <a:off x="2054207" y="1326643"/>
        <a:ext cx="7613811" cy="1206039"/>
      </dsp:txXfrm>
    </dsp:sp>
    <dsp:sp modelId="{8626ADBE-D49B-47BA-AD98-207841DDB9FE}">
      <dsp:nvSpPr>
        <dsp:cNvPr id="0" name=""/>
        <dsp:cNvSpPr/>
      </dsp:nvSpPr>
      <dsp:spPr>
        <a:xfrm>
          <a:off x="120603" y="1447247"/>
          <a:ext cx="1933603" cy="964831"/>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27000" b="-2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A5E522-29FE-4F2F-B1D2-58CD4B626B5B}">
      <dsp:nvSpPr>
        <dsp:cNvPr id="0" name=""/>
        <dsp:cNvSpPr/>
      </dsp:nvSpPr>
      <dsp:spPr>
        <a:xfrm>
          <a:off x="0" y="2653287"/>
          <a:ext cx="9668019" cy="1206039"/>
        </a:xfrm>
        <a:prstGeom prst="roundRect">
          <a:avLst>
            <a:gd name="adj" fmla="val 10000"/>
          </a:avLst>
        </a:prstGeom>
        <a:solidFill>
          <a:schemeClr val="accent2">
            <a:hueOff val="7600134"/>
            <a:satOff val="33335"/>
            <a:lumOff val="-10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kern="1200" dirty="0" smtClean="0"/>
            <a:t>Practice</a:t>
          </a:r>
          <a:endParaRPr lang="en-US" sz="2600" kern="1200" dirty="0"/>
        </a:p>
        <a:p>
          <a:pPr marL="228600" lvl="1" indent="-228600" algn="l" defTabSz="889000">
            <a:lnSpc>
              <a:spcPct val="90000"/>
            </a:lnSpc>
            <a:spcBef>
              <a:spcPct val="0"/>
            </a:spcBef>
            <a:spcAft>
              <a:spcPct val="15000"/>
            </a:spcAft>
            <a:buChar char="••"/>
          </a:pPr>
          <a:r>
            <a:rPr lang="en-US" sz="2000" kern="1200" dirty="0" smtClean="0"/>
            <a:t>For example: Students create a list of grocery items</a:t>
          </a:r>
          <a:endParaRPr lang="en-US" sz="2000" kern="1200" dirty="0"/>
        </a:p>
      </dsp:txBody>
      <dsp:txXfrm>
        <a:off x="2054207" y="2653287"/>
        <a:ext cx="7613811" cy="1206039"/>
      </dsp:txXfrm>
    </dsp:sp>
    <dsp:sp modelId="{0921888A-F6B9-4180-83F6-A72C7F4012FF}">
      <dsp:nvSpPr>
        <dsp:cNvPr id="0" name=""/>
        <dsp:cNvSpPr/>
      </dsp:nvSpPr>
      <dsp:spPr>
        <a:xfrm>
          <a:off x="120603" y="2773891"/>
          <a:ext cx="1933603" cy="964831"/>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35000" r="-3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70F63A6-BFCD-4B85-BE8B-62CC106A01AA}">
      <dsp:nvSpPr>
        <dsp:cNvPr id="0" name=""/>
        <dsp:cNvSpPr/>
      </dsp:nvSpPr>
      <dsp:spPr>
        <a:xfrm>
          <a:off x="0" y="3979931"/>
          <a:ext cx="9668019" cy="1206039"/>
        </a:xfrm>
        <a:prstGeom prst="roundRect">
          <a:avLst>
            <a:gd name="adj" fmla="val 10000"/>
          </a:avLst>
        </a:prstGeom>
        <a:solidFill>
          <a:schemeClr val="accent2">
            <a:hueOff val="11400201"/>
            <a:satOff val="50003"/>
            <a:lumOff val="-1568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kern="1200" dirty="0" smtClean="0"/>
            <a:t>Research</a:t>
          </a:r>
          <a:endParaRPr lang="en-US" sz="2600" kern="1200" dirty="0"/>
        </a:p>
        <a:p>
          <a:pPr marL="228600" lvl="1" indent="-228600" algn="l" defTabSz="889000">
            <a:lnSpc>
              <a:spcPct val="90000"/>
            </a:lnSpc>
            <a:spcBef>
              <a:spcPct val="0"/>
            </a:spcBef>
            <a:spcAft>
              <a:spcPct val="15000"/>
            </a:spcAft>
            <a:buChar char="••"/>
          </a:pPr>
          <a:r>
            <a:rPr lang="en-US" sz="2000" kern="1200" dirty="0" smtClean="0"/>
            <a:t>For example: Students search information about Microsoft Office.</a:t>
          </a:r>
          <a:endParaRPr lang="en-US" sz="2000" kern="1200" dirty="0"/>
        </a:p>
      </dsp:txBody>
      <dsp:txXfrm>
        <a:off x="2054207" y="3979931"/>
        <a:ext cx="7613811" cy="1206039"/>
      </dsp:txXfrm>
    </dsp:sp>
    <dsp:sp modelId="{D7B65D7F-81EC-45AB-9841-4E2E8025EC0B}">
      <dsp:nvSpPr>
        <dsp:cNvPr id="0" name=""/>
        <dsp:cNvSpPr/>
      </dsp:nvSpPr>
      <dsp:spPr>
        <a:xfrm>
          <a:off x="120603" y="4100535"/>
          <a:ext cx="1933603" cy="964831"/>
        </a:xfrm>
        <a:prstGeom prst="roundRect">
          <a:avLst>
            <a:gd name="adj" fmla="val 10000"/>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t="-56000" b="-56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9pPr>
          </a:lstStyle>
          <a:p>
            <a:endParaRPr/>
          </a:p>
        </p:txBody>
      </p:sp>
      <p:sp>
        <p:nvSpPr>
          <p:cNvPr id="4" name="Google Shape;4;n"/>
          <p:cNvSpPr txBox="1">
            <a:spLocks noGrp="1"/>
          </p:cNvSpPr>
          <p:nvPr>
            <p:ph type="dt" idx="10"/>
          </p:nvPr>
        </p:nvSpPr>
        <p:spPr>
          <a:xfrm>
            <a:off x="3884612" y="0"/>
            <a:ext cx="2971800" cy="458787"/>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rgbClr val="000000"/>
                </a:solidFill>
                <a:latin typeface="Gill Sans"/>
                <a:ea typeface="Gill Sans"/>
                <a:cs typeface="Gill Sans"/>
                <a:sym typeface="Gill Sans"/>
              </a:defRPr>
            </a:lvl9pPr>
          </a:lstStyle>
          <a:p>
            <a:endParaRPr/>
          </a:p>
        </p:txBody>
      </p:sp>
      <p:sp>
        <p:nvSpPr>
          <p:cNvPr id="8" name="Google Shape;8;n"/>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extLst>
      <p:ext uri="{BB962C8B-B14F-4D97-AF65-F5344CB8AC3E}">
        <p14:creationId xmlns:p14="http://schemas.microsoft.com/office/powerpoint/2010/main" val="25764035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1102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11" name="Google Shape;21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2" name="Google Shape;212;p4: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22" name="Google Shape;22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This curriculum covers six main areas called ‘strands’ that work together so that you can teach science holistically:</a:t>
            </a:r>
            <a:endParaRPr/>
          </a:p>
          <a:p>
            <a:pPr marL="0" lvl="0" indent="0" algn="l" rtl="0">
              <a:spcBef>
                <a:spcPts val="0"/>
              </a:spcBef>
              <a:spcAft>
                <a:spcPts val="0"/>
              </a:spcAft>
              <a:buSzPts val="1800"/>
              <a:buNone/>
            </a:pPr>
            <a:r>
              <a:rPr lang="en-US"/>
              <a:t>Biology – living things and how they interact.</a:t>
            </a:r>
            <a:endParaRPr/>
          </a:p>
          <a:p>
            <a:pPr marL="0" lvl="0" indent="0" algn="l" rtl="0">
              <a:spcBef>
                <a:spcPts val="0"/>
              </a:spcBef>
              <a:spcAft>
                <a:spcPts val="0"/>
              </a:spcAft>
              <a:buSzPts val="1800"/>
              <a:buNone/>
            </a:pPr>
            <a:r>
              <a:rPr lang="en-US"/>
              <a:t>Chemistry – the study of matter.</a:t>
            </a:r>
            <a:endParaRPr/>
          </a:p>
          <a:p>
            <a:pPr marL="0" lvl="0" indent="0" algn="l" rtl="0">
              <a:spcBef>
                <a:spcPts val="0"/>
              </a:spcBef>
              <a:spcAft>
                <a:spcPts val="0"/>
              </a:spcAft>
              <a:buSzPts val="1800"/>
              <a:buNone/>
            </a:pPr>
            <a:r>
              <a:rPr lang="en-US"/>
              <a:t>Physics – the interaction of matter and energy.</a:t>
            </a:r>
            <a:endParaRPr/>
          </a:p>
          <a:p>
            <a:pPr marL="0" lvl="0" indent="0" algn="l" rtl="0">
              <a:spcBef>
                <a:spcPts val="0"/>
              </a:spcBef>
              <a:spcAft>
                <a:spcPts val="0"/>
              </a:spcAft>
              <a:buSzPts val="1800"/>
              <a:buNone/>
            </a:pPr>
            <a:r>
              <a:rPr lang="en-US"/>
              <a:t>Earth and Space – planet Earth, the wider Solar System and beyond.</a:t>
            </a:r>
            <a:endParaRPr/>
          </a:p>
          <a:p>
            <a:pPr marL="0" lvl="0" indent="0" algn="l" rtl="0">
              <a:spcBef>
                <a:spcPts val="0"/>
              </a:spcBef>
              <a:spcAft>
                <a:spcPts val="0"/>
              </a:spcAft>
              <a:buSzPts val="1800"/>
              <a:buNone/>
            </a:pPr>
            <a:r>
              <a:rPr lang="en-US"/>
              <a:t>Thinking and Working Scientifically – develops understanding and skills of scientific models and representations, scientific enquiry and practical work.</a:t>
            </a:r>
            <a:endParaRPr/>
          </a:p>
          <a:p>
            <a:pPr marL="0" lvl="0" indent="0" algn="l" rtl="0">
              <a:spcBef>
                <a:spcPts val="0"/>
              </a:spcBef>
              <a:spcAft>
                <a:spcPts val="0"/>
              </a:spcAft>
              <a:buSzPts val="1800"/>
              <a:buNone/>
            </a:pPr>
            <a:r>
              <a:rPr lang="en-US"/>
              <a:t>Science in Context – helps teachers demonstrate the relevance of science to learners and unique to our science curriculum.</a:t>
            </a:r>
            <a:endParaRPr/>
          </a:p>
          <a:p>
            <a:pPr marL="0" lvl="0" indent="0" algn="l" rtl="0">
              <a:spcBef>
                <a:spcPts val="0"/>
              </a:spcBef>
              <a:spcAft>
                <a:spcPts val="0"/>
              </a:spcAft>
              <a:buNone/>
            </a:pPr>
            <a:endParaRPr/>
          </a:p>
        </p:txBody>
      </p:sp>
      <p:sp>
        <p:nvSpPr>
          <p:cNvPr id="223" name="Google Shape;223;p5: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9183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smtClean="0"/>
              <a:t>Thông qua các hoạt động học, học sinh nhận biết được động vật và thực vật trong cuộc sống, phân biệt được chúng với các vật không có sự sống, học sinh học và thực hành được các từ vựng liên quan tới chủ để, ,  rèn luyện kĩ năng quan sát, thu thập, lưu trữ và phân tích dữ liệu. Kĩ năng chia sẻ thông tin và kĩ năng lắng nghe.</a:t>
            </a:r>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09548FF8-309A-458F-92CC-E049FF926758}" type="slidenum">
              <a:rPr lang="en-US" altLang="en-US">
                <a:latin typeface="Calibri" panose="020F0502020204030204" pitchFamily="34" charset="0"/>
              </a:rPr>
              <a:pPr/>
              <a:t>14</a:t>
            </a:fld>
            <a:endParaRPr lang="en-US" altLang="en-US">
              <a:latin typeface="Calibri" panose="020F0502020204030204" pitchFamily="34" charset="0"/>
            </a:endParaRPr>
          </a:p>
        </p:txBody>
      </p:sp>
    </p:spTree>
    <p:extLst>
      <p:ext uri="{BB962C8B-B14F-4D97-AF65-F5344CB8AC3E}">
        <p14:creationId xmlns:p14="http://schemas.microsoft.com/office/powerpoint/2010/main" val="990248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27374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19"/>
          <p:cNvSpPr txBox="1">
            <a:spLocks noGrp="1"/>
          </p:cNvSpPr>
          <p:nvPr>
            <p:ph type="ctrTitle"/>
          </p:nvPr>
        </p:nvSpPr>
        <p:spPr>
          <a:xfrm>
            <a:off x="1777464" y="802298"/>
            <a:ext cx="8637073" cy="2541431"/>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SzPts val="1400"/>
              <a:buNone/>
              <a:defRPr sz="6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0" name="Google Shape;20;p19"/>
          <p:cNvSpPr txBox="1">
            <a:spLocks noGrp="1"/>
          </p:cNvSpPr>
          <p:nvPr>
            <p:ph type="subTitle" idx="1"/>
          </p:nvPr>
        </p:nvSpPr>
        <p:spPr>
          <a:xfrm>
            <a:off x="1777464" y="3531204"/>
            <a:ext cx="8637072" cy="977621"/>
          </a:xfrm>
          <a:prstGeom prst="rect">
            <a:avLst/>
          </a:prstGeom>
          <a:noFill/>
          <a:ln>
            <a:noFill/>
          </a:ln>
        </p:spPr>
        <p:txBody>
          <a:bodyPr spcFirstLastPara="1" wrap="square" lIns="91425" tIns="91425" rIns="91425" bIns="91425" anchor="t" anchorCtr="0">
            <a:normAutofit/>
          </a:bodyPr>
          <a:lstStyle>
            <a:lvl1pPr lvl="0" algn="l">
              <a:lnSpc>
                <a:spcPct val="120000"/>
              </a:lnSpc>
              <a:spcBef>
                <a:spcPts val="1000"/>
              </a:spcBef>
              <a:spcAft>
                <a:spcPts val="0"/>
              </a:spcAft>
              <a:buSzPts val="1800"/>
              <a:buNone/>
              <a:defRPr sz="1800" b="0" cap="none">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a:endParaRPr/>
          </a:p>
        </p:txBody>
      </p:sp>
      <p:sp>
        <p:nvSpPr>
          <p:cNvPr id="21" name="Google Shape;21;p19"/>
          <p:cNvSpPr txBox="1">
            <a:spLocks noGrp="1"/>
          </p:cNvSpPr>
          <p:nvPr>
            <p:ph type="dt" idx="10"/>
          </p:nvPr>
        </p:nvSpPr>
        <p:spPr>
          <a:xfrm>
            <a:off x="6913562" y="6370637"/>
            <a:ext cx="3500437" cy="30956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9"/>
          <p:cNvSpPr txBox="1">
            <a:spLocks noGrp="1"/>
          </p:cNvSpPr>
          <p:nvPr>
            <p:ph type="ftr" idx="11"/>
          </p:nvPr>
        </p:nvSpPr>
        <p:spPr>
          <a:xfrm>
            <a:off x="1778000" y="6370637"/>
            <a:ext cx="4973637" cy="3095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2"/>
        <p:cNvGrpSpPr/>
        <p:nvPr/>
      </p:nvGrpSpPr>
      <p:grpSpPr>
        <a:xfrm>
          <a:off x="0" y="0"/>
          <a:ext cx="0" cy="0"/>
          <a:chOff x="0" y="0"/>
          <a:chExt cx="0" cy="0"/>
        </a:xfrm>
      </p:grpSpPr>
      <p:sp>
        <p:nvSpPr>
          <p:cNvPr id="33" name="Google Shape;33;p21"/>
          <p:cNvSpPr txBox="1">
            <a:spLocks noGrp="1"/>
          </p:cNvSpPr>
          <p:nvPr>
            <p:ph type="body" idx="1"/>
          </p:nvPr>
        </p:nvSpPr>
        <p:spPr>
          <a:xfrm>
            <a:off x="1293812" y="2016125"/>
            <a:ext cx="9604375" cy="3449637"/>
          </a:xfrm>
          <a:prstGeom prst="rect">
            <a:avLst/>
          </a:prstGeom>
          <a:noFill/>
          <a:ln>
            <a:noFill/>
          </a:ln>
        </p:spPr>
        <p:txBody>
          <a:bodyPr spcFirstLastPara="1" wrap="square" lIns="91425" tIns="45700" rIns="91425" bIns="45700" anchor="t" anchorCtr="0">
            <a:no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34" name="Google Shape;34;p21"/>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21"/>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1"/>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46"/>
        <p:cNvGrpSpPr/>
        <p:nvPr/>
      </p:nvGrpSpPr>
      <p:grpSpPr>
        <a:xfrm>
          <a:off x="0" y="0"/>
          <a:ext cx="0" cy="0"/>
          <a:chOff x="0" y="0"/>
          <a:chExt cx="0" cy="0"/>
        </a:xfrm>
      </p:grpSpPr>
      <p:sp>
        <p:nvSpPr>
          <p:cNvPr id="47" name="Google Shape;47;p23"/>
          <p:cNvSpPr txBox="1">
            <a:spLocks noGrp="1"/>
          </p:cNvSpPr>
          <p:nvPr>
            <p:ph type="body" idx="1"/>
          </p:nvPr>
        </p:nvSpPr>
        <p:spPr>
          <a:xfrm>
            <a:off x="5095246" y="1645522"/>
            <a:ext cx="5807176" cy="3840852"/>
          </a:xfrm>
          <a:prstGeom prst="rect">
            <a:avLst/>
          </a:prstGeom>
          <a:noFill/>
          <a:ln>
            <a:noFill/>
          </a:ln>
        </p:spPr>
        <p:txBody>
          <a:bodyPr spcFirstLastPara="1" wrap="square" lIns="91425" tIns="45700" rIns="91425" bIns="45700" anchor="ctr" anchorCtr="0">
            <a:no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48" name="Google Shape;48;p23"/>
          <p:cNvSpPr txBox="1">
            <a:spLocks noGrp="1"/>
          </p:cNvSpPr>
          <p:nvPr>
            <p:ph type="body" idx="2"/>
          </p:nvPr>
        </p:nvSpPr>
        <p:spPr>
          <a:xfrm>
            <a:off x="1290909" y="1645522"/>
            <a:ext cx="3600000" cy="3836725"/>
          </a:xfrm>
          <a:prstGeom prst="rect">
            <a:avLst/>
          </a:prstGeom>
          <a:noFill/>
          <a:ln>
            <a:noFill/>
          </a:ln>
        </p:spPr>
        <p:txBody>
          <a:bodyPr spcFirstLastPara="1" wrap="square" lIns="91425" tIns="45700" rIns="91425" bIns="45700" anchor="t" anchorCtr="0">
            <a:noAutofit/>
          </a:bodyPr>
          <a:lstStyle>
            <a:lvl1pPr marL="457200" lvl="0" indent="-228600" algn="l">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49" name="Google Shape;49;p23"/>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0" name="Google Shape;50;p23"/>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3"/>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9"/>
        <p:cNvGrpSpPr/>
        <p:nvPr/>
      </p:nvGrpSpPr>
      <p:grpSpPr>
        <a:xfrm>
          <a:off x="0" y="0"/>
          <a:ext cx="0" cy="0"/>
          <a:chOff x="0" y="0"/>
          <a:chExt cx="0" cy="0"/>
        </a:xfrm>
      </p:grpSpPr>
      <p:sp>
        <p:nvSpPr>
          <p:cNvPr id="70" name="Google Shape;70;p26"/>
          <p:cNvSpPr txBox="1">
            <a:spLocks noGrp="1"/>
          </p:cNvSpPr>
          <p:nvPr>
            <p:ph type="title"/>
          </p:nvPr>
        </p:nvSpPr>
        <p:spPr>
          <a:xfrm>
            <a:off x="1774423" y="1756130"/>
            <a:ext cx="8643154" cy="18879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1" name="Google Shape;71;p26"/>
          <p:cNvSpPr txBox="1">
            <a:spLocks noGrp="1"/>
          </p:cNvSpPr>
          <p:nvPr>
            <p:ph type="body" idx="1"/>
          </p:nvPr>
        </p:nvSpPr>
        <p:spPr>
          <a:xfrm>
            <a:off x="1780777" y="3806195"/>
            <a:ext cx="8630446" cy="1012929"/>
          </a:xfrm>
          <a:prstGeom prst="rect">
            <a:avLst/>
          </a:prstGeom>
          <a:noFill/>
          <a:ln>
            <a:noFill/>
          </a:ln>
        </p:spPr>
        <p:txBody>
          <a:bodyPr spcFirstLastPara="1" wrap="square" lIns="91425" tIns="91425" rIns="91425" bIns="45700" anchor="t" anchorCtr="0">
            <a:normAutofit/>
          </a:bodyPr>
          <a:lstStyle>
            <a:lvl1pPr marL="457200" lvl="0" indent="-228600" algn="l">
              <a:lnSpc>
                <a:spcPct val="120000"/>
              </a:lnSpc>
              <a:spcBef>
                <a:spcPts val="1000"/>
              </a:spcBef>
              <a:spcAft>
                <a:spcPts val="0"/>
              </a:spcAft>
              <a:buSzPts val="1800"/>
              <a:buNone/>
              <a:defRPr sz="1800">
                <a:solidFill>
                  <a:schemeClr val="dk1"/>
                </a:solidFill>
              </a:defRPr>
            </a:lvl1pPr>
            <a:lvl2pPr marL="914400" lvl="1" indent="-228600" algn="l">
              <a:lnSpc>
                <a:spcPct val="120000"/>
              </a:lnSpc>
              <a:spcBef>
                <a:spcPts val="500"/>
              </a:spcBef>
              <a:spcAft>
                <a:spcPts val="0"/>
              </a:spcAft>
              <a:buSzPts val="1800"/>
              <a:buNone/>
              <a:defRPr sz="1800">
                <a:solidFill>
                  <a:srgbClr val="888888"/>
                </a:solidFill>
              </a:defRPr>
            </a:lvl2pPr>
            <a:lvl3pPr marL="1371600" lvl="2" indent="-228600" algn="l">
              <a:lnSpc>
                <a:spcPct val="120000"/>
              </a:lnSpc>
              <a:spcBef>
                <a:spcPts val="500"/>
              </a:spcBef>
              <a:spcAft>
                <a:spcPts val="0"/>
              </a:spcAft>
              <a:buSzPts val="1800"/>
              <a:buNone/>
              <a:defRPr sz="1800">
                <a:solidFill>
                  <a:srgbClr val="888888"/>
                </a:solidFill>
              </a:defRPr>
            </a:lvl3pPr>
            <a:lvl4pPr marL="1828800" lvl="3" indent="-228600" algn="l">
              <a:lnSpc>
                <a:spcPct val="120000"/>
              </a:lnSpc>
              <a:spcBef>
                <a:spcPts val="500"/>
              </a:spcBef>
              <a:spcAft>
                <a:spcPts val="0"/>
              </a:spcAft>
              <a:buSzPts val="1600"/>
              <a:buNone/>
              <a:defRPr sz="1600">
                <a:solidFill>
                  <a:srgbClr val="888888"/>
                </a:solidFill>
              </a:defRPr>
            </a:lvl4pPr>
            <a:lvl5pPr marL="2286000" lvl="4" indent="-228600" algn="l">
              <a:lnSpc>
                <a:spcPct val="120000"/>
              </a:lnSpc>
              <a:spcBef>
                <a:spcPts val="500"/>
              </a:spcBef>
              <a:spcAft>
                <a:spcPts val="0"/>
              </a:spcAft>
              <a:buSzPts val="1600"/>
              <a:buNone/>
              <a:defRPr sz="1600">
                <a:solidFill>
                  <a:srgbClr val="888888"/>
                </a:solidFill>
              </a:defRPr>
            </a:lvl5pPr>
            <a:lvl6pPr marL="2743200" lvl="5" indent="-228600" algn="l">
              <a:lnSpc>
                <a:spcPct val="120000"/>
              </a:lnSpc>
              <a:spcBef>
                <a:spcPts val="500"/>
              </a:spcBef>
              <a:spcAft>
                <a:spcPts val="0"/>
              </a:spcAft>
              <a:buSzPts val="1600"/>
              <a:buNone/>
              <a:defRPr sz="1600">
                <a:solidFill>
                  <a:srgbClr val="888888"/>
                </a:solidFill>
              </a:defRPr>
            </a:lvl6pPr>
            <a:lvl7pPr marL="3200400" lvl="6" indent="-228600" algn="l">
              <a:lnSpc>
                <a:spcPct val="120000"/>
              </a:lnSpc>
              <a:spcBef>
                <a:spcPts val="500"/>
              </a:spcBef>
              <a:spcAft>
                <a:spcPts val="0"/>
              </a:spcAft>
              <a:buSzPts val="1600"/>
              <a:buNone/>
              <a:defRPr sz="1600">
                <a:solidFill>
                  <a:srgbClr val="888888"/>
                </a:solidFill>
              </a:defRPr>
            </a:lvl7pPr>
            <a:lvl8pPr marL="3657600" lvl="7" indent="-228600" algn="l">
              <a:lnSpc>
                <a:spcPct val="120000"/>
              </a:lnSpc>
              <a:spcBef>
                <a:spcPts val="500"/>
              </a:spcBef>
              <a:spcAft>
                <a:spcPts val="0"/>
              </a:spcAft>
              <a:buSzPts val="1600"/>
              <a:buNone/>
              <a:defRPr sz="1600">
                <a:solidFill>
                  <a:srgbClr val="888888"/>
                </a:solidFill>
              </a:defRPr>
            </a:lvl8pPr>
            <a:lvl9pPr marL="4114800" lvl="8" indent="-228600" algn="l">
              <a:lnSpc>
                <a:spcPct val="120000"/>
              </a:lnSpc>
              <a:spcBef>
                <a:spcPts val="500"/>
              </a:spcBef>
              <a:spcAft>
                <a:spcPts val="0"/>
              </a:spcAft>
              <a:buSzPts val="1600"/>
              <a:buNone/>
              <a:defRPr sz="1600">
                <a:solidFill>
                  <a:srgbClr val="888888"/>
                </a:solidFill>
              </a:defRPr>
            </a:lvl9pPr>
          </a:lstStyle>
          <a:p>
            <a:endParaRPr/>
          </a:p>
        </p:txBody>
      </p:sp>
      <p:sp>
        <p:nvSpPr>
          <p:cNvPr id="72" name="Google Shape;72;p26"/>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6"/>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83"/>
        <p:cNvGrpSpPr/>
        <p:nvPr/>
      </p:nvGrpSpPr>
      <p:grpSpPr>
        <a:xfrm>
          <a:off x="0" y="0"/>
          <a:ext cx="0" cy="0"/>
          <a:chOff x="0" y="0"/>
          <a:chExt cx="0" cy="0"/>
        </a:xfrm>
      </p:grpSpPr>
      <p:sp>
        <p:nvSpPr>
          <p:cNvPr id="84" name="Google Shape;84;p28"/>
          <p:cNvSpPr txBox="1">
            <a:spLocks noGrp="1"/>
          </p:cNvSpPr>
          <p:nvPr>
            <p:ph type="body" idx="1"/>
          </p:nvPr>
        </p:nvSpPr>
        <p:spPr>
          <a:xfrm>
            <a:off x="1292239" y="2161853"/>
            <a:ext cx="4645152" cy="3448595"/>
          </a:xfrm>
          <a:prstGeom prst="rect">
            <a:avLst/>
          </a:prstGeom>
          <a:noFill/>
          <a:ln>
            <a:noFill/>
          </a:ln>
        </p:spPr>
        <p:txBody>
          <a:bodyPr spcFirstLastPara="1" wrap="square" lIns="91425" tIns="45700" rIns="91425" bIns="45700" anchor="t" anchorCtr="0">
            <a:no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85" name="Google Shape;85;p28"/>
          <p:cNvSpPr txBox="1">
            <a:spLocks noGrp="1"/>
          </p:cNvSpPr>
          <p:nvPr>
            <p:ph type="body" idx="2"/>
          </p:nvPr>
        </p:nvSpPr>
        <p:spPr>
          <a:xfrm>
            <a:off x="6258679" y="2168318"/>
            <a:ext cx="4645152" cy="3441520"/>
          </a:xfrm>
          <a:prstGeom prst="rect">
            <a:avLst/>
          </a:prstGeom>
          <a:noFill/>
          <a:ln>
            <a:noFill/>
          </a:ln>
        </p:spPr>
        <p:txBody>
          <a:bodyPr spcFirstLastPara="1" wrap="square" lIns="91425" tIns="45700" rIns="91425" bIns="45700" anchor="t" anchorCtr="0">
            <a:no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86" name="Google Shape;86;p28"/>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7" name="Google Shape;87;p28"/>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8"/>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98"/>
        <p:cNvGrpSpPr/>
        <p:nvPr/>
      </p:nvGrpSpPr>
      <p:grpSpPr>
        <a:xfrm>
          <a:off x="0" y="0"/>
          <a:ext cx="0" cy="0"/>
          <a:chOff x="0" y="0"/>
          <a:chExt cx="0" cy="0"/>
        </a:xfrm>
      </p:grpSpPr>
      <p:sp>
        <p:nvSpPr>
          <p:cNvPr id="99" name="Google Shape;99;p30"/>
          <p:cNvSpPr txBox="1">
            <a:spLocks noGrp="1"/>
          </p:cNvSpPr>
          <p:nvPr>
            <p:ph type="body" idx="1"/>
          </p:nvPr>
        </p:nvSpPr>
        <p:spPr>
          <a:xfrm>
            <a:off x="1287315" y="1950795"/>
            <a:ext cx="4645152" cy="801943"/>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2200"/>
              <a:buNone/>
              <a:defRPr sz="2200" b="0" cap="none">
                <a:solidFill>
                  <a:schemeClr val="accent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100" name="Google Shape;100;p30"/>
          <p:cNvSpPr txBox="1">
            <a:spLocks noGrp="1"/>
          </p:cNvSpPr>
          <p:nvPr>
            <p:ph type="body" idx="2"/>
          </p:nvPr>
        </p:nvSpPr>
        <p:spPr>
          <a:xfrm>
            <a:off x="1287315" y="2755515"/>
            <a:ext cx="4645152" cy="2644457"/>
          </a:xfrm>
          <a:prstGeom prst="rect">
            <a:avLst/>
          </a:prstGeom>
          <a:noFill/>
          <a:ln>
            <a:noFill/>
          </a:ln>
        </p:spPr>
        <p:txBody>
          <a:bodyPr spcFirstLastPara="1" wrap="square" lIns="91425" tIns="45700" rIns="91425" bIns="45700" anchor="t" anchorCtr="0">
            <a:no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101" name="Google Shape;101;p30"/>
          <p:cNvSpPr txBox="1">
            <a:spLocks noGrp="1"/>
          </p:cNvSpPr>
          <p:nvPr>
            <p:ph type="body" idx="3"/>
          </p:nvPr>
        </p:nvSpPr>
        <p:spPr>
          <a:xfrm>
            <a:off x="6252486" y="1954249"/>
            <a:ext cx="4645152" cy="80223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2200"/>
              <a:buNone/>
              <a:defRPr sz="2200" b="0" cap="none">
                <a:solidFill>
                  <a:schemeClr val="accent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102" name="Google Shape;102;p30"/>
          <p:cNvSpPr txBox="1">
            <a:spLocks noGrp="1"/>
          </p:cNvSpPr>
          <p:nvPr>
            <p:ph type="body" idx="4"/>
          </p:nvPr>
        </p:nvSpPr>
        <p:spPr>
          <a:xfrm>
            <a:off x="6252486" y="2752737"/>
            <a:ext cx="4645152" cy="2637371"/>
          </a:xfrm>
          <a:prstGeom prst="rect">
            <a:avLst/>
          </a:prstGeom>
          <a:noFill/>
          <a:ln>
            <a:noFill/>
          </a:ln>
        </p:spPr>
        <p:txBody>
          <a:bodyPr spcFirstLastPara="1" wrap="square" lIns="91425" tIns="45700" rIns="91425" bIns="45700" anchor="t" anchorCtr="0">
            <a:no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103" name="Google Shape;103;p30"/>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4" name="Google Shape;104;p30"/>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30"/>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5"/>
        <p:cNvGrpSpPr/>
        <p:nvPr/>
      </p:nvGrpSpPr>
      <p:grpSpPr>
        <a:xfrm>
          <a:off x="0" y="0"/>
          <a:ext cx="0" cy="0"/>
          <a:chOff x="0" y="0"/>
          <a:chExt cx="0" cy="0"/>
        </a:xfrm>
      </p:grpSpPr>
      <p:sp>
        <p:nvSpPr>
          <p:cNvPr id="116" name="Google Shape;116;p32"/>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7" name="Google Shape;117;p32"/>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32"/>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128"/>
        <p:cNvGrpSpPr/>
        <p:nvPr/>
      </p:nvGrpSpPr>
      <p:grpSpPr>
        <a:xfrm>
          <a:off x="0" y="0"/>
          <a:ext cx="0" cy="0"/>
          <a:chOff x="0" y="0"/>
          <a:chExt cx="0" cy="0"/>
        </a:xfrm>
      </p:grpSpPr>
      <p:sp>
        <p:nvSpPr>
          <p:cNvPr id="129" name="Google Shape;129;p34"/>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0" name="Google Shape;130;p34"/>
          <p:cNvSpPr txBox="1">
            <a:spLocks noGrp="1"/>
          </p:cNvSpPr>
          <p:nvPr>
            <p:ph type="body" idx="1"/>
          </p:nvPr>
        </p:nvSpPr>
        <p:spPr>
          <a:xfrm>
            <a:off x="1694656" y="1865037"/>
            <a:ext cx="8802688" cy="3127927"/>
          </a:xfrm>
          <a:prstGeom prst="rect">
            <a:avLst/>
          </a:prstGeom>
          <a:noFill/>
          <a:ln>
            <a:noFill/>
          </a:ln>
        </p:spPr>
        <p:txBody>
          <a:bodyPr spcFirstLastPara="1" wrap="square" lIns="91425" tIns="45700" rIns="91425" bIns="45700" anchor="ctr" anchorCtr="0">
            <a:normAutofit/>
          </a:bodyPr>
          <a:lstStyle>
            <a:lvl1pPr marL="457200" lvl="0" indent="-228600" algn="ctr">
              <a:lnSpc>
                <a:spcPct val="120000"/>
              </a:lnSpc>
              <a:spcBef>
                <a:spcPts val="1000"/>
              </a:spcBef>
              <a:spcAft>
                <a:spcPts val="0"/>
              </a:spcAft>
              <a:buSzPts val="6000"/>
              <a:buNone/>
              <a:defRPr sz="6000"/>
            </a:lvl1pPr>
            <a:lvl2pPr marL="914400" lvl="1" indent="-228600" algn="l">
              <a:lnSpc>
                <a:spcPct val="120000"/>
              </a:lnSpc>
              <a:spcBef>
                <a:spcPts val="500"/>
              </a:spcBef>
              <a:spcAft>
                <a:spcPts val="0"/>
              </a:spcAft>
              <a:buSzPts val="1800"/>
              <a:buNone/>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131" name="Google Shape;131;p34"/>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4"/>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1"/>
        <p:cNvGrpSpPr/>
        <p:nvPr/>
      </p:nvGrpSpPr>
      <p:grpSpPr>
        <a:xfrm>
          <a:off x="0" y="0"/>
          <a:ext cx="0" cy="0"/>
          <a:chOff x="0" y="0"/>
          <a:chExt cx="0" cy="0"/>
        </a:xfrm>
      </p:grpSpPr>
      <p:sp>
        <p:nvSpPr>
          <p:cNvPr id="142" name="Google Shape;142;p36"/>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36"/>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and Gallery ">
  <p:cSld name="Content and Gallery ">
    <p:spTree>
      <p:nvGrpSpPr>
        <p:cNvPr id="1" name="Shape 155"/>
        <p:cNvGrpSpPr/>
        <p:nvPr/>
      </p:nvGrpSpPr>
      <p:grpSpPr>
        <a:xfrm>
          <a:off x="0" y="0"/>
          <a:ext cx="0" cy="0"/>
          <a:chOff x="0" y="0"/>
          <a:chExt cx="0" cy="0"/>
        </a:xfrm>
      </p:grpSpPr>
      <p:sp>
        <p:nvSpPr>
          <p:cNvPr id="156" name="Google Shape;156;p38"/>
          <p:cNvSpPr txBox="1">
            <a:spLocks noGrp="1"/>
          </p:cNvSpPr>
          <p:nvPr>
            <p:ph type="body" idx="1"/>
          </p:nvPr>
        </p:nvSpPr>
        <p:spPr>
          <a:xfrm>
            <a:off x="1300394" y="3128470"/>
            <a:ext cx="3024000" cy="1906565"/>
          </a:xfrm>
          <a:prstGeom prst="rect">
            <a:avLst/>
          </a:prstGeom>
          <a:noFill/>
          <a:ln>
            <a:noFill/>
          </a:ln>
        </p:spPr>
        <p:txBody>
          <a:bodyPr spcFirstLastPara="1" wrap="square" lIns="91425" tIns="45700" rIns="91425" bIns="45700" anchor="ctr" anchorCtr="0">
            <a:no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157" name="Google Shape;157;p38"/>
          <p:cNvSpPr txBox="1">
            <a:spLocks noGrp="1"/>
          </p:cNvSpPr>
          <p:nvPr>
            <p:ph type="body" idx="2"/>
          </p:nvPr>
        </p:nvSpPr>
        <p:spPr>
          <a:xfrm>
            <a:off x="7873638" y="5144980"/>
            <a:ext cx="3036438" cy="807405"/>
          </a:xfrm>
          <a:prstGeom prst="rect">
            <a:avLst/>
          </a:prstGeom>
          <a:noFill/>
          <a:ln>
            <a:noFill/>
          </a:ln>
        </p:spPr>
        <p:txBody>
          <a:bodyPr spcFirstLastPara="1" wrap="square" lIns="91425" tIns="45700" rIns="91425" bIns="45700" anchor="t" anchorCtr="0">
            <a:noAutofit/>
          </a:bodyPr>
          <a:lstStyle>
            <a:lvl1pPr marL="457200" lvl="0" indent="-228600" algn="l">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158" name="Google Shape;158;p38"/>
          <p:cNvSpPr txBox="1">
            <a:spLocks noGrp="1"/>
          </p:cNvSpPr>
          <p:nvPr>
            <p:ph type="body" idx="3"/>
          </p:nvPr>
        </p:nvSpPr>
        <p:spPr>
          <a:xfrm>
            <a:off x="4602108" y="3128470"/>
            <a:ext cx="3024000" cy="1906565"/>
          </a:xfrm>
          <a:prstGeom prst="rect">
            <a:avLst/>
          </a:prstGeom>
          <a:noFill/>
          <a:ln>
            <a:noFill/>
          </a:ln>
        </p:spPr>
        <p:txBody>
          <a:bodyPr spcFirstLastPara="1" wrap="square" lIns="91425" tIns="45700" rIns="91425" bIns="45700" anchor="ctr" anchorCtr="0">
            <a:no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159" name="Google Shape;159;p38"/>
          <p:cNvSpPr txBox="1">
            <a:spLocks noGrp="1"/>
          </p:cNvSpPr>
          <p:nvPr>
            <p:ph type="body" idx="4"/>
          </p:nvPr>
        </p:nvSpPr>
        <p:spPr>
          <a:xfrm>
            <a:off x="7873638" y="3128470"/>
            <a:ext cx="3024000" cy="1906565"/>
          </a:xfrm>
          <a:prstGeom prst="rect">
            <a:avLst/>
          </a:prstGeom>
          <a:noFill/>
          <a:ln>
            <a:noFill/>
          </a:ln>
        </p:spPr>
        <p:txBody>
          <a:bodyPr spcFirstLastPara="1" wrap="square" lIns="91425" tIns="45700" rIns="91425" bIns="45700" anchor="ctr" anchorCtr="0">
            <a:no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160" name="Google Shape;160;p38"/>
          <p:cNvSpPr txBox="1">
            <a:spLocks noGrp="1"/>
          </p:cNvSpPr>
          <p:nvPr>
            <p:ph type="body" idx="5"/>
          </p:nvPr>
        </p:nvSpPr>
        <p:spPr>
          <a:xfrm>
            <a:off x="4595889" y="5144979"/>
            <a:ext cx="3036438" cy="807405"/>
          </a:xfrm>
          <a:prstGeom prst="rect">
            <a:avLst/>
          </a:prstGeom>
          <a:noFill/>
          <a:ln>
            <a:noFill/>
          </a:ln>
        </p:spPr>
        <p:txBody>
          <a:bodyPr spcFirstLastPara="1" wrap="square" lIns="91425" tIns="45700" rIns="91425" bIns="45700" anchor="t" anchorCtr="0">
            <a:noAutofit/>
          </a:bodyPr>
          <a:lstStyle>
            <a:lvl1pPr marL="457200" lvl="0" indent="-228600" algn="l">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161" name="Google Shape;161;p38"/>
          <p:cNvSpPr txBox="1">
            <a:spLocks noGrp="1"/>
          </p:cNvSpPr>
          <p:nvPr>
            <p:ph type="body" idx="6"/>
          </p:nvPr>
        </p:nvSpPr>
        <p:spPr>
          <a:xfrm>
            <a:off x="1306587" y="5144978"/>
            <a:ext cx="3036438" cy="807405"/>
          </a:xfrm>
          <a:prstGeom prst="rect">
            <a:avLst/>
          </a:prstGeom>
          <a:noFill/>
          <a:ln>
            <a:noFill/>
          </a:ln>
        </p:spPr>
        <p:txBody>
          <a:bodyPr spcFirstLastPara="1" wrap="square" lIns="91425" tIns="45700" rIns="91425" bIns="45700" anchor="t" anchorCtr="0">
            <a:noAutofit/>
          </a:bodyPr>
          <a:lstStyle>
            <a:lvl1pPr marL="457200" lvl="0" indent="-228600" algn="l">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162" name="Google Shape;162;p38"/>
          <p:cNvSpPr txBox="1">
            <a:spLocks noGrp="1"/>
          </p:cNvSpPr>
          <p:nvPr>
            <p:ph type="body" idx="7"/>
          </p:nvPr>
        </p:nvSpPr>
        <p:spPr>
          <a:xfrm>
            <a:off x="1290908" y="1617663"/>
            <a:ext cx="9618391" cy="1336675"/>
          </a:xfrm>
          <a:prstGeom prst="rect">
            <a:avLst/>
          </a:prstGeom>
          <a:noFill/>
          <a:ln>
            <a:noFill/>
          </a:ln>
        </p:spPr>
        <p:txBody>
          <a:bodyPr spcFirstLastPara="1" wrap="square" lIns="91425" tIns="45700" rIns="91425" bIns="45700" anchor="t" anchorCtr="0">
            <a:no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163" name="Google Shape;163;p38"/>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64" name="Google Shape;164;p38"/>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38"/>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78"/>
        <p:cNvGrpSpPr/>
        <p:nvPr/>
      </p:nvGrpSpPr>
      <p:grpSpPr>
        <a:xfrm>
          <a:off x="0" y="0"/>
          <a:ext cx="0" cy="0"/>
          <a:chOff x="0" y="0"/>
          <a:chExt cx="0" cy="0"/>
        </a:xfrm>
      </p:grpSpPr>
      <p:sp>
        <p:nvSpPr>
          <p:cNvPr id="179" name="Google Shape;179;p40"/>
          <p:cNvSpPr txBox="1">
            <a:spLocks noGrp="1"/>
          </p:cNvSpPr>
          <p:nvPr>
            <p:ph type="title"/>
          </p:nvPr>
        </p:nvSpPr>
        <p:spPr>
          <a:xfrm>
            <a:off x="1451206" y="1129513"/>
            <a:ext cx="5532328" cy="18305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80" name="Google Shape;180;p40"/>
          <p:cNvSpPr>
            <a:spLocks noGrp="1"/>
          </p:cNvSpPr>
          <p:nvPr>
            <p:ph type="pic" idx="2"/>
          </p:nvPr>
        </p:nvSpPr>
        <p:spPr>
          <a:xfrm>
            <a:off x="8124389" y="1122542"/>
            <a:ext cx="2791171" cy="3866327"/>
          </a:xfrm>
          <a:prstGeom prst="rect">
            <a:avLst/>
          </a:prstGeom>
          <a:solidFill>
            <a:srgbClr val="D8D8D8"/>
          </a:solidFill>
          <a:ln>
            <a:noFill/>
          </a:ln>
        </p:spPr>
        <p:txBody>
          <a:bodyPr spcFirstLastPara="1" wrap="square" lIns="91425" tIns="45700" rIns="91425" bIns="45700" anchor="t" anchorCtr="0">
            <a:normAutofit/>
          </a:bodyPr>
          <a:lstStyle>
            <a:lvl1pPr marR="0" lvl="0" algn="ctr" rtl="0">
              <a:lnSpc>
                <a:spcPct val="120000"/>
              </a:lnSpc>
              <a:spcBef>
                <a:spcPts val="1000"/>
              </a:spcBef>
              <a:spcAft>
                <a:spcPts val="0"/>
              </a:spcAft>
              <a:buClr>
                <a:schemeClr val="accent1"/>
              </a:buClr>
              <a:buSzPts val="3200"/>
              <a:buFont typeface="Arial"/>
              <a:buNone/>
              <a:defRPr sz="3200" b="0" i="0" u="none" strike="noStrike" cap="none">
                <a:solidFill>
                  <a:schemeClr val="dk1"/>
                </a:solidFill>
                <a:latin typeface="Gill Sans"/>
                <a:ea typeface="Gill Sans"/>
                <a:cs typeface="Gill Sans"/>
                <a:sym typeface="Gill Sans"/>
              </a:defRPr>
            </a:lvl1pPr>
            <a:lvl2pPr marR="0" lvl="1" algn="l" rtl="0">
              <a:lnSpc>
                <a:spcPct val="120000"/>
              </a:lnSpc>
              <a:spcBef>
                <a:spcPts val="500"/>
              </a:spcBef>
              <a:spcAft>
                <a:spcPts val="0"/>
              </a:spcAft>
              <a:buClr>
                <a:schemeClr val="accent1"/>
              </a:buClr>
              <a:buSzPts val="2800"/>
              <a:buFont typeface="Arial"/>
              <a:buNone/>
              <a:defRPr sz="2800" b="0" i="0" u="none" strike="noStrike" cap="none">
                <a:solidFill>
                  <a:schemeClr val="dk1"/>
                </a:solidFill>
                <a:latin typeface="Gill Sans"/>
                <a:ea typeface="Gill Sans"/>
                <a:cs typeface="Gill Sans"/>
                <a:sym typeface="Gill Sans"/>
              </a:defRPr>
            </a:lvl2pPr>
            <a:lvl3pPr marR="0" lvl="2" algn="l" rtl="0">
              <a:lnSpc>
                <a:spcPct val="120000"/>
              </a:lnSpc>
              <a:spcBef>
                <a:spcPts val="500"/>
              </a:spcBef>
              <a:spcAft>
                <a:spcPts val="0"/>
              </a:spcAft>
              <a:buClr>
                <a:schemeClr val="accent1"/>
              </a:buClr>
              <a:buSzPts val="2400"/>
              <a:buFont typeface="Arial"/>
              <a:buNone/>
              <a:defRPr sz="2400" b="0" i="0" u="none" strike="noStrike" cap="none">
                <a:solidFill>
                  <a:schemeClr val="dk1"/>
                </a:solidFill>
                <a:latin typeface="Gill Sans"/>
                <a:ea typeface="Gill Sans"/>
                <a:cs typeface="Gill Sans"/>
                <a:sym typeface="Gill Sans"/>
              </a:defRPr>
            </a:lvl3pPr>
            <a:lvl4pPr marR="0" lvl="3" algn="l" rtl="0">
              <a:lnSpc>
                <a:spcPct val="120000"/>
              </a:lnSpc>
              <a:spcBef>
                <a:spcPts val="500"/>
              </a:spcBef>
              <a:spcAft>
                <a:spcPts val="0"/>
              </a:spcAft>
              <a:buClr>
                <a:schemeClr val="accent1"/>
              </a:buClr>
              <a:buSzPts val="2000"/>
              <a:buFont typeface="Arial"/>
              <a:buNone/>
              <a:defRPr sz="2000" b="0" i="0" u="none" strike="noStrike" cap="none">
                <a:solidFill>
                  <a:schemeClr val="dk1"/>
                </a:solidFill>
                <a:latin typeface="Gill Sans"/>
                <a:ea typeface="Gill Sans"/>
                <a:cs typeface="Gill Sans"/>
                <a:sym typeface="Gill Sans"/>
              </a:defRPr>
            </a:lvl4pPr>
            <a:lvl5pPr marR="0" lvl="4" algn="l" rtl="0">
              <a:lnSpc>
                <a:spcPct val="120000"/>
              </a:lnSpc>
              <a:spcBef>
                <a:spcPts val="500"/>
              </a:spcBef>
              <a:spcAft>
                <a:spcPts val="0"/>
              </a:spcAft>
              <a:buClr>
                <a:schemeClr val="accent1"/>
              </a:buClr>
              <a:buSzPts val="2000"/>
              <a:buFont typeface="Arial"/>
              <a:buNone/>
              <a:defRPr sz="2000" b="0" i="0" u="none" strike="noStrike" cap="none">
                <a:solidFill>
                  <a:schemeClr val="dk1"/>
                </a:solidFill>
                <a:latin typeface="Gill Sans"/>
                <a:ea typeface="Gill Sans"/>
                <a:cs typeface="Gill Sans"/>
                <a:sym typeface="Gill Sans"/>
              </a:defRPr>
            </a:lvl5pPr>
            <a:lvl6pPr marR="0" lvl="5" algn="l" rtl="0">
              <a:lnSpc>
                <a:spcPct val="120000"/>
              </a:lnSpc>
              <a:spcBef>
                <a:spcPts val="500"/>
              </a:spcBef>
              <a:spcAft>
                <a:spcPts val="0"/>
              </a:spcAft>
              <a:buClr>
                <a:schemeClr val="accent1"/>
              </a:buClr>
              <a:buSzPts val="2000"/>
              <a:buFont typeface="Arial"/>
              <a:buNone/>
              <a:defRPr sz="2000" b="0" i="0" u="none" strike="noStrike" cap="none">
                <a:solidFill>
                  <a:schemeClr val="dk1"/>
                </a:solidFill>
                <a:latin typeface="Gill Sans"/>
                <a:ea typeface="Gill Sans"/>
                <a:cs typeface="Gill Sans"/>
                <a:sym typeface="Gill Sans"/>
              </a:defRPr>
            </a:lvl6pPr>
            <a:lvl7pPr marR="0" lvl="6" algn="l" rtl="0">
              <a:lnSpc>
                <a:spcPct val="120000"/>
              </a:lnSpc>
              <a:spcBef>
                <a:spcPts val="500"/>
              </a:spcBef>
              <a:spcAft>
                <a:spcPts val="0"/>
              </a:spcAft>
              <a:buClr>
                <a:schemeClr val="accent1"/>
              </a:buClr>
              <a:buSzPts val="2000"/>
              <a:buFont typeface="Arial"/>
              <a:buNone/>
              <a:defRPr sz="2000" b="0" i="0" u="none" strike="noStrike" cap="none">
                <a:solidFill>
                  <a:schemeClr val="dk1"/>
                </a:solidFill>
                <a:latin typeface="Gill Sans"/>
                <a:ea typeface="Gill Sans"/>
                <a:cs typeface="Gill Sans"/>
                <a:sym typeface="Gill Sans"/>
              </a:defRPr>
            </a:lvl7pPr>
            <a:lvl8pPr marR="0" lvl="7" algn="l" rtl="0">
              <a:lnSpc>
                <a:spcPct val="120000"/>
              </a:lnSpc>
              <a:spcBef>
                <a:spcPts val="500"/>
              </a:spcBef>
              <a:spcAft>
                <a:spcPts val="0"/>
              </a:spcAft>
              <a:buClr>
                <a:schemeClr val="accent1"/>
              </a:buClr>
              <a:buSzPts val="2000"/>
              <a:buFont typeface="Arial"/>
              <a:buNone/>
              <a:defRPr sz="2000" b="0" i="0" u="none" strike="noStrike" cap="none">
                <a:solidFill>
                  <a:schemeClr val="dk1"/>
                </a:solidFill>
                <a:latin typeface="Gill Sans"/>
                <a:ea typeface="Gill Sans"/>
                <a:cs typeface="Gill Sans"/>
                <a:sym typeface="Gill Sans"/>
              </a:defRPr>
            </a:lvl8pPr>
            <a:lvl9pPr marR="0" lvl="8" algn="l" rtl="0">
              <a:lnSpc>
                <a:spcPct val="120000"/>
              </a:lnSpc>
              <a:spcBef>
                <a:spcPts val="500"/>
              </a:spcBef>
              <a:spcAft>
                <a:spcPts val="0"/>
              </a:spcAft>
              <a:buClr>
                <a:schemeClr val="accent1"/>
              </a:buClr>
              <a:buSzPts val="2000"/>
              <a:buFont typeface="Arial"/>
              <a:buNone/>
              <a:defRPr sz="2000" b="0" i="0" u="none" strike="noStrike" cap="none">
                <a:solidFill>
                  <a:schemeClr val="dk1"/>
                </a:solidFill>
                <a:latin typeface="Gill Sans"/>
                <a:ea typeface="Gill Sans"/>
                <a:cs typeface="Gill Sans"/>
                <a:sym typeface="Gill Sans"/>
              </a:defRPr>
            </a:lvl9pPr>
          </a:lstStyle>
          <a:p>
            <a:endParaRPr/>
          </a:p>
        </p:txBody>
      </p:sp>
      <p:sp>
        <p:nvSpPr>
          <p:cNvPr id="181" name="Google Shape;181;p40"/>
          <p:cNvSpPr txBox="1">
            <a:spLocks noGrp="1"/>
          </p:cNvSpPr>
          <p:nvPr>
            <p:ph type="body" idx="1"/>
          </p:nvPr>
        </p:nvSpPr>
        <p:spPr>
          <a:xfrm>
            <a:off x="1450329" y="3145992"/>
            <a:ext cx="5524404" cy="2003742"/>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SzPts val="1800"/>
              <a:buNone/>
              <a:defRPr sz="18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182" name="Google Shape;182;p40"/>
          <p:cNvSpPr txBox="1">
            <a:spLocks noGrp="1"/>
          </p:cNvSpPr>
          <p:nvPr>
            <p:ph type="dt" idx="10"/>
          </p:nvPr>
        </p:nvSpPr>
        <p:spPr>
          <a:xfrm>
            <a:off x="7235825" y="6332537"/>
            <a:ext cx="4316412" cy="32067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3" name="Google Shape;183;p40"/>
          <p:cNvSpPr txBox="1">
            <a:spLocks noGrp="1"/>
          </p:cNvSpPr>
          <p:nvPr>
            <p:ph type="ftr" idx="11"/>
          </p:nvPr>
        </p:nvSpPr>
        <p:spPr>
          <a:xfrm>
            <a:off x="1447800" y="6332537"/>
            <a:ext cx="5540375" cy="3206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5.xml"/><Relationship Id="rId1" Type="http://schemas.openxmlformats.org/officeDocument/2006/relationships/slideLayout" Target="../slideLayouts/slideLayout4.xml"/><Relationship Id="rId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6.xml"/><Relationship Id="rId1" Type="http://schemas.openxmlformats.org/officeDocument/2006/relationships/slideLayout" Target="../slideLayouts/slideLayout5.xml"/><Relationship Id="rId4"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7.xml"/><Relationship Id="rId1" Type="http://schemas.openxmlformats.org/officeDocument/2006/relationships/slideLayout" Target="../slideLayouts/slideLayout6.xml"/><Relationship Id="rId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7.xml"/><Relationship Id="rId4" Type="http://schemas.openxmlformats.org/officeDocument/2006/relationships/image" Target="../media/image2.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8.xml"/><Relationship Id="rId4" Type="http://schemas.openxmlformats.org/officeDocument/2006/relationships/image" Target="../media/image2.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0.xml"/><Relationship Id="rId1" Type="http://schemas.openxmlformats.org/officeDocument/2006/relationships/slideLayout" Target="../slideLayouts/slideLayout9.xml"/><Relationship Id="rId4" Type="http://schemas.openxmlformats.org/officeDocument/2006/relationships/image" Target="../media/image2.png"/></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1.xml"/><Relationship Id="rId1" Type="http://schemas.openxmlformats.org/officeDocument/2006/relationships/slideLayout" Target="../slideLayouts/slideLayout10.xml"/><Relationship Id="rId4" Type="http://schemas.openxmlformats.org/officeDocument/2006/relationships/image" Target="../media/image2.png"/></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2.xml"/><Relationship Id="rId1" Type="http://schemas.openxmlformats.org/officeDocument/2006/relationships/slideLayout" Target="../slideLayouts/slideLayout1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
        <p:nvSpPr>
          <p:cNvPr id="10" name="Google Shape;10;p18"/>
          <p:cNvSpPr/>
          <p:nvPr/>
        </p:nvSpPr>
        <p:spPr>
          <a:xfrm>
            <a:off x="0" y="2019300"/>
            <a:ext cx="12192000" cy="4106862"/>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pic>
        <p:nvPicPr>
          <p:cNvPr id="11" name="Google Shape;11;p18"/>
          <p:cNvPicPr preferRelativeResize="0"/>
          <p:nvPr/>
        </p:nvPicPr>
        <p:blipFill rotWithShape="1">
          <a:blip r:embed="rId4">
            <a:alphaModFix/>
          </a:blip>
          <a:srcRect b="-1562"/>
          <a:stretch/>
        </p:blipFill>
        <p:spPr>
          <a:xfrm>
            <a:off x="0" y="6126162"/>
            <a:ext cx="12192000" cy="742950"/>
          </a:xfrm>
          <a:prstGeom prst="rect">
            <a:avLst/>
          </a:prstGeom>
          <a:noFill/>
          <a:ln>
            <a:noFill/>
          </a:ln>
        </p:spPr>
      </p:pic>
      <p:cxnSp>
        <p:nvCxnSpPr>
          <p:cNvPr id="12" name="Google Shape;12;p18"/>
          <p:cNvCxnSpPr/>
          <p:nvPr/>
        </p:nvCxnSpPr>
        <p:spPr>
          <a:xfrm>
            <a:off x="0" y="6127750"/>
            <a:ext cx="12192000" cy="0"/>
          </a:xfrm>
          <a:prstGeom prst="straightConnector1">
            <a:avLst/>
          </a:prstGeom>
          <a:noFill/>
          <a:ln w="12700" cap="flat" cmpd="sng">
            <a:solidFill>
              <a:srgbClr val="000001">
                <a:alpha val="19607"/>
              </a:srgbClr>
            </a:solidFill>
            <a:prstDash val="solid"/>
            <a:miter lim="800000"/>
            <a:headEnd type="none" w="med" len="med"/>
            <a:tailEnd type="none" w="med" len="med"/>
          </a:ln>
        </p:spPr>
      </p:cxnSp>
      <p:cxnSp>
        <p:nvCxnSpPr>
          <p:cNvPr id="13" name="Google Shape;13;p18"/>
          <p:cNvCxnSpPr/>
          <p:nvPr/>
        </p:nvCxnSpPr>
        <p:spPr>
          <a:xfrm>
            <a:off x="1778000" y="3529012"/>
            <a:ext cx="8636000" cy="0"/>
          </a:xfrm>
          <a:prstGeom prst="straightConnector1">
            <a:avLst/>
          </a:prstGeom>
          <a:noFill/>
          <a:ln w="31750" cap="flat" cmpd="sng">
            <a:solidFill>
              <a:schemeClr val="accent1"/>
            </a:solidFill>
            <a:prstDash val="solid"/>
            <a:miter lim="800000"/>
            <a:headEnd type="none" w="med" len="med"/>
            <a:tailEnd type="none" w="med" len="med"/>
          </a:ln>
        </p:spPr>
      </p:cxnSp>
      <p:sp>
        <p:nvSpPr>
          <p:cNvPr id="14" name="Google Shape;14;p18"/>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1pPr>
            <a:lvl2pPr marR="0" lvl="1"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2pPr>
            <a:lvl3pPr marR="0" lvl="2"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3pPr>
            <a:lvl4pPr marR="0" lvl="3"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4pPr>
            <a:lvl5pPr marR="0" lvl="4"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5pPr>
            <a:lvl6pPr marR="0" lvl="5"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6pPr>
            <a:lvl7pPr marR="0" lvl="6"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7pPr>
            <a:lvl8pPr marR="0" lvl="7"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8pPr>
            <a:lvl9pPr marR="0" lvl="8"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9pPr>
          </a:lstStyle>
          <a:p>
            <a:endParaRPr/>
          </a:p>
        </p:txBody>
      </p:sp>
      <p:sp>
        <p:nvSpPr>
          <p:cNvPr id="15" name="Google Shape;15;p18"/>
          <p:cNvSpPr txBox="1">
            <a:spLocks noGrp="1"/>
          </p:cNvSpPr>
          <p:nvPr>
            <p:ph type="body" idx="1"/>
          </p:nvPr>
        </p:nvSpPr>
        <p:spPr>
          <a:xfrm>
            <a:off x="1293812" y="2016125"/>
            <a:ext cx="9604375" cy="3449637"/>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16" name="Google Shape;16;p18"/>
          <p:cNvSpPr txBox="1">
            <a:spLocks noGrp="1"/>
          </p:cNvSpPr>
          <p:nvPr>
            <p:ph type="dt" idx="10"/>
          </p:nvPr>
        </p:nvSpPr>
        <p:spPr>
          <a:xfrm>
            <a:off x="6913562" y="6370637"/>
            <a:ext cx="3500437" cy="30956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7" name="Google Shape;17;p18"/>
          <p:cNvSpPr txBox="1">
            <a:spLocks noGrp="1"/>
          </p:cNvSpPr>
          <p:nvPr>
            <p:ph type="ftr" idx="11"/>
          </p:nvPr>
        </p:nvSpPr>
        <p:spPr>
          <a:xfrm>
            <a:off x="1778000" y="6370637"/>
            <a:ext cx="4973637" cy="309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transition>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
        <p:cNvGrpSpPr/>
        <p:nvPr/>
      </p:nvGrpSpPr>
      <p:grpSpPr>
        <a:xfrm>
          <a:off x="0" y="0"/>
          <a:ext cx="0" cy="0"/>
          <a:chOff x="0" y="0"/>
          <a:chExt cx="0" cy="0"/>
        </a:xfrm>
      </p:grpSpPr>
      <p:sp>
        <p:nvSpPr>
          <p:cNvPr id="24" name="Google Shape;24;p20"/>
          <p:cNvSpPr/>
          <p:nvPr/>
        </p:nvSpPr>
        <p:spPr>
          <a:xfrm>
            <a:off x="0" y="2019300"/>
            <a:ext cx="12192000" cy="4106862"/>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pic>
        <p:nvPicPr>
          <p:cNvPr id="25" name="Google Shape;25;p20"/>
          <p:cNvPicPr preferRelativeResize="0"/>
          <p:nvPr/>
        </p:nvPicPr>
        <p:blipFill rotWithShape="1">
          <a:blip r:embed="rId4">
            <a:alphaModFix/>
          </a:blip>
          <a:srcRect b="-1562"/>
          <a:stretch/>
        </p:blipFill>
        <p:spPr>
          <a:xfrm>
            <a:off x="0" y="6126162"/>
            <a:ext cx="12192000" cy="742950"/>
          </a:xfrm>
          <a:prstGeom prst="rect">
            <a:avLst/>
          </a:prstGeom>
          <a:noFill/>
          <a:ln>
            <a:noFill/>
          </a:ln>
        </p:spPr>
      </p:pic>
      <p:cxnSp>
        <p:nvCxnSpPr>
          <p:cNvPr id="26" name="Google Shape;26;p20"/>
          <p:cNvCxnSpPr/>
          <p:nvPr/>
        </p:nvCxnSpPr>
        <p:spPr>
          <a:xfrm>
            <a:off x="0" y="6127750"/>
            <a:ext cx="12192000" cy="0"/>
          </a:xfrm>
          <a:prstGeom prst="straightConnector1">
            <a:avLst/>
          </a:prstGeom>
          <a:noFill/>
          <a:ln w="12700" cap="flat" cmpd="sng">
            <a:solidFill>
              <a:srgbClr val="000001">
                <a:alpha val="19607"/>
              </a:srgbClr>
            </a:solidFill>
            <a:prstDash val="solid"/>
            <a:miter lim="800000"/>
            <a:headEnd type="none" w="med" len="med"/>
            <a:tailEnd type="none" w="med" len="med"/>
          </a:ln>
        </p:spPr>
      </p:cxnSp>
      <p:cxnSp>
        <p:nvCxnSpPr>
          <p:cNvPr id="27" name="Google Shape;27;p20"/>
          <p:cNvCxnSpPr/>
          <p:nvPr/>
        </p:nvCxnSpPr>
        <p:spPr>
          <a:xfrm>
            <a:off x="1292225" y="1485900"/>
            <a:ext cx="9607550" cy="0"/>
          </a:xfrm>
          <a:prstGeom prst="straightConnector1">
            <a:avLst/>
          </a:prstGeom>
          <a:noFill/>
          <a:ln w="31750" cap="flat" cmpd="sng">
            <a:solidFill>
              <a:schemeClr val="accent1"/>
            </a:solidFill>
            <a:prstDash val="solid"/>
            <a:miter lim="800000"/>
            <a:headEnd type="none" w="med" len="med"/>
            <a:tailEnd type="none" w="med" len="med"/>
          </a:ln>
        </p:spPr>
      </p:cxnSp>
      <p:sp>
        <p:nvSpPr>
          <p:cNvPr id="28" name="Google Shape;28;p20"/>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1pPr>
            <a:lvl2pPr marR="0" lvl="1"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2pPr>
            <a:lvl3pPr marR="0" lvl="2"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3pPr>
            <a:lvl4pPr marR="0" lvl="3"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4pPr>
            <a:lvl5pPr marR="0" lvl="4"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5pPr>
            <a:lvl6pPr marR="0" lvl="5"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6pPr>
            <a:lvl7pPr marR="0" lvl="6"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7pPr>
            <a:lvl8pPr marR="0" lvl="7"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8pPr>
            <a:lvl9pPr marR="0" lvl="8"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9pPr>
          </a:lstStyle>
          <a:p>
            <a:endParaRPr/>
          </a:p>
        </p:txBody>
      </p:sp>
      <p:sp>
        <p:nvSpPr>
          <p:cNvPr id="29" name="Google Shape;29;p20"/>
          <p:cNvSpPr txBox="1">
            <a:spLocks noGrp="1"/>
          </p:cNvSpPr>
          <p:nvPr>
            <p:ph type="body" idx="1"/>
          </p:nvPr>
        </p:nvSpPr>
        <p:spPr>
          <a:xfrm>
            <a:off x="1293812" y="2016125"/>
            <a:ext cx="9604375" cy="3449637"/>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30" name="Google Shape;30;p20"/>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31" name="Google Shape;31;p20"/>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Lst>
  <p:transition>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7"/>
        <p:cNvGrpSpPr/>
        <p:nvPr/>
      </p:nvGrpSpPr>
      <p:grpSpPr>
        <a:xfrm>
          <a:off x="0" y="0"/>
          <a:ext cx="0" cy="0"/>
          <a:chOff x="0" y="0"/>
          <a:chExt cx="0" cy="0"/>
        </a:xfrm>
      </p:grpSpPr>
      <p:sp>
        <p:nvSpPr>
          <p:cNvPr id="38" name="Google Shape;38;p22"/>
          <p:cNvSpPr/>
          <p:nvPr/>
        </p:nvSpPr>
        <p:spPr>
          <a:xfrm>
            <a:off x="0" y="2019300"/>
            <a:ext cx="12192000" cy="4106862"/>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pic>
        <p:nvPicPr>
          <p:cNvPr id="39" name="Google Shape;39;p22"/>
          <p:cNvPicPr preferRelativeResize="0"/>
          <p:nvPr/>
        </p:nvPicPr>
        <p:blipFill rotWithShape="1">
          <a:blip r:embed="rId4">
            <a:alphaModFix/>
          </a:blip>
          <a:srcRect b="-1562"/>
          <a:stretch/>
        </p:blipFill>
        <p:spPr>
          <a:xfrm>
            <a:off x="0" y="6126162"/>
            <a:ext cx="12192000" cy="742950"/>
          </a:xfrm>
          <a:prstGeom prst="rect">
            <a:avLst/>
          </a:prstGeom>
          <a:noFill/>
          <a:ln>
            <a:noFill/>
          </a:ln>
        </p:spPr>
      </p:pic>
      <p:cxnSp>
        <p:nvCxnSpPr>
          <p:cNvPr id="40" name="Google Shape;40;p22"/>
          <p:cNvCxnSpPr/>
          <p:nvPr/>
        </p:nvCxnSpPr>
        <p:spPr>
          <a:xfrm>
            <a:off x="0" y="6127750"/>
            <a:ext cx="12192000" cy="0"/>
          </a:xfrm>
          <a:prstGeom prst="straightConnector1">
            <a:avLst/>
          </a:prstGeom>
          <a:noFill/>
          <a:ln w="12700" cap="flat" cmpd="sng">
            <a:solidFill>
              <a:srgbClr val="000001">
                <a:alpha val="19607"/>
              </a:srgbClr>
            </a:solidFill>
            <a:prstDash val="solid"/>
            <a:miter lim="800000"/>
            <a:headEnd type="none" w="med" len="med"/>
            <a:tailEnd type="none" w="med" len="med"/>
          </a:ln>
        </p:spPr>
      </p:cxnSp>
      <p:cxnSp>
        <p:nvCxnSpPr>
          <p:cNvPr id="41" name="Google Shape;41;p22"/>
          <p:cNvCxnSpPr/>
          <p:nvPr/>
        </p:nvCxnSpPr>
        <p:spPr>
          <a:xfrm>
            <a:off x="1292225" y="1485900"/>
            <a:ext cx="9607550" cy="0"/>
          </a:xfrm>
          <a:prstGeom prst="straightConnector1">
            <a:avLst/>
          </a:prstGeom>
          <a:noFill/>
          <a:ln w="31750" cap="flat" cmpd="sng">
            <a:solidFill>
              <a:schemeClr val="accent1"/>
            </a:solidFill>
            <a:prstDash val="solid"/>
            <a:miter lim="800000"/>
            <a:headEnd type="none" w="med" len="med"/>
            <a:tailEnd type="none" w="med" len="med"/>
          </a:ln>
        </p:spPr>
      </p:cxnSp>
      <p:sp>
        <p:nvSpPr>
          <p:cNvPr id="42" name="Google Shape;42;p22"/>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1pPr>
            <a:lvl2pPr marR="0" lvl="1"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2pPr>
            <a:lvl3pPr marR="0" lvl="2"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3pPr>
            <a:lvl4pPr marR="0" lvl="3"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4pPr>
            <a:lvl5pPr marR="0" lvl="4"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5pPr>
            <a:lvl6pPr marR="0" lvl="5"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6pPr>
            <a:lvl7pPr marR="0" lvl="6"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7pPr>
            <a:lvl8pPr marR="0" lvl="7"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8pPr>
            <a:lvl9pPr marR="0" lvl="8"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9pPr>
          </a:lstStyle>
          <a:p>
            <a:endParaRPr/>
          </a:p>
        </p:txBody>
      </p:sp>
      <p:sp>
        <p:nvSpPr>
          <p:cNvPr id="43" name="Google Shape;43;p22"/>
          <p:cNvSpPr txBox="1">
            <a:spLocks noGrp="1"/>
          </p:cNvSpPr>
          <p:nvPr>
            <p:ph type="body" idx="1"/>
          </p:nvPr>
        </p:nvSpPr>
        <p:spPr>
          <a:xfrm>
            <a:off x="1293812" y="2016125"/>
            <a:ext cx="9604375" cy="3449637"/>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44" name="Google Shape;44;p22"/>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45" name="Google Shape;45;p22"/>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Tree>
  </p:cSld>
  <p:clrMap bg1="lt1" tx1="dk1" bg2="dk2" tx2="lt2" accent1="accent1" accent2="accent2" accent3="accent3" accent4="accent4" accent5="accent5" accent6="accent6" hlink="hlink" folHlink="folHlink"/>
  <p:sldLayoutIdLst>
    <p:sldLayoutId id="2147483653" r:id="rId1"/>
  </p:sldLayoutIdLst>
  <p:transition>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2">
            <a:alphaModFix/>
          </a:blip>
          <a:stretch>
            <a:fillRect/>
          </a:stretch>
        </a:blipFill>
        <a:effectLst/>
      </p:bgPr>
    </p:bg>
    <p:spTree>
      <p:nvGrpSpPr>
        <p:cNvPr id="1" name="Shape 52"/>
        <p:cNvGrpSpPr/>
        <p:nvPr/>
      </p:nvGrpSpPr>
      <p:grpSpPr>
        <a:xfrm>
          <a:off x="0" y="0"/>
          <a:ext cx="0" cy="0"/>
          <a:chOff x="0" y="0"/>
          <a:chExt cx="0" cy="0"/>
        </a:xfrm>
      </p:grpSpPr>
      <p:sp>
        <p:nvSpPr>
          <p:cNvPr id="53" name="Google Shape;53;p24"/>
          <p:cNvSpPr/>
          <p:nvPr/>
        </p:nvSpPr>
        <p:spPr>
          <a:xfrm>
            <a:off x="0" y="2019300"/>
            <a:ext cx="12192000" cy="4106862"/>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pic>
        <p:nvPicPr>
          <p:cNvPr id="54" name="Google Shape;54;p24"/>
          <p:cNvPicPr preferRelativeResize="0"/>
          <p:nvPr/>
        </p:nvPicPr>
        <p:blipFill rotWithShape="1">
          <a:blip r:embed="rId3">
            <a:alphaModFix/>
          </a:blip>
          <a:srcRect b="-1562"/>
          <a:stretch/>
        </p:blipFill>
        <p:spPr>
          <a:xfrm>
            <a:off x="0" y="6126162"/>
            <a:ext cx="12192000" cy="742950"/>
          </a:xfrm>
          <a:prstGeom prst="rect">
            <a:avLst/>
          </a:prstGeom>
          <a:noFill/>
          <a:ln>
            <a:noFill/>
          </a:ln>
        </p:spPr>
      </p:pic>
      <p:sp>
        <p:nvSpPr>
          <p:cNvPr id="55" name="Google Shape;55;p24"/>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1pPr>
            <a:lvl2pPr marR="0" lvl="1"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2pPr>
            <a:lvl3pPr marR="0" lvl="2"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3pPr>
            <a:lvl4pPr marR="0" lvl="3"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4pPr>
            <a:lvl5pPr marR="0" lvl="4"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5pPr>
            <a:lvl6pPr marR="0" lvl="5"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6pPr>
            <a:lvl7pPr marR="0" lvl="6"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7pPr>
            <a:lvl8pPr marR="0" lvl="7"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8pPr>
            <a:lvl9pPr marR="0" lvl="8"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9pPr>
          </a:lstStyle>
          <a:p>
            <a:endParaRPr/>
          </a:p>
        </p:txBody>
      </p:sp>
      <p:sp>
        <p:nvSpPr>
          <p:cNvPr id="56" name="Google Shape;56;p24"/>
          <p:cNvSpPr txBox="1">
            <a:spLocks noGrp="1"/>
          </p:cNvSpPr>
          <p:nvPr>
            <p:ph type="body" idx="1"/>
          </p:nvPr>
        </p:nvSpPr>
        <p:spPr>
          <a:xfrm>
            <a:off x="1293812" y="2016125"/>
            <a:ext cx="9604375" cy="3449637"/>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57" name="Google Shape;57;p24"/>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58" name="Google Shape;58;p24"/>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cxnSp>
        <p:nvCxnSpPr>
          <p:cNvPr id="59" name="Google Shape;59;p24"/>
          <p:cNvCxnSpPr/>
          <p:nvPr/>
        </p:nvCxnSpPr>
        <p:spPr>
          <a:xfrm>
            <a:off x="0" y="6127750"/>
            <a:ext cx="12192000" cy="0"/>
          </a:xfrm>
          <a:prstGeom prst="straightConnector1">
            <a:avLst/>
          </a:prstGeom>
          <a:noFill/>
          <a:ln w="12700" cap="flat" cmpd="sng">
            <a:solidFill>
              <a:srgbClr val="000001">
                <a:alpha val="19607"/>
              </a:srgbClr>
            </a:solidFill>
            <a:prstDash val="solid"/>
            <a:miter lim="800000"/>
            <a:headEnd type="none" w="med" len="med"/>
            <a:tailEnd type="none" w="med" len="med"/>
          </a:ln>
        </p:spPr>
      </p:cxnSp>
    </p:spTree>
  </p:cSld>
  <p:clrMap bg1="lt1" tx1="dk1" bg2="dk2" tx2="lt2" accent1="accent1" accent2="accent2" accent3="accent3" accent4="accent4" accent5="accent5" accent6="accent6" hlink="hlink" folHlink="folHlink"/>
  <p:transition>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0"/>
        <p:cNvGrpSpPr/>
        <p:nvPr/>
      </p:nvGrpSpPr>
      <p:grpSpPr>
        <a:xfrm>
          <a:off x="0" y="0"/>
          <a:ext cx="0" cy="0"/>
          <a:chOff x="0" y="0"/>
          <a:chExt cx="0" cy="0"/>
        </a:xfrm>
      </p:grpSpPr>
      <p:sp>
        <p:nvSpPr>
          <p:cNvPr id="61" name="Google Shape;61;p25"/>
          <p:cNvSpPr/>
          <p:nvPr/>
        </p:nvSpPr>
        <p:spPr>
          <a:xfrm>
            <a:off x="0" y="2019300"/>
            <a:ext cx="12192000" cy="4106862"/>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pic>
        <p:nvPicPr>
          <p:cNvPr id="62" name="Google Shape;62;p25"/>
          <p:cNvPicPr preferRelativeResize="0"/>
          <p:nvPr/>
        </p:nvPicPr>
        <p:blipFill rotWithShape="1">
          <a:blip r:embed="rId4">
            <a:alphaModFix/>
          </a:blip>
          <a:srcRect b="-1562"/>
          <a:stretch/>
        </p:blipFill>
        <p:spPr>
          <a:xfrm>
            <a:off x="0" y="6126162"/>
            <a:ext cx="12192000" cy="742950"/>
          </a:xfrm>
          <a:prstGeom prst="rect">
            <a:avLst/>
          </a:prstGeom>
          <a:noFill/>
          <a:ln>
            <a:noFill/>
          </a:ln>
        </p:spPr>
      </p:pic>
      <p:cxnSp>
        <p:nvCxnSpPr>
          <p:cNvPr id="63" name="Google Shape;63;p25"/>
          <p:cNvCxnSpPr/>
          <p:nvPr/>
        </p:nvCxnSpPr>
        <p:spPr>
          <a:xfrm>
            <a:off x="0" y="6127750"/>
            <a:ext cx="12192000" cy="0"/>
          </a:xfrm>
          <a:prstGeom prst="straightConnector1">
            <a:avLst/>
          </a:prstGeom>
          <a:noFill/>
          <a:ln w="12700" cap="flat" cmpd="sng">
            <a:solidFill>
              <a:srgbClr val="000001">
                <a:alpha val="19607"/>
              </a:srgbClr>
            </a:solidFill>
            <a:prstDash val="solid"/>
            <a:miter lim="800000"/>
            <a:headEnd type="none" w="med" len="med"/>
            <a:tailEnd type="none" w="med" len="med"/>
          </a:ln>
        </p:spPr>
      </p:cxnSp>
      <p:cxnSp>
        <p:nvCxnSpPr>
          <p:cNvPr id="64" name="Google Shape;64;p25"/>
          <p:cNvCxnSpPr/>
          <p:nvPr/>
        </p:nvCxnSpPr>
        <p:spPr>
          <a:xfrm>
            <a:off x="1781175" y="3805237"/>
            <a:ext cx="8629650" cy="0"/>
          </a:xfrm>
          <a:prstGeom prst="straightConnector1">
            <a:avLst/>
          </a:prstGeom>
          <a:noFill/>
          <a:ln w="31750" cap="flat" cmpd="sng">
            <a:solidFill>
              <a:schemeClr val="accent1"/>
            </a:solidFill>
            <a:prstDash val="solid"/>
            <a:miter lim="800000"/>
            <a:headEnd type="none" w="med" len="med"/>
            <a:tailEnd type="none" w="med" len="med"/>
          </a:ln>
        </p:spPr>
      </p:cxnSp>
      <p:sp>
        <p:nvSpPr>
          <p:cNvPr id="65" name="Google Shape;65;p25"/>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1pPr>
            <a:lvl2pPr marR="0" lvl="1"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2pPr>
            <a:lvl3pPr marR="0" lvl="2"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3pPr>
            <a:lvl4pPr marR="0" lvl="3"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4pPr>
            <a:lvl5pPr marR="0" lvl="4"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5pPr>
            <a:lvl6pPr marR="0" lvl="5"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6pPr>
            <a:lvl7pPr marR="0" lvl="6"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7pPr>
            <a:lvl8pPr marR="0" lvl="7"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8pPr>
            <a:lvl9pPr marR="0" lvl="8"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9pPr>
          </a:lstStyle>
          <a:p>
            <a:endParaRPr/>
          </a:p>
        </p:txBody>
      </p:sp>
      <p:sp>
        <p:nvSpPr>
          <p:cNvPr id="66" name="Google Shape;66;p25"/>
          <p:cNvSpPr txBox="1">
            <a:spLocks noGrp="1"/>
          </p:cNvSpPr>
          <p:nvPr>
            <p:ph type="body" idx="1"/>
          </p:nvPr>
        </p:nvSpPr>
        <p:spPr>
          <a:xfrm>
            <a:off x="1293812" y="2016125"/>
            <a:ext cx="9604375" cy="3449637"/>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67" name="Google Shape;67;p25"/>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68" name="Google Shape;68;p25"/>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Tree>
  </p:cSld>
  <p:clrMap bg1="lt1" tx1="dk1" bg2="dk2" tx2="lt2" accent1="accent1" accent2="accent2" accent3="accent3" accent4="accent4" accent5="accent5" accent6="accent6" hlink="hlink" folHlink="folHlink"/>
  <p:sldLayoutIdLst>
    <p:sldLayoutId id="2147483656" r:id="rId1"/>
  </p:sldLayoutIdLst>
  <p:transition>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4"/>
        <p:cNvGrpSpPr/>
        <p:nvPr/>
      </p:nvGrpSpPr>
      <p:grpSpPr>
        <a:xfrm>
          <a:off x="0" y="0"/>
          <a:ext cx="0" cy="0"/>
          <a:chOff x="0" y="0"/>
          <a:chExt cx="0" cy="0"/>
        </a:xfrm>
      </p:grpSpPr>
      <p:sp>
        <p:nvSpPr>
          <p:cNvPr id="75" name="Google Shape;75;p27"/>
          <p:cNvSpPr/>
          <p:nvPr/>
        </p:nvSpPr>
        <p:spPr>
          <a:xfrm>
            <a:off x="0" y="2019300"/>
            <a:ext cx="12192000" cy="4106862"/>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pic>
        <p:nvPicPr>
          <p:cNvPr id="76" name="Google Shape;76;p27"/>
          <p:cNvPicPr preferRelativeResize="0"/>
          <p:nvPr/>
        </p:nvPicPr>
        <p:blipFill rotWithShape="1">
          <a:blip r:embed="rId4">
            <a:alphaModFix/>
          </a:blip>
          <a:srcRect b="-1562"/>
          <a:stretch/>
        </p:blipFill>
        <p:spPr>
          <a:xfrm>
            <a:off x="0" y="6126162"/>
            <a:ext cx="12192000" cy="742950"/>
          </a:xfrm>
          <a:prstGeom prst="rect">
            <a:avLst/>
          </a:prstGeom>
          <a:noFill/>
          <a:ln>
            <a:noFill/>
          </a:ln>
        </p:spPr>
      </p:pic>
      <p:cxnSp>
        <p:nvCxnSpPr>
          <p:cNvPr id="77" name="Google Shape;77;p27"/>
          <p:cNvCxnSpPr/>
          <p:nvPr/>
        </p:nvCxnSpPr>
        <p:spPr>
          <a:xfrm>
            <a:off x="0" y="6127750"/>
            <a:ext cx="12192000" cy="0"/>
          </a:xfrm>
          <a:prstGeom prst="straightConnector1">
            <a:avLst/>
          </a:prstGeom>
          <a:noFill/>
          <a:ln w="12700" cap="flat" cmpd="sng">
            <a:solidFill>
              <a:srgbClr val="000001">
                <a:alpha val="19607"/>
              </a:srgbClr>
            </a:solidFill>
            <a:prstDash val="solid"/>
            <a:miter lim="800000"/>
            <a:headEnd type="none" w="med" len="med"/>
            <a:tailEnd type="none" w="med" len="med"/>
          </a:ln>
        </p:spPr>
      </p:cxnSp>
      <p:cxnSp>
        <p:nvCxnSpPr>
          <p:cNvPr id="78" name="Google Shape;78;p27"/>
          <p:cNvCxnSpPr/>
          <p:nvPr/>
        </p:nvCxnSpPr>
        <p:spPr>
          <a:xfrm>
            <a:off x="1292225" y="1485900"/>
            <a:ext cx="9607550" cy="0"/>
          </a:xfrm>
          <a:prstGeom prst="straightConnector1">
            <a:avLst/>
          </a:prstGeom>
          <a:noFill/>
          <a:ln w="31750" cap="flat" cmpd="sng">
            <a:solidFill>
              <a:schemeClr val="accent1"/>
            </a:solidFill>
            <a:prstDash val="solid"/>
            <a:miter lim="800000"/>
            <a:headEnd type="none" w="med" len="med"/>
            <a:tailEnd type="none" w="med" len="med"/>
          </a:ln>
        </p:spPr>
      </p:cxnSp>
      <p:sp>
        <p:nvSpPr>
          <p:cNvPr id="79" name="Google Shape;79;p27"/>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1pPr>
            <a:lvl2pPr marR="0" lvl="1"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2pPr>
            <a:lvl3pPr marR="0" lvl="2"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3pPr>
            <a:lvl4pPr marR="0" lvl="3"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4pPr>
            <a:lvl5pPr marR="0" lvl="4"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5pPr>
            <a:lvl6pPr marR="0" lvl="5"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6pPr>
            <a:lvl7pPr marR="0" lvl="6"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7pPr>
            <a:lvl8pPr marR="0" lvl="7"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8pPr>
            <a:lvl9pPr marR="0" lvl="8"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9pPr>
          </a:lstStyle>
          <a:p>
            <a:endParaRPr/>
          </a:p>
        </p:txBody>
      </p:sp>
      <p:sp>
        <p:nvSpPr>
          <p:cNvPr id="80" name="Google Shape;80;p27"/>
          <p:cNvSpPr txBox="1">
            <a:spLocks noGrp="1"/>
          </p:cNvSpPr>
          <p:nvPr>
            <p:ph type="body" idx="1"/>
          </p:nvPr>
        </p:nvSpPr>
        <p:spPr>
          <a:xfrm>
            <a:off x="1293812" y="2016125"/>
            <a:ext cx="9604375" cy="3449637"/>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81" name="Google Shape;81;p27"/>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82" name="Google Shape;82;p27"/>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Tree>
  </p:cSld>
  <p:clrMap bg1="lt1" tx1="dk1" bg2="dk2" tx2="lt2" accent1="accent1" accent2="accent2" accent3="accent3" accent4="accent4" accent5="accent5" accent6="accent6" hlink="hlink" folHlink="folHlink"/>
  <p:sldLayoutIdLst>
    <p:sldLayoutId id="2147483658" r:id="rId1"/>
  </p:sldLayoutIdLst>
  <p:transition>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9"/>
        <p:cNvGrpSpPr/>
        <p:nvPr/>
      </p:nvGrpSpPr>
      <p:grpSpPr>
        <a:xfrm>
          <a:off x="0" y="0"/>
          <a:ext cx="0" cy="0"/>
          <a:chOff x="0" y="0"/>
          <a:chExt cx="0" cy="0"/>
        </a:xfrm>
      </p:grpSpPr>
      <p:sp>
        <p:nvSpPr>
          <p:cNvPr id="90" name="Google Shape;90;p29"/>
          <p:cNvSpPr/>
          <p:nvPr/>
        </p:nvSpPr>
        <p:spPr>
          <a:xfrm>
            <a:off x="0" y="2019300"/>
            <a:ext cx="12192000" cy="4106862"/>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pic>
        <p:nvPicPr>
          <p:cNvPr id="91" name="Google Shape;91;p29"/>
          <p:cNvPicPr preferRelativeResize="0"/>
          <p:nvPr/>
        </p:nvPicPr>
        <p:blipFill rotWithShape="1">
          <a:blip r:embed="rId4">
            <a:alphaModFix/>
          </a:blip>
          <a:srcRect b="-1562"/>
          <a:stretch/>
        </p:blipFill>
        <p:spPr>
          <a:xfrm>
            <a:off x="0" y="6126162"/>
            <a:ext cx="12192000" cy="742950"/>
          </a:xfrm>
          <a:prstGeom prst="rect">
            <a:avLst/>
          </a:prstGeom>
          <a:noFill/>
          <a:ln>
            <a:noFill/>
          </a:ln>
        </p:spPr>
      </p:pic>
      <p:cxnSp>
        <p:nvCxnSpPr>
          <p:cNvPr id="92" name="Google Shape;92;p29"/>
          <p:cNvCxnSpPr/>
          <p:nvPr/>
        </p:nvCxnSpPr>
        <p:spPr>
          <a:xfrm>
            <a:off x="0" y="6127750"/>
            <a:ext cx="12192000" cy="0"/>
          </a:xfrm>
          <a:prstGeom prst="straightConnector1">
            <a:avLst/>
          </a:prstGeom>
          <a:noFill/>
          <a:ln w="12700" cap="flat" cmpd="sng">
            <a:solidFill>
              <a:srgbClr val="000001">
                <a:alpha val="19607"/>
              </a:srgbClr>
            </a:solidFill>
            <a:prstDash val="solid"/>
            <a:miter lim="800000"/>
            <a:headEnd type="none" w="med" len="med"/>
            <a:tailEnd type="none" w="med" len="med"/>
          </a:ln>
        </p:spPr>
      </p:cxnSp>
      <p:cxnSp>
        <p:nvCxnSpPr>
          <p:cNvPr id="93" name="Google Shape;93;p29"/>
          <p:cNvCxnSpPr/>
          <p:nvPr/>
        </p:nvCxnSpPr>
        <p:spPr>
          <a:xfrm>
            <a:off x="1292225" y="1485900"/>
            <a:ext cx="9607550" cy="0"/>
          </a:xfrm>
          <a:prstGeom prst="straightConnector1">
            <a:avLst/>
          </a:prstGeom>
          <a:noFill/>
          <a:ln w="31750" cap="flat" cmpd="sng">
            <a:solidFill>
              <a:schemeClr val="accent1"/>
            </a:solidFill>
            <a:prstDash val="solid"/>
            <a:miter lim="800000"/>
            <a:headEnd type="none" w="med" len="med"/>
            <a:tailEnd type="none" w="med" len="med"/>
          </a:ln>
        </p:spPr>
      </p:cxnSp>
      <p:sp>
        <p:nvSpPr>
          <p:cNvPr id="94" name="Google Shape;94;p29"/>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1pPr>
            <a:lvl2pPr marR="0" lvl="1"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2pPr>
            <a:lvl3pPr marR="0" lvl="2"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3pPr>
            <a:lvl4pPr marR="0" lvl="3"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4pPr>
            <a:lvl5pPr marR="0" lvl="4"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5pPr>
            <a:lvl6pPr marR="0" lvl="5"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6pPr>
            <a:lvl7pPr marR="0" lvl="6"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7pPr>
            <a:lvl8pPr marR="0" lvl="7"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8pPr>
            <a:lvl9pPr marR="0" lvl="8"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9pPr>
          </a:lstStyle>
          <a:p>
            <a:endParaRPr/>
          </a:p>
        </p:txBody>
      </p:sp>
      <p:sp>
        <p:nvSpPr>
          <p:cNvPr id="95" name="Google Shape;95;p29"/>
          <p:cNvSpPr txBox="1">
            <a:spLocks noGrp="1"/>
          </p:cNvSpPr>
          <p:nvPr>
            <p:ph type="body" idx="1"/>
          </p:nvPr>
        </p:nvSpPr>
        <p:spPr>
          <a:xfrm>
            <a:off x="1293812" y="2016125"/>
            <a:ext cx="9604375" cy="3449637"/>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96" name="Google Shape;96;p29"/>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97" name="Google Shape;97;p29"/>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Tree>
  </p:cSld>
  <p:clrMap bg1="lt1" tx1="dk1" bg2="dk2" tx2="lt2" accent1="accent1" accent2="accent2" accent3="accent3" accent4="accent4" accent5="accent5" accent6="accent6" hlink="hlink" folHlink="folHlink"/>
  <p:sldLayoutIdLst>
    <p:sldLayoutId id="2147483660" r:id="rId1"/>
  </p:sldLayoutIdLst>
  <p:transition>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6"/>
        <p:cNvGrpSpPr/>
        <p:nvPr/>
      </p:nvGrpSpPr>
      <p:grpSpPr>
        <a:xfrm>
          <a:off x="0" y="0"/>
          <a:ext cx="0" cy="0"/>
          <a:chOff x="0" y="0"/>
          <a:chExt cx="0" cy="0"/>
        </a:xfrm>
      </p:grpSpPr>
      <p:sp>
        <p:nvSpPr>
          <p:cNvPr id="107" name="Google Shape;107;p31"/>
          <p:cNvSpPr/>
          <p:nvPr/>
        </p:nvSpPr>
        <p:spPr>
          <a:xfrm>
            <a:off x="0" y="2019300"/>
            <a:ext cx="12192000" cy="4106862"/>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pic>
        <p:nvPicPr>
          <p:cNvPr id="108" name="Google Shape;108;p31"/>
          <p:cNvPicPr preferRelativeResize="0"/>
          <p:nvPr/>
        </p:nvPicPr>
        <p:blipFill rotWithShape="1">
          <a:blip r:embed="rId4">
            <a:alphaModFix/>
          </a:blip>
          <a:srcRect b="-1562"/>
          <a:stretch/>
        </p:blipFill>
        <p:spPr>
          <a:xfrm>
            <a:off x="0" y="6126162"/>
            <a:ext cx="12192000" cy="742950"/>
          </a:xfrm>
          <a:prstGeom prst="rect">
            <a:avLst/>
          </a:prstGeom>
          <a:noFill/>
          <a:ln>
            <a:noFill/>
          </a:ln>
        </p:spPr>
      </p:pic>
      <p:cxnSp>
        <p:nvCxnSpPr>
          <p:cNvPr id="109" name="Google Shape;109;p31"/>
          <p:cNvCxnSpPr/>
          <p:nvPr/>
        </p:nvCxnSpPr>
        <p:spPr>
          <a:xfrm>
            <a:off x="0" y="6127750"/>
            <a:ext cx="12192000" cy="0"/>
          </a:xfrm>
          <a:prstGeom prst="straightConnector1">
            <a:avLst/>
          </a:prstGeom>
          <a:noFill/>
          <a:ln w="12700" cap="flat" cmpd="sng">
            <a:solidFill>
              <a:srgbClr val="000001">
                <a:alpha val="19607"/>
              </a:srgbClr>
            </a:solidFill>
            <a:prstDash val="solid"/>
            <a:miter lim="800000"/>
            <a:headEnd type="none" w="med" len="med"/>
            <a:tailEnd type="none" w="med" len="med"/>
          </a:ln>
        </p:spPr>
      </p:cxnSp>
      <p:cxnSp>
        <p:nvCxnSpPr>
          <p:cNvPr id="110" name="Google Shape;110;p31"/>
          <p:cNvCxnSpPr/>
          <p:nvPr/>
        </p:nvCxnSpPr>
        <p:spPr>
          <a:xfrm>
            <a:off x="1292225" y="1485900"/>
            <a:ext cx="9607550" cy="0"/>
          </a:xfrm>
          <a:prstGeom prst="straightConnector1">
            <a:avLst/>
          </a:prstGeom>
          <a:noFill/>
          <a:ln w="31750" cap="flat" cmpd="sng">
            <a:solidFill>
              <a:schemeClr val="accent1"/>
            </a:solidFill>
            <a:prstDash val="solid"/>
            <a:miter lim="800000"/>
            <a:headEnd type="none" w="med" len="med"/>
            <a:tailEnd type="none" w="med" len="med"/>
          </a:ln>
        </p:spPr>
      </p:cxnSp>
      <p:sp>
        <p:nvSpPr>
          <p:cNvPr id="111" name="Google Shape;111;p31"/>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1pPr>
            <a:lvl2pPr marR="0" lvl="1"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2pPr>
            <a:lvl3pPr marR="0" lvl="2"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3pPr>
            <a:lvl4pPr marR="0" lvl="3"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4pPr>
            <a:lvl5pPr marR="0" lvl="4"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5pPr>
            <a:lvl6pPr marR="0" lvl="5"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6pPr>
            <a:lvl7pPr marR="0" lvl="6"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7pPr>
            <a:lvl8pPr marR="0" lvl="7"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8pPr>
            <a:lvl9pPr marR="0" lvl="8"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9pPr>
          </a:lstStyle>
          <a:p>
            <a:endParaRPr/>
          </a:p>
        </p:txBody>
      </p:sp>
      <p:sp>
        <p:nvSpPr>
          <p:cNvPr id="112" name="Google Shape;112;p31"/>
          <p:cNvSpPr txBox="1">
            <a:spLocks noGrp="1"/>
          </p:cNvSpPr>
          <p:nvPr>
            <p:ph type="body" idx="1"/>
          </p:nvPr>
        </p:nvSpPr>
        <p:spPr>
          <a:xfrm>
            <a:off x="1293812" y="2016125"/>
            <a:ext cx="9604375" cy="3449637"/>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113" name="Google Shape;113;p31"/>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14" name="Google Shape;114;p31"/>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Lst>
  <p:transition>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9"/>
        <p:cNvGrpSpPr/>
        <p:nvPr/>
      </p:nvGrpSpPr>
      <p:grpSpPr>
        <a:xfrm>
          <a:off x="0" y="0"/>
          <a:ext cx="0" cy="0"/>
          <a:chOff x="0" y="0"/>
          <a:chExt cx="0" cy="0"/>
        </a:xfrm>
      </p:grpSpPr>
      <p:sp>
        <p:nvSpPr>
          <p:cNvPr id="120" name="Google Shape;120;p33"/>
          <p:cNvSpPr/>
          <p:nvPr/>
        </p:nvSpPr>
        <p:spPr>
          <a:xfrm>
            <a:off x="0" y="2019300"/>
            <a:ext cx="12192000" cy="4106862"/>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pic>
        <p:nvPicPr>
          <p:cNvPr id="121" name="Google Shape;121;p33"/>
          <p:cNvPicPr preferRelativeResize="0"/>
          <p:nvPr/>
        </p:nvPicPr>
        <p:blipFill rotWithShape="1">
          <a:blip r:embed="rId4">
            <a:alphaModFix/>
          </a:blip>
          <a:srcRect b="-1562"/>
          <a:stretch/>
        </p:blipFill>
        <p:spPr>
          <a:xfrm>
            <a:off x="0" y="6126162"/>
            <a:ext cx="12192000" cy="742950"/>
          </a:xfrm>
          <a:prstGeom prst="rect">
            <a:avLst/>
          </a:prstGeom>
          <a:noFill/>
          <a:ln>
            <a:noFill/>
          </a:ln>
        </p:spPr>
      </p:pic>
      <p:cxnSp>
        <p:nvCxnSpPr>
          <p:cNvPr id="122" name="Google Shape;122;p33"/>
          <p:cNvCxnSpPr/>
          <p:nvPr/>
        </p:nvCxnSpPr>
        <p:spPr>
          <a:xfrm>
            <a:off x="0" y="6127750"/>
            <a:ext cx="12192000" cy="0"/>
          </a:xfrm>
          <a:prstGeom prst="straightConnector1">
            <a:avLst/>
          </a:prstGeom>
          <a:noFill/>
          <a:ln w="12700" cap="flat" cmpd="sng">
            <a:solidFill>
              <a:srgbClr val="000001">
                <a:alpha val="19607"/>
              </a:srgbClr>
            </a:solidFill>
            <a:prstDash val="solid"/>
            <a:miter lim="800000"/>
            <a:headEnd type="none" w="med" len="med"/>
            <a:tailEnd type="none" w="med" len="med"/>
          </a:ln>
        </p:spPr>
      </p:cxnSp>
      <p:cxnSp>
        <p:nvCxnSpPr>
          <p:cNvPr id="123" name="Google Shape;123;p33"/>
          <p:cNvCxnSpPr/>
          <p:nvPr/>
        </p:nvCxnSpPr>
        <p:spPr>
          <a:xfrm>
            <a:off x="1292225" y="1485900"/>
            <a:ext cx="9607550" cy="0"/>
          </a:xfrm>
          <a:prstGeom prst="straightConnector1">
            <a:avLst/>
          </a:prstGeom>
          <a:noFill/>
          <a:ln w="31750" cap="flat" cmpd="sng">
            <a:solidFill>
              <a:schemeClr val="accent1"/>
            </a:solidFill>
            <a:prstDash val="solid"/>
            <a:miter lim="800000"/>
            <a:headEnd type="none" w="med" len="med"/>
            <a:tailEnd type="none" w="med" len="med"/>
          </a:ln>
        </p:spPr>
      </p:cxnSp>
      <p:sp>
        <p:nvSpPr>
          <p:cNvPr id="124" name="Google Shape;124;p33"/>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1pPr>
            <a:lvl2pPr marR="0" lvl="1"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2pPr>
            <a:lvl3pPr marR="0" lvl="2"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3pPr>
            <a:lvl4pPr marR="0" lvl="3"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4pPr>
            <a:lvl5pPr marR="0" lvl="4"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5pPr>
            <a:lvl6pPr marR="0" lvl="5"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6pPr>
            <a:lvl7pPr marR="0" lvl="6"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7pPr>
            <a:lvl8pPr marR="0" lvl="7"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8pPr>
            <a:lvl9pPr marR="0" lvl="8"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9pPr>
          </a:lstStyle>
          <a:p>
            <a:endParaRPr/>
          </a:p>
        </p:txBody>
      </p:sp>
      <p:sp>
        <p:nvSpPr>
          <p:cNvPr id="125" name="Google Shape;125;p33"/>
          <p:cNvSpPr txBox="1">
            <a:spLocks noGrp="1"/>
          </p:cNvSpPr>
          <p:nvPr>
            <p:ph type="body" idx="1"/>
          </p:nvPr>
        </p:nvSpPr>
        <p:spPr>
          <a:xfrm>
            <a:off x="1293812" y="2016125"/>
            <a:ext cx="9604375" cy="3449637"/>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126" name="Google Shape;126;p33"/>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27" name="Google Shape;127;p33"/>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Tree>
  </p:cSld>
  <p:clrMap bg1="lt1" tx1="dk1" bg2="dk2" tx2="lt2" accent1="accent1" accent2="accent2" accent3="accent3" accent4="accent4" accent5="accent5" accent6="accent6" hlink="hlink" folHlink="folHlink"/>
  <p:sldLayoutIdLst>
    <p:sldLayoutId id="2147483664" r:id="rId1"/>
  </p:sldLayoutIdLst>
  <p:transition>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3"/>
        <p:cNvGrpSpPr/>
        <p:nvPr/>
      </p:nvGrpSpPr>
      <p:grpSpPr>
        <a:xfrm>
          <a:off x="0" y="0"/>
          <a:ext cx="0" cy="0"/>
          <a:chOff x="0" y="0"/>
          <a:chExt cx="0" cy="0"/>
        </a:xfrm>
      </p:grpSpPr>
      <p:sp>
        <p:nvSpPr>
          <p:cNvPr id="134" name="Google Shape;134;p35"/>
          <p:cNvSpPr/>
          <p:nvPr/>
        </p:nvSpPr>
        <p:spPr>
          <a:xfrm>
            <a:off x="0" y="2019300"/>
            <a:ext cx="12192000" cy="4106862"/>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pic>
        <p:nvPicPr>
          <p:cNvPr id="135" name="Google Shape;135;p35"/>
          <p:cNvPicPr preferRelativeResize="0"/>
          <p:nvPr/>
        </p:nvPicPr>
        <p:blipFill rotWithShape="1">
          <a:blip r:embed="rId4">
            <a:alphaModFix/>
          </a:blip>
          <a:srcRect b="-1562"/>
          <a:stretch/>
        </p:blipFill>
        <p:spPr>
          <a:xfrm>
            <a:off x="0" y="6126162"/>
            <a:ext cx="12192000" cy="742950"/>
          </a:xfrm>
          <a:prstGeom prst="rect">
            <a:avLst/>
          </a:prstGeom>
          <a:noFill/>
          <a:ln>
            <a:noFill/>
          </a:ln>
        </p:spPr>
      </p:pic>
      <p:cxnSp>
        <p:nvCxnSpPr>
          <p:cNvPr id="136" name="Google Shape;136;p35"/>
          <p:cNvCxnSpPr/>
          <p:nvPr/>
        </p:nvCxnSpPr>
        <p:spPr>
          <a:xfrm>
            <a:off x="0" y="6127750"/>
            <a:ext cx="12192000" cy="0"/>
          </a:xfrm>
          <a:prstGeom prst="straightConnector1">
            <a:avLst/>
          </a:prstGeom>
          <a:noFill/>
          <a:ln w="12700" cap="flat" cmpd="sng">
            <a:solidFill>
              <a:srgbClr val="000001">
                <a:alpha val="19607"/>
              </a:srgbClr>
            </a:solidFill>
            <a:prstDash val="solid"/>
            <a:miter lim="800000"/>
            <a:headEnd type="none" w="med" len="med"/>
            <a:tailEnd type="none" w="med" len="med"/>
          </a:ln>
        </p:spPr>
      </p:cxnSp>
      <p:sp>
        <p:nvSpPr>
          <p:cNvPr id="137" name="Google Shape;137;p35"/>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1pPr>
            <a:lvl2pPr marR="0" lvl="1"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2pPr>
            <a:lvl3pPr marR="0" lvl="2"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3pPr>
            <a:lvl4pPr marR="0" lvl="3"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4pPr>
            <a:lvl5pPr marR="0" lvl="4"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5pPr>
            <a:lvl6pPr marR="0" lvl="5"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6pPr>
            <a:lvl7pPr marR="0" lvl="6"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7pPr>
            <a:lvl8pPr marR="0" lvl="7"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8pPr>
            <a:lvl9pPr marR="0" lvl="8"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9pPr>
          </a:lstStyle>
          <a:p>
            <a:endParaRPr/>
          </a:p>
        </p:txBody>
      </p:sp>
      <p:sp>
        <p:nvSpPr>
          <p:cNvPr id="138" name="Google Shape;138;p35"/>
          <p:cNvSpPr txBox="1">
            <a:spLocks noGrp="1"/>
          </p:cNvSpPr>
          <p:nvPr>
            <p:ph type="body" idx="1"/>
          </p:nvPr>
        </p:nvSpPr>
        <p:spPr>
          <a:xfrm>
            <a:off x="1293812" y="2016125"/>
            <a:ext cx="9604375" cy="3449637"/>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139" name="Google Shape;139;p35"/>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0" name="Google Shape;140;p35"/>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Tree>
  </p:cSld>
  <p:clrMap bg1="lt1" tx1="dk1" bg2="dk2" tx2="lt2" accent1="accent1" accent2="accent2" accent3="accent3" accent4="accent4" accent5="accent5" accent6="accent6" hlink="hlink" folHlink="folHlink"/>
  <p:sldLayoutIdLst>
    <p:sldLayoutId id="2147483666" r:id="rId1"/>
  </p:sldLayoutIdLst>
  <p:transition>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4"/>
        <p:cNvGrpSpPr/>
        <p:nvPr/>
      </p:nvGrpSpPr>
      <p:grpSpPr>
        <a:xfrm>
          <a:off x="0" y="0"/>
          <a:ext cx="0" cy="0"/>
          <a:chOff x="0" y="0"/>
          <a:chExt cx="0" cy="0"/>
        </a:xfrm>
      </p:grpSpPr>
      <p:sp>
        <p:nvSpPr>
          <p:cNvPr id="145" name="Google Shape;145;p37"/>
          <p:cNvSpPr/>
          <p:nvPr/>
        </p:nvSpPr>
        <p:spPr>
          <a:xfrm>
            <a:off x="0" y="2019300"/>
            <a:ext cx="12192000" cy="4106862"/>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pic>
        <p:nvPicPr>
          <p:cNvPr id="146" name="Google Shape;146;p37"/>
          <p:cNvPicPr preferRelativeResize="0"/>
          <p:nvPr/>
        </p:nvPicPr>
        <p:blipFill rotWithShape="1">
          <a:blip r:embed="rId4">
            <a:alphaModFix/>
          </a:blip>
          <a:srcRect b="-1562"/>
          <a:stretch/>
        </p:blipFill>
        <p:spPr>
          <a:xfrm>
            <a:off x="0" y="6126162"/>
            <a:ext cx="12192000" cy="742950"/>
          </a:xfrm>
          <a:prstGeom prst="rect">
            <a:avLst/>
          </a:prstGeom>
          <a:noFill/>
          <a:ln>
            <a:noFill/>
          </a:ln>
        </p:spPr>
      </p:pic>
      <p:cxnSp>
        <p:nvCxnSpPr>
          <p:cNvPr id="147" name="Google Shape;147;p37"/>
          <p:cNvCxnSpPr/>
          <p:nvPr/>
        </p:nvCxnSpPr>
        <p:spPr>
          <a:xfrm>
            <a:off x="0" y="6127750"/>
            <a:ext cx="12192000" cy="0"/>
          </a:xfrm>
          <a:prstGeom prst="straightConnector1">
            <a:avLst/>
          </a:prstGeom>
          <a:noFill/>
          <a:ln w="12700" cap="flat" cmpd="sng">
            <a:solidFill>
              <a:srgbClr val="000001">
                <a:alpha val="19607"/>
              </a:srgbClr>
            </a:solidFill>
            <a:prstDash val="solid"/>
            <a:miter lim="800000"/>
            <a:headEnd type="none" w="med" len="med"/>
            <a:tailEnd type="none" w="med" len="med"/>
          </a:ln>
        </p:spPr>
      </p:cxnSp>
      <p:cxnSp>
        <p:nvCxnSpPr>
          <p:cNvPr id="148" name="Google Shape;148;p37"/>
          <p:cNvCxnSpPr/>
          <p:nvPr/>
        </p:nvCxnSpPr>
        <p:spPr>
          <a:xfrm>
            <a:off x="1292225" y="1485900"/>
            <a:ext cx="9607550" cy="0"/>
          </a:xfrm>
          <a:prstGeom prst="straightConnector1">
            <a:avLst/>
          </a:prstGeom>
          <a:noFill/>
          <a:ln w="31750" cap="flat" cmpd="sng">
            <a:solidFill>
              <a:schemeClr val="accent1"/>
            </a:solidFill>
            <a:prstDash val="solid"/>
            <a:miter lim="800000"/>
            <a:headEnd type="none" w="med" len="med"/>
            <a:tailEnd type="none" w="med" len="med"/>
          </a:ln>
        </p:spPr>
      </p:cxnSp>
      <p:cxnSp>
        <p:nvCxnSpPr>
          <p:cNvPr id="149" name="Google Shape;149;p37"/>
          <p:cNvCxnSpPr/>
          <p:nvPr/>
        </p:nvCxnSpPr>
        <p:spPr>
          <a:xfrm>
            <a:off x="4484687" y="5145087"/>
            <a:ext cx="0" cy="808037"/>
          </a:xfrm>
          <a:prstGeom prst="straightConnector1">
            <a:avLst/>
          </a:prstGeom>
          <a:noFill/>
          <a:ln w="19050" cap="flat" cmpd="sng">
            <a:solidFill>
              <a:srgbClr val="B0A697"/>
            </a:solidFill>
            <a:prstDash val="solid"/>
            <a:miter lim="800000"/>
            <a:headEnd type="none" w="med" len="med"/>
            <a:tailEnd type="none" w="med" len="med"/>
          </a:ln>
        </p:spPr>
      </p:cxnSp>
      <p:cxnSp>
        <p:nvCxnSpPr>
          <p:cNvPr id="150" name="Google Shape;150;p37"/>
          <p:cNvCxnSpPr/>
          <p:nvPr/>
        </p:nvCxnSpPr>
        <p:spPr>
          <a:xfrm>
            <a:off x="7758112" y="5145087"/>
            <a:ext cx="0" cy="808037"/>
          </a:xfrm>
          <a:prstGeom prst="straightConnector1">
            <a:avLst/>
          </a:prstGeom>
          <a:noFill/>
          <a:ln w="19050" cap="flat" cmpd="sng">
            <a:solidFill>
              <a:srgbClr val="B0A697"/>
            </a:solidFill>
            <a:prstDash val="solid"/>
            <a:miter lim="800000"/>
            <a:headEnd type="none" w="med" len="med"/>
            <a:tailEnd type="none" w="med" len="med"/>
          </a:ln>
        </p:spPr>
      </p:cxnSp>
      <p:sp>
        <p:nvSpPr>
          <p:cNvPr id="151" name="Google Shape;151;p37"/>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1pPr>
            <a:lvl2pPr marR="0" lvl="1"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2pPr>
            <a:lvl3pPr marR="0" lvl="2"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3pPr>
            <a:lvl4pPr marR="0" lvl="3"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4pPr>
            <a:lvl5pPr marR="0" lvl="4"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5pPr>
            <a:lvl6pPr marR="0" lvl="5"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6pPr>
            <a:lvl7pPr marR="0" lvl="6"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7pPr>
            <a:lvl8pPr marR="0" lvl="7"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8pPr>
            <a:lvl9pPr marR="0" lvl="8"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9pPr>
          </a:lstStyle>
          <a:p>
            <a:endParaRPr/>
          </a:p>
        </p:txBody>
      </p:sp>
      <p:sp>
        <p:nvSpPr>
          <p:cNvPr id="152" name="Google Shape;152;p37"/>
          <p:cNvSpPr txBox="1">
            <a:spLocks noGrp="1"/>
          </p:cNvSpPr>
          <p:nvPr>
            <p:ph type="body" idx="1"/>
          </p:nvPr>
        </p:nvSpPr>
        <p:spPr>
          <a:xfrm>
            <a:off x="1293812" y="2016125"/>
            <a:ext cx="9604375" cy="3449637"/>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153" name="Google Shape;153;p37"/>
          <p:cNvSpPr txBox="1">
            <a:spLocks noGrp="1"/>
          </p:cNvSpPr>
          <p:nvPr>
            <p:ph type="dt" idx="10"/>
          </p:nvPr>
        </p:nvSpPr>
        <p:spPr>
          <a:xfrm>
            <a:off x="7396162" y="6340475"/>
            <a:ext cx="3502025" cy="30956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54" name="Google Shape;154;p37"/>
          <p:cNvSpPr txBox="1">
            <a:spLocks noGrp="1"/>
          </p:cNvSpPr>
          <p:nvPr>
            <p:ph type="ftr" idx="11"/>
          </p:nvPr>
        </p:nvSpPr>
        <p:spPr>
          <a:xfrm>
            <a:off x="1293812" y="6340475"/>
            <a:ext cx="5938837" cy="3079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Tree>
  </p:cSld>
  <p:clrMap bg1="lt1" tx1="dk1" bg2="dk2" tx2="lt2" accent1="accent1" accent2="accent2" accent3="accent3" accent4="accent4" accent5="accent5" accent6="accent6" hlink="hlink" folHlink="folHlink"/>
  <p:sldLayoutIdLst>
    <p:sldLayoutId id="2147483668" r:id="rId1"/>
  </p:sldLayoutIdLst>
  <p:transition>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6"/>
        <p:cNvGrpSpPr/>
        <p:nvPr/>
      </p:nvGrpSpPr>
      <p:grpSpPr>
        <a:xfrm>
          <a:off x="0" y="0"/>
          <a:ext cx="0" cy="0"/>
          <a:chOff x="0" y="0"/>
          <a:chExt cx="0" cy="0"/>
        </a:xfrm>
      </p:grpSpPr>
      <p:sp>
        <p:nvSpPr>
          <p:cNvPr id="167" name="Google Shape;167;p39"/>
          <p:cNvSpPr/>
          <p:nvPr/>
        </p:nvSpPr>
        <p:spPr>
          <a:xfrm>
            <a:off x="0" y="2019300"/>
            <a:ext cx="12192000" cy="4106862"/>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pic>
        <p:nvPicPr>
          <p:cNvPr id="168" name="Google Shape;168;p39"/>
          <p:cNvPicPr preferRelativeResize="0"/>
          <p:nvPr/>
        </p:nvPicPr>
        <p:blipFill rotWithShape="1">
          <a:blip r:embed="rId4">
            <a:alphaModFix/>
          </a:blip>
          <a:srcRect b="-1562"/>
          <a:stretch/>
        </p:blipFill>
        <p:spPr>
          <a:xfrm>
            <a:off x="0" y="6126162"/>
            <a:ext cx="12192000" cy="742950"/>
          </a:xfrm>
          <a:prstGeom prst="rect">
            <a:avLst/>
          </a:prstGeom>
          <a:noFill/>
          <a:ln>
            <a:noFill/>
          </a:ln>
        </p:spPr>
      </p:pic>
      <p:cxnSp>
        <p:nvCxnSpPr>
          <p:cNvPr id="169" name="Google Shape;169;p39"/>
          <p:cNvCxnSpPr/>
          <p:nvPr/>
        </p:nvCxnSpPr>
        <p:spPr>
          <a:xfrm>
            <a:off x="0" y="6127750"/>
            <a:ext cx="12192000" cy="0"/>
          </a:xfrm>
          <a:prstGeom prst="straightConnector1">
            <a:avLst/>
          </a:prstGeom>
          <a:noFill/>
          <a:ln w="12700" cap="flat" cmpd="sng">
            <a:solidFill>
              <a:srgbClr val="000001">
                <a:alpha val="19607"/>
              </a:srgbClr>
            </a:solidFill>
            <a:prstDash val="solid"/>
            <a:miter lim="800000"/>
            <a:headEnd type="none" w="med" len="med"/>
            <a:tailEnd type="none" w="med" len="med"/>
          </a:ln>
        </p:spPr>
      </p:cxnSp>
      <p:grpSp>
        <p:nvGrpSpPr>
          <p:cNvPr id="170" name="Google Shape;170;p39"/>
          <p:cNvGrpSpPr/>
          <p:nvPr/>
        </p:nvGrpSpPr>
        <p:grpSpPr>
          <a:xfrm>
            <a:off x="7477125" y="482600"/>
            <a:ext cx="4075112" cy="5148262"/>
            <a:chOff x="7477387" y="482170"/>
            <a:chExt cx="4074533" cy="5149101"/>
          </a:xfrm>
        </p:grpSpPr>
        <p:sp>
          <p:nvSpPr>
            <p:cNvPr id="171" name="Google Shape;171;p39"/>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72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39"/>
            <p:cNvSpPr/>
            <p:nvPr/>
          </p:nvSpPr>
          <p:spPr>
            <a:xfrm>
              <a:off x="7790446" y="812506"/>
              <a:ext cx="3450289" cy="4466452"/>
            </a:xfrm>
            <a:prstGeom prst="rect">
              <a:avLst/>
            </a:prstGeom>
            <a:gradFill>
              <a:gsLst>
                <a:gs pos="0">
                  <a:srgbClr val="DADADA"/>
                </a:gs>
                <a:gs pos="100000">
                  <a:srgbClr val="FFFFFE"/>
                </a:gs>
              </a:gsLst>
              <a:lin ang="16200000" scaled="0"/>
            </a:gradFill>
            <a:ln w="50800" cap="flat" cmpd="sng">
              <a:solidFill>
                <a:srgbClr val="191919"/>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3" name="Google Shape;173;p39"/>
          <p:cNvCxnSpPr/>
          <p:nvPr/>
        </p:nvCxnSpPr>
        <p:spPr>
          <a:xfrm>
            <a:off x="1447800" y="3143250"/>
            <a:ext cx="5527675" cy="0"/>
          </a:xfrm>
          <a:prstGeom prst="straightConnector1">
            <a:avLst/>
          </a:prstGeom>
          <a:noFill/>
          <a:ln w="31750" cap="flat" cmpd="sng">
            <a:solidFill>
              <a:schemeClr val="accent1"/>
            </a:solidFill>
            <a:prstDash val="solid"/>
            <a:miter lim="800000"/>
            <a:headEnd type="none" w="med" len="med"/>
            <a:tailEnd type="none" w="med" len="med"/>
          </a:ln>
        </p:spPr>
      </p:cxnSp>
      <p:sp>
        <p:nvSpPr>
          <p:cNvPr id="174" name="Google Shape;174;p39"/>
          <p:cNvSpPr txBox="1">
            <a:spLocks noGrp="1"/>
          </p:cNvSpPr>
          <p:nvPr>
            <p:ph type="title"/>
          </p:nvPr>
        </p:nvSpPr>
        <p:spPr>
          <a:xfrm>
            <a:off x="1293812" y="804862"/>
            <a:ext cx="9604375" cy="104933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1pPr>
            <a:lvl2pPr marR="0" lvl="1"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2pPr>
            <a:lvl3pPr marR="0" lvl="2"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3pPr>
            <a:lvl4pPr marR="0" lvl="3"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4pPr>
            <a:lvl5pPr marR="0" lvl="4"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5pPr>
            <a:lvl6pPr marR="0" lvl="5"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6pPr>
            <a:lvl7pPr marR="0" lvl="6"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7pPr>
            <a:lvl8pPr marR="0" lvl="7"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8pPr>
            <a:lvl9pPr marR="0" lvl="8" algn="l" rtl="0">
              <a:lnSpc>
                <a:spcPct val="90000"/>
              </a:lnSpc>
              <a:spcBef>
                <a:spcPts val="0"/>
              </a:spcBef>
              <a:spcAft>
                <a:spcPts val="0"/>
              </a:spcAft>
              <a:buSzPts val="1400"/>
              <a:buNone/>
              <a:defRPr sz="3200" b="0" i="0" u="none" strike="noStrike" cap="none">
                <a:solidFill>
                  <a:schemeClr val="dk1"/>
                </a:solidFill>
                <a:latin typeface="Gill Sans"/>
                <a:ea typeface="Gill Sans"/>
                <a:cs typeface="Gill Sans"/>
                <a:sym typeface="Gill Sans"/>
              </a:defRPr>
            </a:lvl9pPr>
          </a:lstStyle>
          <a:p>
            <a:endParaRPr/>
          </a:p>
        </p:txBody>
      </p:sp>
      <p:sp>
        <p:nvSpPr>
          <p:cNvPr id="175" name="Google Shape;175;p39"/>
          <p:cNvSpPr txBox="1">
            <a:spLocks noGrp="1"/>
          </p:cNvSpPr>
          <p:nvPr>
            <p:ph type="body" idx="1"/>
          </p:nvPr>
        </p:nvSpPr>
        <p:spPr>
          <a:xfrm>
            <a:off x="1293812" y="2016125"/>
            <a:ext cx="9604375" cy="3449637"/>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176" name="Google Shape;176;p39"/>
          <p:cNvSpPr txBox="1">
            <a:spLocks noGrp="1"/>
          </p:cNvSpPr>
          <p:nvPr>
            <p:ph type="dt" idx="10"/>
          </p:nvPr>
        </p:nvSpPr>
        <p:spPr>
          <a:xfrm>
            <a:off x="7235825" y="6332537"/>
            <a:ext cx="4316412" cy="32067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77" name="Google Shape;177;p39"/>
          <p:cNvSpPr txBox="1">
            <a:spLocks noGrp="1"/>
          </p:cNvSpPr>
          <p:nvPr>
            <p:ph type="ftr" idx="11"/>
          </p:nvPr>
        </p:nvSpPr>
        <p:spPr>
          <a:xfrm>
            <a:off x="1447800" y="6332537"/>
            <a:ext cx="5540375" cy="3206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000" b="0" i="0" u="none">
                <a:solidFill>
                  <a:schemeClr val="lt1"/>
                </a:solidFill>
                <a:latin typeface="Gill Sans"/>
                <a:ea typeface="Gill Sans"/>
                <a:cs typeface="Gill Sans"/>
                <a:sym typeface="Gill Sans"/>
              </a:defRPr>
            </a:lvl1pPr>
            <a:lvl2pPr marR="0" lvl="1"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Tree>
  </p:cSld>
  <p:clrMap bg1="lt1" tx1="dk1" bg2="dk2" tx2="lt2" accent1="accent1" accent2="accent2" accent3="accent3" accent4="accent4" accent5="accent5" accent6="accent6" hlink="hlink" folHlink="folHlink"/>
  <p:sldLayoutIdLst>
    <p:sldLayoutId id="2147483670" r:id="rId1"/>
  </p:sldLayoutIdLst>
  <p:transition>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13"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diagramColors" Target="../diagrams/colors2.xml"/><Relationship Id="rId12"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11" Type="http://schemas.openxmlformats.org/officeDocument/2006/relationships/image" Target="../media/image6.jpeg"/><Relationship Id="rId5" Type="http://schemas.openxmlformats.org/officeDocument/2006/relationships/diagramLayout" Target="../diagrams/layout2.xml"/><Relationship Id="rId10" Type="http://schemas.openxmlformats.org/officeDocument/2006/relationships/image" Target="../media/image5.jpeg"/><Relationship Id="rId4" Type="http://schemas.openxmlformats.org/officeDocument/2006/relationships/diagramData" Target="../diagrams/data2.xml"/><Relationship Id="rId9" Type="http://schemas.openxmlformats.org/officeDocument/2006/relationships/image" Target="../media/image4.jpeg"/></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png"/><Relationship Id="rId7" Type="http://schemas.openxmlformats.org/officeDocument/2006/relationships/diagramColors" Target="../diagrams/colors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4.jpe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png"/><Relationship Id="rId7" Type="http://schemas.openxmlformats.org/officeDocument/2006/relationships/diagramColors" Target="../diagrams/colors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8.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3.png"/><Relationship Id="rId7" Type="http://schemas.openxmlformats.org/officeDocument/2006/relationships/diagramColors" Target="../diagrams/colors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3.png"/><Relationship Id="rId7" Type="http://schemas.openxmlformats.org/officeDocument/2006/relationships/diagramColors" Target="../diagrams/colors7.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7"/>
        <p:cNvGrpSpPr/>
        <p:nvPr/>
      </p:nvGrpSpPr>
      <p:grpSpPr>
        <a:xfrm>
          <a:off x="0" y="0"/>
          <a:ext cx="0" cy="0"/>
          <a:chOff x="0" y="0"/>
          <a:chExt cx="0" cy="0"/>
        </a:xfrm>
      </p:grpSpPr>
      <p:sp>
        <p:nvSpPr>
          <p:cNvPr id="188" name="Google Shape;188;p1"/>
          <p:cNvSpPr txBox="1">
            <a:spLocks noGrp="1"/>
          </p:cNvSpPr>
          <p:nvPr>
            <p:ph type="ctrTitle"/>
          </p:nvPr>
        </p:nvSpPr>
        <p:spPr>
          <a:xfrm>
            <a:off x="228599" y="903372"/>
            <a:ext cx="11423073" cy="2541587"/>
          </a:xfrm>
          <a:prstGeom prst="rect">
            <a:avLst/>
          </a:prstGeom>
          <a:noFill/>
          <a:ln>
            <a:noFill/>
          </a:ln>
        </p:spPr>
        <p:txBody>
          <a:bodyPr spcFirstLastPara="1" wrap="square" lIns="91425" tIns="45700" rIns="91425" bIns="0" anchor="b" anchorCtr="0">
            <a:noAutofit/>
          </a:bodyPr>
          <a:lstStyle/>
          <a:p>
            <a:pPr marL="0" lvl="0" indent="0" algn="ctr" rtl="0">
              <a:lnSpc>
                <a:spcPct val="150000"/>
              </a:lnSpc>
              <a:spcBef>
                <a:spcPts val="0"/>
              </a:spcBef>
              <a:spcAft>
                <a:spcPts val="0"/>
              </a:spcAft>
              <a:buClr>
                <a:schemeClr val="dk1"/>
              </a:buClr>
              <a:buSzPts val="3600"/>
              <a:buFont typeface="Algerian"/>
              <a:buNone/>
            </a:pPr>
            <a:r>
              <a:rPr lang="en-US" sz="5000" b="1" i="0" u="none" dirty="0">
                <a:solidFill>
                  <a:schemeClr val="dk1"/>
                </a:solidFill>
                <a:latin typeface="Algerian"/>
                <a:ea typeface="Algerian"/>
                <a:cs typeface="Algerian"/>
                <a:sym typeface="Algerian"/>
              </a:rPr>
              <a:t>CAMBRIDGE </a:t>
            </a:r>
            <a:r>
              <a:rPr lang="en-US" sz="5000" b="1" i="0" u="none">
                <a:solidFill>
                  <a:schemeClr val="dk1"/>
                </a:solidFill>
                <a:latin typeface="Algerian"/>
                <a:ea typeface="Algerian"/>
                <a:cs typeface="Algerian"/>
                <a:sym typeface="Algerian"/>
              </a:rPr>
              <a:t>PRIMARY </a:t>
            </a:r>
            <a:r>
              <a:rPr lang="en-US" sz="5000" b="1" i="0" u="none" smtClean="0">
                <a:solidFill>
                  <a:schemeClr val="dk1"/>
                </a:solidFill>
                <a:latin typeface="Algerian"/>
                <a:ea typeface="Algerian"/>
                <a:cs typeface="Algerian"/>
                <a:sym typeface="Algerian"/>
              </a:rPr>
              <a:t>ICT</a:t>
            </a:r>
            <a:r>
              <a:rPr lang="en-US" sz="5000" b="1" smtClean="0">
                <a:latin typeface="Algerian"/>
                <a:ea typeface="Algerian"/>
                <a:cs typeface="Algerian"/>
                <a:sym typeface="Algerian"/>
              </a:rPr>
              <a:t> </a:t>
            </a:r>
            <a:r>
              <a:rPr lang="en-US" sz="5000" b="1" dirty="0" smtClean="0">
                <a:latin typeface="Algerian"/>
                <a:ea typeface="Algerian"/>
                <a:cs typeface="Algerian"/>
                <a:sym typeface="Algerian"/>
              </a:rPr>
              <a:t/>
            </a:r>
            <a:br>
              <a:rPr lang="en-US" sz="5000" b="1" dirty="0" smtClean="0">
                <a:latin typeface="Algerian"/>
                <a:ea typeface="Algerian"/>
                <a:cs typeface="Algerian"/>
                <a:sym typeface="Algerian"/>
              </a:rPr>
            </a:br>
            <a:r>
              <a:rPr lang="en-US" sz="5000" b="1" i="0" u="none" dirty="0" smtClean="0">
                <a:solidFill>
                  <a:schemeClr val="dk1"/>
                </a:solidFill>
                <a:latin typeface="Algerian"/>
                <a:ea typeface="Algerian"/>
                <a:cs typeface="Algerian"/>
                <a:sym typeface="Algerian"/>
              </a:rPr>
              <a:t>TEACHERS TRAINING</a:t>
            </a:r>
            <a:endParaRPr sz="5000" b="1" dirty="0"/>
          </a:p>
        </p:txBody>
      </p:sp>
      <p:pic>
        <p:nvPicPr>
          <p:cNvPr id="191" name="Google Shape;191;p1"/>
          <p:cNvPicPr preferRelativeResize="0"/>
          <p:nvPr/>
        </p:nvPicPr>
        <p:blipFill rotWithShape="1">
          <a:blip r:embed="rId4">
            <a:alphaModFix/>
          </a:blip>
          <a:srcRect/>
          <a:stretch/>
        </p:blipFill>
        <p:spPr>
          <a:xfrm>
            <a:off x="8682824" y="-66446"/>
            <a:ext cx="3600616" cy="1274618"/>
          </a:xfrm>
          <a:prstGeom prst="rect">
            <a:avLst/>
          </a:prstGeom>
          <a:noFill/>
          <a:ln>
            <a:noFill/>
          </a:ln>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
          <p:cNvSpPr txBox="1">
            <a:spLocks noGrp="1"/>
          </p:cNvSpPr>
          <p:nvPr>
            <p:ph type="title"/>
          </p:nvPr>
        </p:nvSpPr>
        <p:spPr>
          <a:xfrm>
            <a:off x="643226" y="451824"/>
            <a:ext cx="9602787" cy="6858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5C0F21"/>
              </a:buClr>
              <a:buSzPts val="4600"/>
              <a:buFont typeface="Gill Sans"/>
              <a:buNone/>
            </a:pPr>
            <a:r>
              <a:rPr lang="en-US" sz="4600" b="1" i="0" u="none" dirty="0">
                <a:solidFill>
                  <a:srgbClr val="5C0F21"/>
                </a:solidFill>
                <a:latin typeface="Gill Sans"/>
                <a:ea typeface="Gill Sans"/>
                <a:cs typeface="Gill Sans"/>
                <a:sym typeface="Gill Sans"/>
              </a:rPr>
              <a:t>CONTENTS</a:t>
            </a:r>
            <a:endParaRPr dirty="0"/>
          </a:p>
        </p:txBody>
      </p:sp>
      <p:pic>
        <p:nvPicPr>
          <p:cNvPr id="197" name="Google Shape;197;p2"/>
          <p:cNvPicPr preferRelativeResize="0"/>
          <p:nvPr/>
        </p:nvPicPr>
        <p:blipFill rotWithShape="1">
          <a:blip r:embed="rId3">
            <a:alphaModFix/>
          </a:blip>
          <a:srcRect/>
          <a:stretch/>
        </p:blipFill>
        <p:spPr>
          <a:xfrm>
            <a:off x="8657886" y="-107047"/>
            <a:ext cx="3600616" cy="1274618"/>
          </a:xfrm>
          <a:prstGeom prst="rect">
            <a:avLst/>
          </a:prstGeom>
          <a:noFill/>
          <a:ln>
            <a:noFill/>
          </a:ln>
        </p:spPr>
      </p:pic>
      <p:graphicFrame>
        <p:nvGraphicFramePr>
          <p:cNvPr id="4" name="Diagram 3"/>
          <p:cNvGraphicFramePr/>
          <p:nvPr>
            <p:extLst>
              <p:ext uri="{D42A27DB-BD31-4B8C-83A1-F6EECF244321}">
                <p14:modId xmlns:p14="http://schemas.microsoft.com/office/powerpoint/2010/main" val="2529432197"/>
              </p:ext>
            </p:extLst>
          </p:nvPr>
        </p:nvGraphicFramePr>
        <p:xfrm>
          <a:off x="1200728" y="1458660"/>
          <a:ext cx="9314872"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44763774"/>
      </p:ext>
    </p:extLst>
  </p:cSld>
  <p:clrMapOvr>
    <a:masterClrMapping/>
  </p:clrMapOvr>
  <p:transition>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3"/>
          <p:cNvPicPr preferRelativeResize="0"/>
          <p:nvPr/>
        </p:nvPicPr>
        <p:blipFill rotWithShape="1">
          <a:blip r:embed="rId3">
            <a:alphaModFix/>
          </a:blip>
          <a:srcRect/>
          <a:stretch/>
        </p:blipFill>
        <p:spPr>
          <a:xfrm>
            <a:off x="8657886" y="-107047"/>
            <a:ext cx="3600616" cy="1274618"/>
          </a:xfrm>
          <a:prstGeom prst="rect">
            <a:avLst/>
          </a:prstGeom>
          <a:noFill/>
          <a:ln>
            <a:noFill/>
          </a:ln>
        </p:spPr>
      </p:pic>
      <p:sp>
        <p:nvSpPr>
          <p:cNvPr id="208" name="Google Shape;208;p3"/>
          <p:cNvSpPr txBox="1">
            <a:spLocks noGrp="1"/>
          </p:cNvSpPr>
          <p:nvPr>
            <p:ph type="title"/>
          </p:nvPr>
        </p:nvSpPr>
        <p:spPr>
          <a:xfrm>
            <a:off x="620712" y="357187"/>
            <a:ext cx="9602787" cy="6858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5C0F21"/>
              </a:buClr>
              <a:buSzPts val="4000"/>
              <a:buFont typeface="Gill Sans"/>
              <a:buNone/>
            </a:pPr>
            <a:r>
              <a:rPr lang="en-US" sz="4000" b="1" i="0" u="none">
                <a:solidFill>
                  <a:srgbClr val="5C0F21"/>
                </a:solidFill>
                <a:latin typeface="Gill Sans"/>
                <a:ea typeface="Gill Sans"/>
                <a:cs typeface="Gill Sans"/>
                <a:sym typeface="Gill Sans"/>
              </a:rPr>
              <a:t>INTRODUCTION</a:t>
            </a:r>
            <a:endParaRPr/>
          </a:p>
        </p:txBody>
      </p:sp>
      <p:sp>
        <p:nvSpPr>
          <p:cNvPr id="2" name="AutoShape 6" descr="Sách] Cambridge Click Start 3 Computer Science for School 2nd Edition -  Sách gáy xoắn - SÁCH TIẾNG ANH HÀ NỘ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5" name="Diagram 4"/>
          <p:cNvGraphicFramePr/>
          <p:nvPr>
            <p:extLst>
              <p:ext uri="{D42A27DB-BD31-4B8C-83A1-F6EECF244321}">
                <p14:modId xmlns:p14="http://schemas.microsoft.com/office/powerpoint/2010/main" val="3381727921"/>
              </p:ext>
            </p:extLst>
          </p:nvPr>
        </p:nvGraphicFramePr>
        <p:xfrm>
          <a:off x="4067862" y="1506536"/>
          <a:ext cx="7985592" cy="52082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6" name="Group 15"/>
          <p:cNvGrpSpPr/>
          <p:nvPr/>
        </p:nvGrpSpPr>
        <p:grpSpPr>
          <a:xfrm>
            <a:off x="58592" y="1873827"/>
            <a:ext cx="4804353" cy="4513117"/>
            <a:chOff x="58592" y="1873827"/>
            <a:chExt cx="5426829" cy="4776355"/>
          </a:xfrm>
        </p:grpSpPr>
        <p:grpSp>
          <p:nvGrpSpPr>
            <p:cNvPr id="17" name="Group 16"/>
            <p:cNvGrpSpPr/>
            <p:nvPr/>
          </p:nvGrpSpPr>
          <p:grpSpPr>
            <a:xfrm>
              <a:off x="58592" y="1873827"/>
              <a:ext cx="5426829" cy="2208069"/>
              <a:chOff x="127867" y="1873827"/>
              <a:chExt cx="5426829" cy="2208069"/>
            </a:xfrm>
          </p:grpSpPr>
          <p:pic>
            <p:nvPicPr>
              <p:cNvPr id="20" name="Picture 2" descr="Click Start Level 1 Student's Book with CD-ROM: Computer Science for  Schools (CBSE - Computer Science): Soldier: 9781107670242: Amazon.com: Books"/>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7867" y="1873827"/>
                <a:ext cx="1659370" cy="220806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1" name="Picture 4" descr="Click Start Level 2 Student's Book with CD-ROM: Computer Science for  Schools (CBSE - Computer Science): Soldier, Ayesha: 9781107696587:  Amazon.com: Books"/>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78601" y="1873827"/>
                <a:ext cx="1678998" cy="220806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2" name="Picture 8" descr="Click Start Level 3 Student's Book with CD-ROM : Anjna Virmani :  97811076621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48963" y="1873827"/>
                <a:ext cx="1705733" cy="220806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pic>
          <p:nvPicPr>
            <p:cNvPr id="18" name="Picture 10" descr="Click Start Level 4 Student's Book: Computer Science for Schools by Anjna  Virmani"/>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83117" y="4437927"/>
              <a:ext cx="1711671" cy="221225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9" name="Picture 12" descr="Buy Click Start Level 5 Student's Book with CD-ROM: Computer Science for  Schools (CBSE - Computer Science) Book Online at Low Prices in India | Click  Start Level 5 Student's Book with"/>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19277" y="4437927"/>
              <a:ext cx="1744606" cy="221225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4"/>
          <p:cNvPicPr preferRelativeResize="0"/>
          <p:nvPr/>
        </p:nvPicPr>
        <p:blipFill rotWithShape="1">
          <a:blip r:embed="rId3">
            <a:alphaModFix/>
          </a:blip>
          <a:srcRect/>
          <a:stretch/>
        </p:blipFill>
        <p:spPr>
          <a:xfrm>
            <a:off x="8922326" y="-107047"/>
            <a:ext cx="3336175" cy="1181006"/>
          </a:xfrm>
          <a:prstGeom prst="rect">
            <a:avLst/>
          </a:prstGeom>
          <a:noFill/>
          <a:ln>
            <a:noFill/>
          </a:ln>
        </p:spPr>
      </p:pic>
      <p:sp>
        <p:nvSpPr>
          <p:cNvPr id="217" name="Google Shape;217;p4"/>
          <p:cNvSpPr txBox="1"/>
          <p:nvPr/>
        </p:nvSpPr>
        <p:spPr>
          <a:xfrm>
            <a:off x="620712" y="357187"/>
            <a:ext cx="9602787" cy="68580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5C0F21"/>
              </a:buClr>
              <a:buSzPts val="4000"/>
              <a:buFont typeface="Gill Sans"/>
              <a:buNone/>
            </a:pPr>
            <a:r>
              <a:rPr lang="en-US" sz="4000" b="1" i="0" u="none">
                <a:solidFill>
                  <a:srgbClr val="5C0F21"/>
                </a:solidFill>
                <a:latin typeface="Gill Sans"/>
                <a:ea typeface="Gill Sans"/>
                <a:cs typeface="Gill Sans"/>
                <a:sym typeface="Gill Sans"/>
              </a:rPr>
              <a:t>INTRODUCTION</a:t>
            </a:r>
            <a:endParaRPr/>
          </a:p>
        </p:txBody>
      </p:sp>
      <p:graphicFrame>
        <p:nvGraphicFramePr>
          <p:cNvPr id="2" name="Diagram 1"/>
          <p:cNvGraphicFramePr/>
          <p:nvPr>
            <p:extLst>
              <p:ext uri="{D42A27DB-BD31-4B8C-83A1-F6EECF244321}">
                <p14:modId xmlns:p14="http://schemas.microsoft.com/office/powerpoint/2010/main" val="3465280565"/>
              </p:ext>
            </p:extLst>
          </p:nvPr>
        </p:nvGraphicFramePr>
        <p:xfrm>
          <a:off x="620712" y="211932"/>
          <a:ext cx="10926762" cy="652409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p5"/>
          <p:cNvPicPr preferRelativeResize="0"/>
          <p:nvPr/>
        </p:nvPicPr>
        <p:blipFill rotWithShape="1">
          <a:blip r:embed="rId3">
            <a:alphaModFix/>
          </a:blip>
          <a:srcRect/>
          <a:stretch/>
        </p:blipFill>
        <p:spPr>
          <a:xfrm>
            <a:off x="8922326" y="-107047"/>
            <a:ext cx="3336175" cy="1181006"/>
          </a:xfrm>
          <a:prstGeom prst="rect">
            <a:avLst/>
          </a:prstGeom>
          <a:noFill/>
          <a:ln>
            <a:noFill/>
          </a:ln>
        </p:spPr>
      </p:pic>
      <p:sp>
        <p:nvSpPr>
          <p:cNvPr id="227" name="Google Shape;227;p5"/>
          <p:cNvSpPr txBox="1"/>
          <p:nvPr/>
        </p:nvSpPr>
        <p:spPr>
          <a:xfrm>
            <a:off x="618837" y="169069"/>
            <a:ext cx="9602787" cy="68580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5C0F21"/>
              </a:buClr>
              <a:buSzPts val="4000"/>
              <a:buFont typeface="Gill Sans"/>
              <a:buNone/>
            </a:pPr>
            <a:r>
              <a:rPr lang="en-US" sz="4000" b="1" i="0" u="none" dirty="0">
                <a:solidFill>
                  <a:srgbClr val="5C0F21"/>
                </a:solidFill>
                <a:latin typeface="Gill Sans"/>
                <a:ea typeface="Gill Sans"/>
                <a:cs typeface="Gill Sans"/>
                <a:sym typeface="Gill Sans"/>
              </a:rPr>
              <a:t>INTRODUCTION</a:t>
            </a:r>
            <a:endParaRPr dirty="0"/>
          </a:p>
        </p:txBody>
      </p:sp>
      <p:sp>
        <p:nvSpPr>
          <p:cNvPr id="228" name="Google Shape;228;p5"/>
          <p:cNvSpPr txBox="1"/>
          <p:nvPr/>
        </p:nvSpPr>
        <p:spPr>
          <a:xfrm>
            <a:off x="1463387" y="668889"/>
            <a:ext cx="7867086"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C3753"/>
              </a:buClr>
              <a:buSzPts val="2600"/>
              <a:buFont typeface="Gill Sans"/>
              <a:buNone/>
            </a:pPr>
            <a:r>
              <a:rPr lang="en-US" sz="2200" b="1" i="0" u="none" dirty="0">
                <a:solidFill>
                  <a:srgbClr val="2C3753"/>
                </a:solidFill>
                <a:latin typeface="Gill Sans"/>
                <a:ea typeface="Gill Sans"/>
                <a:cs typeface="Gill Sans"/>
                <a:sym typeface="Gill Sans"/>
              </a:rPr>
              <a:t>This </a:t>
            </a:r>
            <a:r>
              <a:rPr lang="en-US" sz="2200" b="1" i="0" u="none" dirty="0" smtClean="0">
                <a:solidFill>
                  <a:srgbClr val="2C3753"/>
                </a:solidFill>
                <a:latin typeface="Gill Sans"/>
                <a:ea typeface="Gill Sans"/>
                <a:cs typeface="Gill Sans"/>
                <a:sym typeface="Gill Sans"/>
              </a:rPr>
              <a:t>ICT program </a:t>
            </a:r>
            <a:r>
              <a:rPr lang="en-US" sz="2200" b="1" i="0" u="none" dirty="0">
                <a:solidFill>
                  <a:srgbClr val="2C3753"/>
                </a:solidFill>
                <a:latin typeface="Gill Sans"/>
                <a:ea typeface="Gill Sans"/>
                <a:cs typeface="Gill Sans"/>
                <a:sym typeface="Gill Sans"/>
              </a:rPr>
              <a:t>allows for continuity and progression both within and between the stages.</a:t>
            </a:r>
            <a:endParaRPr sz="2200" dirty="0"/>
          </a:p>
        </p:txBody>
      </p:sp>
      <p:graphicFrame>
        <p:nvGraphicFramePr>
          <p:cNvPr id="2" name="Diagram 1"/>
          <p:cNvGraphicFramePr/>
          <p:nvPr>
            <p:extLst>
              <p:ext uri="{D42A27DB-BD31-4B8C-83A1-F6EECF244321}">
                <p14:modId xmlns:p14="http://schemas.microsoft.com/office/powerpoint/2010/main" val="2096519528"/>
              </p:ext>
            </p:extLst>
          </p:nvPr>
        </p:nvGraphicFramePr>
        <p:xfrm>
          <a:off x="71915" y="1886671"/>
          <a:ext cx="12036958" cy="46803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Rectangle 5"/>
          <p:cNvSpPr/>
          <p:nvPr/>
        </p:nvSpPr>
        <p:spPr>
          <a:xfrm>
            <a:off x="5830542" y="3275112"/>
            <a:ext cx="530915" cy="369332"/>
          </a:xfrm>
          <a:prstGeom prst="rect">
            <a:avLst/>
          </a:prstGeom>
        </p:spPr>
        <p:txBody>
          <a:bodyPr wrap="none">
            <a:spAutoFit/>
          </a:bodyPr>
          <a:lstStyle/>
          <a:p>
            <a:pPr marL="342900" lvl="0" indent="-342900" algn="just">
              <a:spcBef>
                <a:spcPts val="295"/>
              </a:spcBef>
              <a:buFont typeface="Symbol" panose="05050102010706020507" pitchFamily="18" charset="2"/>
              <a:buChar char=""/>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p:txBody>
      </p:sp>
      <p:sp>
        <p:nvSpPr>
          <p:cNvPr id="8" name="Rectangle 7"/>
          <p:cNvSpPr/>
          <p:nvPr/>
        </p:nvSpPr>
        <p:spPr>
          <a:xfrm>
            <a:off x="5396930" y="3275112"/>
            <a:ext cx="184731" cy="307777"/>
          </a:xfrm>
          <a:prstGeom prst="rect">
            <a:avLst/>
          </a:prstGeom>
        </p:spPr>
        <p:txBody>
          <a:bodyPr wrap="none">
            <a:spAutoFit/>
          </a:bodyPr>
          <a:lstStyle/>
          <a:p>
            <a:endParaRPr lang="en-US" dirty="0"/>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anim calcmode="lin" valueType="num">
                                      <p:cBhvr additive="base">
                                        <p:cTn id="7" dur="500"/>
                                        <p:tgtEl>
                                          <p:spTgt spid="228"/>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6"/>
          <p:cNvSpPr txBox="1">
            <a:spLocks noGrp="1"/>
          </p:cNvSpPr>
          <p:nvPr>
            <p:ph type="title"/>
          </p:nvPr>
        </p:nvSpPr>
        <p:spPr>
          <a:xfrm>
            <a:off x="620712" y="315912"/>
            <a:ext cx="9602787" cy="6858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5C0F21"/>
              </a:buClr>
              <a:buSzPts val="4000"/>
              <a:buFont typeface="Gill Sans"/>
              <a:buNone/>
            </a:pPr>
            <a:r>
              <a:rPr lang="en-US" sz="4000" b="1" i="0" u="none">
                <a:solidFill>
                  <a:srgbClr val="5C0F21"/>
                </a:solidFill>
                <a:latin typeface="Gill Sans"/>
                <a:ea typeface="Gill Sans"/>
                <a:cs typeface="Gill Sans"/>
                <a:sym typeface="Gill Sans"/>
              </a:rPr>
              <a:t>INTRODUCTION</a:t>
            </a:r>
            <a:endParaRPr/>
          </a:p>
        </p:txBody>
      </p:sp>
      <p:pic>
        <p:nvPicPr>
          <p:cNvPr id="235" name="Google Shape;235;p6"/>
          <p:cNvPicPr preferRelativeResize="0"/>
          <p:nvPr/>
        </p:nvPicPr>
        <p:blipFill rotWithShape="1">
          <a:blip r:embed="rId3">
            <a:alphaModFix/>
          </a:blip>
          <a:srcRect/>
          <a:stretch/>
        </p:blipFill>
        <p:spPr>
          <a:xfrm>
            <a:off x="8657886" y="-107047"/>
            <a:ext cx="3600616" cy="1274618"/>
          </a:xfrm>
          <a:prstGeom prst="rect">
            <a:avLst/>
          </a:prstGeom>
          <a:noFill/>
          <a:ln>
            <a:noFill/>
          </a:ln>
        </p:spPr>
      </p:pic>
      <p:sp>
        <p:nvSpPr>
          <p:cNvPr id="237" name="Google Shape;237;p6"/>
          <p:cNvSpPr txBox="1"/>
          <p:nvPr/>
        </p:nvSpPr>
        <p:spPr>
          <a:xfrm>
            <a:off x="6089650" y="969962"/>
            <a:ext cx="3768725" cy="52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22C16"/>
              </a:buClr>
              <a:buSzPts val="2800"/>
              <a:buFont typeface="Calibri"/>
              <a:buNone/>
            </a:pPr>
            <a:r>
              <a:rPr lang="en-US" sz="2800" b="1" i="1" u="sng">
                <a:solidFill>
                  <a:srgbClr val="422C16"/>
                </a:solidFill>
                <a:latin typeface="Calibri"/>
                <a:ea typeface="Calibri"/>
                <a:cs typeface="Calibri"/>
                <a:sym typeface="Calibri"/>
              </a:rPr>
              <a:t>Resources for teachers</a:t>
            </a:r>
            <a:endParaRPr/>
          </a:p>
        </p:txBody>
      </p:sp>
      <p:sp>
        <p:nvSpPr>
          <p:cNvPr id="244" name="Google Shape;244;p6"/>
          <p:cNvSpPr txBox="1"/>
          <p:nvPr/>
        </p:nvSpPr>
        <p:spPr>
          <a:xfrm>
            <a:off x="1085850" y="908050"/>
            <a:ext cx="3481387" cy="58578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accent1"/>
              </a:buClr>
              <a:buSzPts val="3200"/>
              <a:buFont typeface="Calibri"/>
              <a:buNone/>
            </a:pPr>
            <a:r>
              <a:rPr lang="en-US" sz="3200" b="1" i="0" u="none">
                <a:solidFill>
                  <a:schemeClr val="accent1"/>
                </a:solidFill>
                <a:latin typeface="Calibri"/>
                <a:ea typeface="Calibri"/>
                <a:cs typeface="Calibri"/>
                <a:sym typeface="Calibri"/>
              </a:rPr>
              <a:t>From grade 1 to 5</a:t>
            </a:r>
            <a:endParaRPr/>
          </a:p>
        </p:txBody>
      </p:sp>
      <p:pic>
        <p:nvPicPr>
          <p:cNvPr id="245" name="Google Shape;245;p6" descr="Undergraduate Course Syllabi | National Communication Association"/>
          <p:cNvPicPr preferRelativeResize="0"/>
          <p:nvPr/>
        </p:nvPicPr>
        <p:blipFill rotWithShape="1">
          <a:blip r:embed="rId4">
            <a:alphaModFix/>
          </a:blip>
          <a:srcRect l="19911" t="2474" r="1936" b="65266"/>
          <a:stretch/>
        </p:blipFill>
        <p:spPr>
          <a:xfrm>
            <a:off x="754856" y="1580578"/>
            <a:ext cx="5696672" cy="942433"/>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14" name="Picture 2" descr="Click Start Level 1 Student's Book with CD-ROM: Computer Science for  Schools (CBSE - Computer Science): Soldier: 9781107670242: Amazon.com: Book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2011" y="2884657"/>
            <a:ext cx="2758643" cy="391792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098" name="Picture 2" descr="Click Start Level 1 Teacher's Manual: Computer Science for Schools by  Ayesha Soldie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34010" y="1821621"/>
            <a:ext cx="2990850" cy="45243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7"/>
                                        </p:tgtEl>
                                        <p:attrNameLst>
                                          <p:attrName>style.visibility</p:attrName>
                                        </p:attrNameLst>
                                      </p:cBhvr>
                                      <p:to>
                                        <p:strVal val="visible"/>
                                      </p:to>
                                    </p:set>
                                    <p:anim calcmode="lin" valueType="num">
                                      <p:cBhvr additive="base">
                                        <p:cTn id="7" dur="500"/>
                                        <p:tgtEl>
                                          <p:spTgt spid="237"/>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44"/>
                                        </p:tgtEl>
                                        <p:attrNameLst>
                                          <p:attrName>style.visibility</p:attrName>
                                        </p:attrNameLst>
                                      </p:cBhvr>
                                      <p:to>
                                        <p:strVal val="visible"/>
                                      </p:to>
                                    </p:set>
                                    <p:anim calcmode="lin" valueType="num">
                                      <p:cBhvr additive="base">
                                        <p:cTn id="12" dur="500"/>
                                        <p:tgtEl>
                                          <p:spTgt spid="2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8"/>
          <p:cNvSpPr txBox="1">
            <a:spLocks noGrp="1"/>
          </p:cNvSpPr>
          <p:nvPr>
            <p:ph type="title"/>
          </p:nvPr>
        </p:nvSpPr>
        <p:spPr>
          <a:xfrm>
            <a:off x="754062" y="265112"/>
            <a:ext cx="9602787" cy="6858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5C0F21"/>
              </a:buClr>
              <a:buSzPts val="4000"/>
              <a:buFont typeface="Gill Sans"/>
              <a:buNone/>
            </a:pPr>
            <a:r>
              <a:rPr lang="en-US" sz="4000" b="1" i="0" u="none">
                <a:solidFill>
                  <a:srgbClr val="5C0F21"/>
                </a:solidFill>
                <a:latin typeface="Gill Sans"/>
                <a:ea typeface="Gill Sans"/>
                <a:cs typeface="Gill Sans"/>
                <a:sym typeface="Gill Sans"/>
              </a:rPr>
              <a:t>USING RESOURCES</a:t>
            </a:r>
            <a:endParaRPr/>
          </a:p>
        </p:txBody>
      </p:sp>
      <p:pic>
        <p:nvPicPr>
          <p:cNvPr id="259" name="Google Shape;259;p8"/>
          <p:cNvPicPr preferRelativeResize="0"/>
          <p:nvPr/>
        </p:nvPicPr>
        <p:blipFill rotWithShape="1">
          <a:blip r:embed="rId3">
            <a:alphaModFix/>
          </a:blip>
          <a:srcRect/>
          <a:stretch/>
        </p:blipFill>
        <p:spPr>
          <a:xfrm>
            <a:off x="8657886" y="-107047"/>
            <a:ext cx="3600616" cy="1274618"/>
          </a:xfrm>
          <a:prstGeom prst="rect">
            <a:avLst/>
          </a:prstGeom>
          <a:noFill/>
          <a:ln>
            <a:noFill/>
          </a:ln>
        </p:spPr>
      </p:pic>
      <p:sp>
        <p:nvSpPr>
          <p:cNvPr id="262" name="Google Shape;262;p8"/>
          <p:cNvSpPr txBox="1"/>
          <p:nvPr/>
        </p:nvSpPr>
        <p:spPr>
          <a:xfrm>
            <a:off x="1346200" y="866775"/>
            <a:ext cx="7756236"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22C16"/>
              </a:buClr>
              <a:buSzPts val="3200"/>
              <a:buFont typeface="Calibri"/>
              <a:buNone/>
            </a:pPr>
            <a:r>
              <a:rPr lang="en-US" sz="3200" b="1" i="1" u="sng" dirty="0" smtClean="0">
                <a:solidFill>
                  <a:srgbClr val="422C16"/>
                </a:solidFill>
                <a:latin typeface="Calibri"/>
                <a:ea typeface="Calibri"/>
                <a:cs typeface="Calibri"/>
                <a:sym typeface="Calibri"/>
              </a:rPr>
              <a:t>Click start: Computer Science for Schools</a:t>
            </a:r>
            <a:endParaRPr dirty="0"/>
          </a:p>
        </p:txBody>
      </p:sp>
      <p:graphicFrame>
        <p:nvGraphicFramePr>
          <p:cNvPr id="2" name="Diagram 1"/>
          <p:cNvGraphicFramePr/>
          <p:nvPr>
            <p:extLst>
              <p:ext uri="{D42A27DB-BD31-4B8C-83A1-F6EECF244321}">
                <p14:modId xmlns:p14="http://schemas.microsoft.com/office/powerpoint/2010/main" val="2923107779"/>
              </p:ext>
            </p:extLst>
          </p:nvPr>
        </p:nvGraphicFramePr>
        <p:xfrm>
          <a:off x="-157839" y="1501774"/>
          <a:ext cx="12416341" cy="54024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2"/>
                                        </p:tgtEl>
                                        <p:attrNameLst>
                                          <p:attrName>style.visibility</p:attrName>
                                        </p:attrNameLst>
                                      </p:cBhvr>
                                      <p:to>
                                        <p:strVal val="visible"/>
                                      </p:to>
                                    </p:set>
                                    <p:anim calcmode="lin" valueType="num">
                                      <p:cBhvr additive="base">
                                        <p:cTn id="7" dur="500"/>
                                        <p:tgtEl>
                                          <p:spTgt spid="262"/>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1"/>
          <p:cNvSpPr txBox="1">
            <a:spLocks noGrp="1"/>
          </p:cNvSpPr>
          <p:nvPr>
            <p:ph type="title"/>
          </p:nvPr>
        </p:nvSpPr>
        <p:spPr>
          <a:xfrm>
            <a:off x="754062" y="265112"/>
            <a:ext cx="9602787" cy="6858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5C0F21"/>
              </a:buClr>
              <a:buSzPts val="4000"/>
              <a:buFont typeface="Gill Sans"/>
              <a:buNone/>
            </a:pPr>
            <a:r>
              <a:rPr lang="en-US" sz="4000" b="1" i="0" u="none" dirty="0">
                <a:solidFill>
                  <a:srgbClr val="5C0F21"/>
                </a:solidFill>
                <a:latin typeface="Gill Sans"/>
                <a:ea typeface="Gill Sans"/>
                <a:cs typeface="Gill Sans"/>
                <a:sym typeface="Gill Sans"/>
              </a:rPr>
              <a:t>USING RESOURCES</a:t>
            </a:r>
            <a:endParaRPr dirty="0"/>
          </a:p>
        </p:txBody>
      </p:sp>
      <p:pic>
        <p:nvPicPr>
          <p:cNvPr id="286" name="Google Shape;286;p11"/>
          <p:cNvPicPr preferRelativeResize="0"/>
          <p:nvPr/>
        </p:nvPicPr>
        <p:blipFill rotWithShape="1">
          <a:blip r:embed="rId3">
            <a:alphaModFix/>
          </a:blip>
          <a:srcRect/>
          <a:stretch/>
        </p:blipFill>
        <p:spPr>
          <a:xfrm>
            <a:off x="8657886" y="-107047"/>
            <a:ext cx="3600616" cy="1274618"/>
          </a:xfrm>
          <a:prstGeom prst="rect">
            <a:avLst/>
          </a:prstGeom>
          <a:noFill/>
          <a:ln>
            <a:noFill/>
          </a:ln>
        </p:spPr>
      </p:pic>
      <p:sp>
        <p:nvSpPr>
          <p:cNvPr id="288" name="Google Shape;288;p11"/>
          <p:cNvSpPr txBox="1"/>
          <p:nvPr/>
        </p:nvSpPr>
        <p:spPr>
          <a:xfrm>
            <a:off x="1346200" y="866775"/>
            <a:ext cx="5497512" cy="584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22C16"/>
              </a:buClr>
              <a:buSzPts val="3200"/>
              <a:buFont typeface="Calibri"/>
              <a:buNone/>
            </a:pPr>
            <a:r>
              <a:rPr lang="en-US" sz="3200" b="1" i="1" u="sng">
                <a:solidFill>
                  <a:srgbClr val="422C16"/>
                </a:solidFill>
                <a:latin typeface="Calibri"/>
                <a:ea typeface="Calibri"/>
                <a:cs typeface="Calibri"/>
                <a:sym typeface="Calibri"/>
              </a:rPr>
              <a:t>Teachers should</a:t>
            </a:r>
            <a:endParaRPr/>
          </a:p>
        </p:txBody>
      </p:sp>
      <p:graphicFrame>
        <p:nvGraphicFramePr>
          <p:cNvPr id="2" name="Diagram 1"/>
          <p:cNvGraphicFramePr/>
          <p:nvPr>
            <p:extLst>
              <p:ext uri="{D42A27DB-BD31-4B8C-83A1-F6EECF244321}">
                <p14:modId xmlns:p14="http://schemas.microsoft.com/office/powerpoint/2010/main" val="3064976163"/>
              </p:ext>
            </p:extLst>
          </p:nvPr>
        </p:nvGraphicFramePr>
        <p:xfrm>
          <a:off x="391339" y="1731963"/>
          <a:ext cx="11578987" cy="503160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1"/>
          <p:cNvSpPr txBox="1">
            <a:spLocks noGrp="1"/>
          </p:cNvSpPr>
          <p:nvPr>
            <p:ph type="title"/>
          </p:nvPr>
        </p:nvSpPr>
        <p:spPr>
          <a:xfrm>
            <a:off x="407693" y="583767"/>
            <a:ext cx="9602787" cy="6858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5C0F21"/>
              </a:buClr>
              <a:buSzPts val="4000"/>
              <a:buFont typeface="Gill Sans"/>
              <a:buNone/>
            </a:pPr>
            <a:r>
              <a:rPr lang="en-US" sz="4000" b="1" i="0" u="none" dirty="0">
                <a:solidFill>
                  <a:srgbClr val="5C0F21"/>
                </a:solidFill>
                <a:latin typeface="Gill Sans"/>
                <a:ea typeface="Gill Sans"/>
                <a:cs typeface="Gill Sans"/>
                <a:sym typeface="Gill Sans"/>
              </a:rPr>
              <a:t>USING RESOURCES</a:t>
            </a:r>
            <a:endParaRPr dirty="0"/>
          </a:p>
        </p:txBody>
      </p:sp>
      <p:pic>
        <p:nvPicPr>
          <p:cNvPr id="286" name="Google Shape;286;p11"/>
          <p:cNvPicPr preferRelativeResize="0"/>
          <p:nvPr/>
        </p:nvPicPr>
        <p:blipFill rotWithShape="1">
          <a:blip r:embed="rId3">
            <a:alphaModFix/>
          </a:blip>
          <a:srcRect/>
          <a:stretch/>
        </p:blipFill>
        <p:spPr>
          <a:xfrm>
            <a:off x="8657886" y="-107047"/>
            <a:ext cx="3600616" cy="1274618"/>
          </a:xfrm>
          <a:prstGeom prst="rect">
            <a:avLst/>
          </a:prstGeom>
          <a:noFill/>
          <a:ln>
            <a:noFill/>
          </a:ln>
        </p:spPr>
      </p:pic>
      <p:sp>
        <p:nvSpPr>
          <p:cNvPr id="288" name="Google Shape;288;p11"/>
          <p:cNvSpPr txBox="1"/>
          <p:nvPr/>
        </p:nvSpPr>
        <p:spPr>
          <a:xfrm>
            <a:off x="2426853" y="1684193"/>
            <a:ext cx="9532537"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22C16"/>
              </a:buClr>
              <a:buSzPts val="3200"/>
              <a:buFont typeface="Calibri"/>
              <a:buNone/>
            </a:pPr>
            <a:r>
              <a:rPr lang="en-US" sz="3200" b="1" i="1" dirty="0" smtClean="0">
                <a:solidFill>
                  <a:srgbClr val="422C16"/>
                </a:solidFill>
                <a:latin typeface="Calibri"/>
                <a:ea typeface="Calibri"/>
                <a:cs typeface="Calibri"/>
                <a:sym typeface="Calibri"/>
              </a:rPr>
              <a:t>Students learn both the MOET and Cambridge ICT. </a:t>
            </a:r>
            <a:endParaRPr dirty="0"/>
          </a:p>
        </p:txBody>
      </p:sp>
      <p:pic>
        <p:nvPicPr>
          <p:cNvPr id="1028" name="Picture 4" descr="Science Icon of Colored Outline style - Available in SVG, PNG, EPS, AI &amp;  Icon font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40" y="1722966"/>
            <a:ext cx="2327563" cy="2327563"/>
          </a:xfrm>
          <a:prstGeom prst="rect">
            <a:avLst/>
          </a:prstGeom>
          <a:noFill/>
          <a:extLst>
            <a:ext uri="{909E8E84-426E-40DD-AFC4-6F175D3DCCD1}">
              <a14:hiddenFill xmlns:a14="http://schemas.microsoft.com/office/drawing/2010/main">
                <a:solidFill>
                  <a:srgbClr val="FFFFFF"/>
                </a:solidFill>
              </a14:hiddenFill>
            </a:ext>
          </a:extLst>
        </p:spPr>
      </p:pic>
      <p:sp>
        <p:nvSpPr>
          <p:cNvPr id="2" name="Down Arrow 1"/>
          <p:cNvSpPr/>
          <p:nvPr/>
        </p:nvSpPr>
        <p:spPr>
          <a:xfrm>
            <a:off x="5056909" y="2476753"/>
            <a:ext cx="955964" cy="452046"/>
          </a:xfrm>
          <a:prstGeom prst="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oogle Shape;288;p11"/>
          <p:cNvSpPr txBox="1"/>
          <p:nvPr/>
        </p:nvSpPr>
        <p:spPr>
          <a:xfrm>
            <a:off x="2835866" y="3002399"/>
            <a:ext cx="9123524" cy="1077178"/>
          </a:xfrm>
          <a:prstGeom prst="rect">
            <a:avLst/>
          </a:prstGeom>
          <a:noFill/>
          <a:ln>
            <a:noFill/>
          </a:ln>
        </p:spPr>
        <p:txBody>
          <a:bodyPr spcFirstLastPara="1" wrap="square" lIns="91425" tIns="45700" rIns="91425" bIns="45700" anchor="t" anchorCtr="0">
            <a:spAutoFit/>
          </a:bodyPr>
          <a:lstStyle/>
          <a:p>
            <a:pPr lvl="0">
              <a:buClr>
                <a:srgbClr val="422C16"/>
              </a:buClr>
              <a:buSzPts val="3200"/>
            </a:pPr>
            <a:r>
              <a:rPr lang="en-US" sz="3200" b="1" i="1" dirty="0" smtClean="0">
                <a:solidFill>
                  <a:schemeClr val="accent5">
                    <a:lumMod val="50000"/>
                  </a:schemeClr>
                </a:solidFill>
                <a:latin typeface="Calibri"/>
                <a:ea typeface="Calibri"/>
                <a:cs typeface="Calibri"/>
                <a:sym typeface="Calibri"/>
              </a:rPr>
              <a:t>Teachers </a:t>
            </a:r>
            <a:r>
              <a:rPr lang="en-US" sz="3200" b="1" i="1" dirty="0">
                <a:solidFill>
                  <a:schemeClr val="accent5">
                    <a:lumMod val="50000"/>
                  </a:schemeClr>
                </a:solidFill>
                <a:latin typeface="Calibri"/>
                <a:ea typeface="Calibri"/>
                <a:cs typeface="Calibri"/>
                <a:sym typeface="Calibri"/>
              </a:rPr>
              <a:t>should carefully read content </a:t>
            </a:r>
            <a:r>
              <a:rPr lang="en-US" sz="3200" b="1" i="1" dirty="0" smtClean="0">
                <a:solidFill>
                  <a:schemeClr val="accent5">
                    <a:lumMod val="50000"/>
                  </a:schemeClr>
                </a:solidFill>
                <a:latin typeface="Calibri"/>
                <a:ea typeface="Calibri"/>
                <a:cs typeface="Calibri"/>
                <a:sym typeface="Calibri"/>
              </a:rPr>
              <a:t>comparison table.</a:t>
            </a:r>
            <a:endParaRPr dirty="0">
              <a:solidFill>
                <a:schemeClr val="accent5">
                  <a:lumMod val="50000"/>
                </a:schemeClr>
              </a:solidFill>
            </a:endParaRPr>
          </a:p>
        </p:txBody>
      </p:sp>
      <p:sp>
        <p:nvSpPr>
          <p:cNvPr id="11" name="Down Arrow 10"/>
          <p:cNvSpPr/>
          <p:nvPr/>
        </p:nvSpPr>
        <p:spPr>
          <a:xfrm>
            <a:off x="5084617" y="3959207"/>
            <a:ext cx="955964" cy="452046"/>
          </a:xfrm>
          <a:prstGeom prst="downArrow">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Google Shape;288;p11"/>
          <p:cNvSpPr txBox="1"/>
          <p:nvPr/>
        </p:nvSpPr>
        <p:spPr>
          <a:xfrm>
            <a:off x="407693" y="4782463"/>
            <a:ext cx="8250193" cy="1077178"/>
          </a:xfrm>
          <a:prstGeom prst="rect">
            <a:avLst/>
          </a:prstGeom>
          <a:noFill/>
          <a:ln w="28575">
            <a:solidFill>
              <a:schemeClr val="accent1">
                <a:lumMod val="50000"/>
              </a:schemeClr>
            </a:solidFill>
            <a:prstDash val="dash"/>
          </a:ln>
        </p:spPr>
        <p:txBody>
          <a:bodyPr spcFirstLastPara="1" wrap="square" lIns="91425" tIns="45700" rIns="91425" bIns="45700" anchor="t" anchorCtr="0">
            <a:spAutoFit/>
          </a:bodyPr>
          <a:lstStyle/>
          <a:p>
            <a:pPr lvl="0" algn="ctr">
              <a:buClr>
                <a:srgbClr val="422C16"/>
              </a:buClr>
              <a:buSzPts val="3200"/>
            </a:pPr>
            <a:r>
              <a:rPr lang="en-US" sz="3200" b="1" i="1" dirty="0" smtClean="0">
                <a:solidFill>
                  <a:schemeClr val="accent1">
                    <a:lumMod val="50000"/>
                  </a:schemeClr>
                </a:solidFill>
                <a:latin typeface="Calibri"/>
                <a:ea typeface="Calibri"/>
                <a:cs typeface="Calibri"/>
                <a:sym typeface="Calibri"/>
              </a:rPr>
              <a:t>For the same content, teachers should teach scientific terms and expressions in English.</a:t>
            </a:r>
            <a:endParaRPr dirty="0">
              <a:solidFill>
                <a:schemeClr val="accent1">
                  <a:lumMod val="50000"/>
                </a:schemeClr>
              </a:solidFill>
            </a:endParaRPr>
          </a:p>
        </p:txBody>
      </p:sp>
      <p:pic>
        <p:nvPicPr>
          <p:cNvPr id="5132" name="Picture 12" descr="Free Computer Logo Pictures, Download Free Clip Art, Free Clip Art on  Clipart Librar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68211" y="3759584"/>
            <a:ext cx="2346477" cy="2826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9277530"/>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88"/>
                                        </p:tgtEl>
                                        <p:attrNameLst>
                                          <p:attrName>style.visibility</p:attrName>
                                        </p:attrNameLst>
                                      </p:cBhvr>
                                      <p:to>
                                        <p:strVal val="visible"/>
                                      </p:to>
                                    </p:set>
                                    <p:animEffect transition="in" filter="barn(inVertical)">
                                      <p:cBhvr>
                                        <p:cTn id="7" dur="500"/>
                                        <p:tgtEl>
                                          <p:spTgt spid="28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arn(inVertical)">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 grpId="0"/>
      <p:bldP spid="2" grpId="0" animBg="1"/>
      <p:bldP spid="10" grpId="0"/>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4" name="Google Shape;294;p12"/>
          <p:cNvPicPr preferRelativeResize="0"/>
          <p:nvPr/>
        </p:nvPicPr>
        <p:blipFill rotWithShape="1">
          <a:blip r:embed="rId3">
            <a:alphaModFix/>
          </a:blip>
          <a:srcRect/>
          <a:stretch/>
        </p:blipFill>
        <p:spPr>
          <a:xfrm>
            <a:off x="8657886" y="-107047"/>
            <a:ext cx="3600616" cy="1274618"/>
          </a:xfrm>
          <a:prstGeom prst="rect">
            <a:avLst/>
          </a:prstGeom>
          <a:noFill/>
          <a:ln>
            <a:noFill/>
          </a:ln>
        </p:spPr>
      </p:pic>
      <p:sp>
        <p:nvSpPr>
          <p:cNvPr id="296" name="Google Shape;296;p12"/>
          <p:cNvSpPr txBox="1"/>
          <p:nvPr/>
        </p:nvSpPr>
        <p:spPr>
          <a:xfrm>
            <a:off x="574675" y="444500"/>
            <a:ext cx="9602787" cy="68580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5C0F21"/>
              </a:buClr>
              <a:buSzPts val="4000"/>
              <a:buFont typeface="Gill Sans"/>
              <a:buNone/>
            </a:pPr>
            <a:r>
              <a:rPr lang="en-US" sz="4000" b="1" i="0" u="none">
                <a:solidFill>
                  <a:srgbClr val="5C0F21"/>
                </a:solidFill>
                <a:latin typeface="Gill Sans"/>
                <a:ea typeface="Gill Sans"/>
                <a:cs typeface="Gill Sans"/>
                <a:sym typeface="Gill Sans"/>
              </a:rPr>
              <a:t>ASSESSMENT</a:t>
            </a:r>
            <a:endParaRPr/>
          </a:p>
        </p:txBody>
      </p:sp>
      <p:grpSp>
        <p:nvGrpSpPr>
          <p:cNvPr id="297" name="Google Shape;297;p12"/>
          <p:cNvGrpSpPr/>
          <p:nvPr/>
        </p:nvGrpSpPr>
        <p:grpSpPr>
          <a:xfrm>
            <a:off x="80962" y="1517650"/>
            <a:ext cx="11920537" cy="5187950"/>
            <a:chOff x="80962" y="1517771"/>
            <a:chExt cx="11920537" cy="5187828"/>
          </a:xfrm>
        </p:grpSpPr>
        <p:sp>
          <p:nvSpPr>
            <p:cNvPr id="298" name="Google Shape;298;p12"/>
            <p:cNvSpPr/>
            <p:nvPr/>
          </p:nvSpPr>
          <p:spPr>
            <a:xfrm>
              <a:off x="80962" y="2347563"/>
              <a:ext cx="5949157" cy="4358036"/>
            </a:xfrm>
            <a:prstGeom prst="roundRect">
              <a:avLst>
                <a:gd name="adj" fmla="val 1459"/>
              </a:avLst>
            </a:prstGeom>
            <a:solidFill>
              <a:srgbClr val="FFC000"/>
            </a:solidFill>
            <a:ln>
              <a:noFill/>
            </a:ln>
          </p:spPr>
          <p:txBody>
            <a:bodyPr spcFirstLastPara="1" wrap="square" lIns="182875" tIns="91425" rIns="182875" bIns="91425" anchor="ctr" anchorCtr="0">
              <a:noAutofit/>
            </a:bodyPr>
            <a:lstStyle/>
            <a:p>
              <a:pPr marL="0" marR="0" lvl="0" indent="0" algn="ctr" rtl="0">
                <a:lnSpc>
                  <a:spcPct val="100000"/>
                </a:lnSpc>
                <a:spcBef>
                  <a:spcPts val="0"/>
                </a:spcBef>
                <a:spcAft>
                  <a:spcPts val="0"/>
                </a:spcAft>
                <a:buClr>
                  <a:schemeClr val="dk1"/>
                </a:buClr>
                <a:buSzPts val="2600"/>
                <a:buFont typeface="Gill Sans"/>
                <a:buNone/>
              </a:pPr>
              <a:r>
                <a:rPr lang="en-US" sz="2600" b="1" i="0" u="none">
                  <a:solidFill>
                    <a:schemeClr val="dk1"/>
                  </a:solidFill>
                  <a:latin typeface="Gill Sans"/>
                  <a:ea typeface="Gill Sans"/>
                  <a:cs typeface="Gill Sans"/>
                  <a:sym typeface="Gill Sans"/>
                </a:rPr>
                <a:t>Types of assessment</a:t>
              </a:r>
              <a:endParaRPr/>
            </a:p>
            <a:p>
              <a:pPr marL="0" marR="0" lvl="0" indent="0" algn="l" rtl="0">
                <a:lnSpc>
                  <a:spcPct val="100000"/>
                </a:lnSpc>
                <a:spcBef>
                  <a:spcPts val="0"/>
                </a:spcBef>
                <a:spcAft>
                  <a:spcPts val="0"/>
                </a:spcAft>
                <a:buClr>
                  <a:schemeClr val="dk1"/>
                </a:buClr>
                <a:buSzPts val="2400"/>
                <a:buFont typeface="Gill Sans"/>
                <a:buNone/>
              </a:pPr>
              <a:r>
                <a:rPr lang="en-US" sz="2400" b="0" i="0" u="none">
                  <a:solidFill>
                    <a:schemeClr val="dk1"/>
                  </a:solidFill>
                  <a:latin typeface="Gill Sans"/>
                  <a:ea typeface="Gill Sans"/>
                  <a:cs typeface="Gill Sans"/>
                  <a:sym typeface="Gill Sans"/>
                </a:rPr>
                <a:t/>
              </a:r>
              <a:br>
                <a:rPr lang="en-US" sz="2400" b="0" i="0" u="none">
                  <a:solidFill>
                    <a:schemeClr val="dk1"/>
                  </a:solidFill>
                  <a:latin typeface="Gill Sans"/>
                  <a:ea typeface="Gill Sans"/>
                  <a:cs typeface="Gill Sans"/>
                  <a:sym typeface="Gill Sans"/>
                </a:rPr>
              </a:br>
              <a:r>
                <a:rPr lang="en-US" sz="2000" b="1" i="0" u="sng">
                  <a:solidFill>
                    <a:schemeClr val="dk1"/>
                  </a:solidFill>
                  <a:latin typeface="Gill Sans"/>
                  <a:ea typeface="Gill Sans"/>
                  <a:cs typeface="Gill Sans"/>
                  <a:sym typeface="Gill Sans"/>
                </a:rPr>
                <a:t>Formative:</a:t>
              </a:r>
              <a:r>
                <a:rPr lang="en-US" sz="2000" b="1" i="1" u="sng">
                  <a:solidFill>
                    <a:srgbClr val="FFFFFF"/>
                  </a:solidFill>
                  <a:latin typeface="Gill Sans"/>
                  <a:ea typeface="Gill Sans"/>
                  <a:cs typeface="Gill Sans"/>
                  <a:sym typeface="Gill Sans"/>
                </a:rPr>
                <a:t> </a:t>
              </a:r>
              <a:r>
                <a:rPr lang="en-US" sz="2000" b="0" i="0" u="none">
                  <a:solidFill>
                    <a:schemeClr val="dk1"/>
                  </a:solidFill>
                  <a:latin typeface="Gill Sans"/>
                  <a:ea typeface="Gill Sans"/>
                  <a:cs typeface="Gill Sans"/>
                  <a:sym typeface="Gill Sans"/>
                </a:rPr>
                <a:t>to establish whether learners have met the learning outcome or are on track to do so.</a:t>
              </a:r>
              <a:endParaRPr/>
            </a:p>
            <a:p>
              <a:pPr marL="0" marR="0" lvl="0" indent="0" algn="l" rtl="0">
                <a:lnSpc>
                  <a:spcPct val="100000"/>
                </a:lnSpc>
                <a:spcBef>
                  <a:spcPts val="0"/>
                </a:spcBef>
                <a:spcAft>
                  <a:spcPts val="0"/>
                </a:spcAft>
                <a:buClr>
                  <a:schemeClr val="dk1"/>
                </a:buClr>
                <a:buSzPts val="2000"/>
                <a:buFont typeface="Gill Sans"/>
                <a:buNone/>
              </a:pPr>
              <a:r>
                <a:rPr lang="en-US" sz="2000" b="1" i="0" u="sng">
                  <a:solidFill>
                    <a:schemeClr val="dk1"/>
                  </a:solidFill>
                  <a:latin typeface="Gill Sans"/>
                  <a:ea typeface="Gill Sans"/>
                  <a:cs typeface="Gill Sans"/>
                  <a:sym typeface="Gill Sans"/>
                </a:rPr>
                <a:t>Summative: </a:t>
              </a:r>
              <a:r>
                <a:rPr lang="en-US" sz="2000" b="0" i="0" u="none">
                  <a:solidFill>
                    <a:schemeClr val="dk1"/>
                  </a:solidFill>
                  <a:latin typeface="Gill Sans"/>
                  <a:ea typeface="Gill Sans"/>
                  <a:cs typeface="Gill Sans"/>
                  <a:sym typeface="Gill Sans"/>
                </a:rPr>
                <a:t>to 'sum up' what learners have achieved.</a:t>
              </a:r>
              <a:endParaRPr/>
            </a:p>
          </p:txBody>
        </p:sp>
        <p:sp>
          <p:nvSpPr>
            <p:cNvPr id="299" name="Google Shape;299;p12"/>
            <p:cNvSpPr/>
            <p:nvPr/>
          </p:nvSpPr>
          <p:spPr>
            <a:xfrm>
              <a:off x="2114553" y="1517771"/>
              <a:ext cx="1385888" cy="1179131"/>
            </a:xfrm>
            <a:custGeom>
              <a:avLst/>
              <a:gdLst/>
              <a:ahLst/>
              <a:cxnLst/>
              <a:rect l="l" t="t" r="r" b="b"/>
              <a:pathLst>
                <a:path w="30683" h="30695" extrusionOk="0">
                  <a:moveTo>
                    <a:pt x="15348" y="1"/>
                  </a:moveTo>
                  <a:cubicBezTo>
                    <a:pt x="6871" y="1"/>
                    <a:pt x="1" y="6871"/>
                    <a:pt x="1" y="15348"/>
                  </a:cubicBezTo>
                  <a:cubicBezTo>
                    <a:pt x="1" y="23825"/>
                    <a:pt x="6871" y="30695"/>
                    <a:pt x="15348" y="30695"/>
                  </a:cubicBezTo>
                  <a:cubicBezTo>
                    <a:pt x="23813" y="30695"/>
                    <a:pt x="30683" y="23825"/>
                    <a:pt x="30683" y="15348"/>
                  </a:cubicBezTo>
                  <a:cubicBezTo>
                    <a:pt x="30683" y="6871"/>
                    <a:pt x="23813" y="1"/>
                    <a:pt x="15348" y="1"/>
                  </a:cubicBezTo>
                  <a:close/>
                </a:path>
              </a:pathLst>
            </a:custGeom>
            <a:solidFill>
              <a:schemeClr val="lt1"/>
            </a:solidFill>
            <a:ln w="19050" cap="flat" cmpd="sng">
              <a:solidFill>
                <a:srgbClr val="FFC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grpSp>
          <p:nvGrpSpPr>
            <p:cNvPr id="300" name="Google Shape;300;p12"/>
            <p:cNvGrpSpPr/>
            <p:nvPr/>
          </p:nvGrpSpPr>
          <p:grpSpPr>
            <a:xfrm>
              <a:off x="2325054" y="1754711"/>
              <a:ext cx="944968" cy="705290"/>
              <a:chOff x="2043550" y="1654913"/>
              <a:chExt cx="459000" cy="459000"/>
            </a:xfrm>
          </p:grpSpPr>
          <p:sp>
            <p:nvSpPr>
              <p:cNvPr id="301" name="Google Shape;301;p12"/>
              <p:cNvSpPr/>
              <p:nvPr/>
            </p:nvSpPr>
            <p:spPr>
              <a:xfrm>
                <a:off x="2043550" y="1654913"/>
                <a:ext cx="459000" cy="459000"/>
              </a:xfrm>
              <a:custGeom>
                <a:avLst/>
                <a:gdLst/>
                <a:ahLst/>
                <a:cxnLst/>
                <a:rect l="l" t="t" r="r" b="b"/>
                <a:pathLst>
                  <a:path w="18360" h="18360" extrusionOk="0">
                    <a:moveTo>
                      <a:pt x="9180" y="2096"/>
                    </a:moveTo>
                    <a:cubicBezTo>
                      <a:pt x="13097" y="2096"/>
                      <a:pt x="16276" y="5263"/>
                      <a:pt x="16276" y="9180"/>
                    </a:cubicBezTo>
                    <a:cubicBezTo>
                      <a:pt x="16276" y="13097"/>
                      <a:pt x="13097" y="16264"/>
                      <a:pt x="9180" y="16264"/>
                    </a:cubicBezTo>
                    <a:cubicBezTo>
                      <a:pt x="5275" y="16264"/>
                      <a:pt x="2096" y="13097"/>
                      <a:pt x="2096" y="9180"/>
                    </a:cubicBezTo>
                    <a:cubicBezTo>
                      <a:pt x="2096" y="5263"/>
                      <a:pt x="5275" y="2096"/>
                      <a:pt x="9180" y="2096"/>
                    </a:cubicBezTo>
                    <a:close/>
                    <a:moveTo>
                      <a:pt x="9180" y="0"/>
                    </a:moveTo>
                    <a:cubicBezTo>
                      <a:pt x="4120" y="0"/>
                      <a:pt x="0" y="4108"/>
                      <a:pt x="0" y="9180"/>
                    </a:cubicBezTo>
                    <a:cubicBezTo>
                      <a:pt x="0" y="14252"/>
                      <a:pt x="4120" y="18360"/>
                      <a:pt x="9180" y="18360"/>
                    </a:cubicBezTo>
                    <a:cubicBezTo>
                      <a:pt x="14252" y="18360"/>
                      <a:pt x="18360" y="14252"/>
                      <a:pt x="18360" y="9180"/>
                    </a:cubicBezTo>
                    <a:cubicBezTo>
                      <a:pt x="18360" y="4108"/>
                      <a:pt x="14252" y="0"/>
                      <a:pt x="9180" y="0"/>
                    </a:cubicBezTo>
                    <a:close/>
                  </a:path>
                </a:pathLst>
              </a:custGeom>
              <a:solidFill>
                <a:srgbClr val="FFC000"/>
              </a:solidFill>
              <a:ln w="9525" cap="flat" cmpd="sng">
                <a:solidFill>
                  <a:srgbClr val="FFC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sp>
            <p:nvSpPr>
              <p:cNvPr id="302" name="Google Shape;302;p12"/>
              <p:cNvSpPr/>
              <p:nvPr/>
            </p:nvSpPr>
            <p:spPr>
              <a:xfrm>
                <a:off x="2256950" y="1741813"/>
                <a:ext cx="117300" cy="158975"/>
              </a:xfrm>
              <a:custGeom>
                <a:avLst/>
                <a:gdLst/>
                <a:ahLst/>
                <a:cxnLst/>
                <a:rect l="l" t="t" r="r" b="b"/>
                <a:pathLst>
                  <a:path w="4692" h="6359" extrusionOk="0">
                    <a:moveTo>
                      <a:pt x="644" y="1"/>
                    </a:moveTo>
                    <a:cubicBezTo>
                      <a:pt x="489" y="1"/>
                      <a:pt x="358" y="132"/>
                      <a:pt x="358" y="287"/>
                    </a:cubicBezTo>
                    <a:lnTo>
                      <a:pt x="358" y="5049"/>
                    </a:lnTo>
                    <a:cubicBezTo>
                      <a:pt x="60" y="5180"/>
                      <a:pt x="1" y="5394"/>
                      <a:pt x="1" y="5656"/>
                    </a:cubicBezTo>
                    <a:cubicBezTo>
                      <a:pt x="1" y="6049"/>
                      <a:pt x="311" y="6359"/>
                      <a:pt x="703" y="6359"/>
                    </a:cubicBezTo>
                    <a:cubicBezTo>
                      <a:pt x="906" y="6359"/>
                      <a:pt x="1096" y="6264"/>
                      <a:pt x="1215" y="6121"/>
                    </a:cubicBezTo>
                    <a:lnTo>
                      <a:pt x="4275" y="6121"/>
                    </a:lnTo>
                    <a:cubicBezTo>
                      <a:pt x="4502" y="6121"/>
                      <a:pt x="4692" y="5906"/>
                      <a:pt x="4692" y="5668"/>
                    </a:cubicBezTo>
                    <a:cubicBezTo>
                      <a:pt x="4692" y="5442"/>
                      <a:pt x="4502" y="5228"/>
                      <a:pt x="4275" y="5228"/>
                    </a:cubicBezTo>
                    <a:lnTo>
                      <a:pt x="1299" y="5228"/>
                    </a:lnTo>
                    <a:cubicBezTo>
                      <a:pt x="1203" y="5073"/>
                      <a:pt x="1096" y="5025"/>
                      <a:pt x="953" y="4978"/>
                    </a:cubicBezTo>
                    <a:lnTo>
                      <a:pt x="953" y="287"/>
                    </a:lnTo>
                    <a:cubicBezTo>
                      <a:pt x="953" y="132"/>
                      <a:pt x="811" y="1"/>
                      <a:pt x="644" y="1"/>
                    </a:cubicBezTo>
                    <a:close/>
                  </a:path>
                </a:pathLst>
              </a:custGeom>
              <a:solidFill>
                <a:srgbClr val="FFC000"/>
              </a:solidFill>
              <a:ln w="9525" cap="flat" cmpd="sng">
                <a:solidFill>
                  <a:srgbClr val="FFC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grpSp>
        <p:sp>
          <p:nvSpPr>
            <p:cNvPr id="303" name="Google Shape;303;p12"/>
            <p:cNvSpPr/>
            <p:nvPr/>
          </p:nvSpPr>
          <p:spPr>
            <a:xfrm rot="5400000">
              <a:off x="4750232" y="3825953"/>
              <a:ext cx="2782050" cy="311108"/>
            </a:xfrm>
            <a:prstGeom prst="triangle">
              <a:avLst>
                <a:gd name="adj" fmla="val 50000"/>
              </a:avLst>
            </a:prstGeom>
            <a:solidFill>
              <a:srgbClr val="6892A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sp>
          <p:nvSpPr>
            <p:cNvPr id="304" name="Google Shape;304;p12"/>
            <p:cNvSpPr/>
            <p:nvPr/>
          </p:nvSpPr>
          <p:spPr>
            <a:xfrm>
              <a:off x="5756779" y="2347563"/>
              <a:ext cx="5949159" cy="4358036"/>
            </a:xfrm>
            <a:prstGeom prst="roundRect">
              <a:avLst>
                <a:gd name="adj" fmla="val 1459"/>
              </a:avLst>
            </a:prstGeom>
            <a:solidFill>
              <a:schemeClr val="accent1"/>
            </a:solidFill>
            <a:ln>
              <a:noFill/>
            </a:ln>
          </p:spPr>
          <p:txBody>
            <a:bodyPr spcFirstLastPara="1" wrap="square" lIns="182875" tIns="91425" rIns="182875" bIns="91425" anchor="ctr" anchorCtr="0">
              <a:noAutofit/>
            </a:bodyPr>
            <a:lstStyle/>
            <a:p>
              <a:pPr marL="0" marR="0" lvl="0" indent="0" algn="ctr" rtl="0">
                <a:lnSpc>
                  <a:spcPct val="100000"/>
                </a:lnSpc>
                <a:spcBef>
                  <a:spcPts val="0"/>
                </a:spcBef>
                <a:spcAft>
                  <a:spcPts val="0"/>
                </a:spcAft>
                <a:buClr>
                  <a:schemeClr val="lt1"/>
                </a:buClr>
                <a:buSzPts val="2600"/>
                <a:buFont typeface="Gill Sans"/>
                <a:buNone/>
              </a:pPr>
              <a:r>
                <a:rPr lang="en-US" sz="2600" b="1" i="0" u="none" dirty="0" smtClean="0">
                  <a:solidFill>
                    <a:schemeClr val="lt1"/>
                  </a:solidFill>
                  <a:latin typeface="Gill Sans"/>
                  <a:ea typeface="Gill Sans"/>
                  <a:cs typeface="Gill Sans"/>
                  <a:sym typeface="Gill Sans"/>
                </a:rPr>
                <a:t>Functions</a:t>
              </a:r>
              <a:endParaRPr sz="2000" b="1" i="0" u="sng" dirty="0">
                <a:solidFill>
                  <a:schemeClr val="lt1"/>
                </a:solidFill>
                <a:latin typeface="Gill Sans"/>
                <a:ea typeface="Gill Sans"/>
                <a:cs typeface="Gill Sans"/>
                <a:sym typeface="Gill Sans"/>
              </a:endParaRPr>
            </a:p>
            <a:p>
              <a:pPr marL="0" marR="0" lvl="0" indent="0" algn="l" rtl="0">
                <a:lnSpc>
                  <a:spcPct val="100000"/>
                </a:lnSpc>
                <a:spcBef>
                  <a:spcPts val="0"/>
                </a:spcBef>
                <a:spcAft>
                  <a:spcPts val="0"/>
                </a:spcAft>
                <a:buClr>
                  <a:schemeClr val="lt1"/>
                </a:buClr>
                <a:buSzPts val="2000"/>
                <a:buFont typeface="Gill Sans"/>
                <a:buNone/>
              </a:pPr>
              <a:r>
                <a:rPr lang="en-US" sz="2000" b="1" i="0" u="sng" dirty="0">
                  <a:solidFill>
                    <a:schemeClr val="lt1"/>
                  </a:solidFill>
                  <a:latin typeface="Gill Sans"/>
                  <a:ea typeface="Gill Sans"/>
                  <a:cs typeface="Gill Sans"/>
                  <a:sym typeface="Gill Sans"/>
                </a:rPr>
                <a:t>Formative Diagnosis: </a:t>
              </a:r>
              <a:r>
                <a:rPr lang="en-US" sz="2000" b="0" i="0" u="none" dirty="0">
                  <a:solidFill>
                    <a:schemeClr val="lt1"/>
                  </a:solidFill>
                  <a:latin typeface="Gill Sans"/>
                  <a:ea typeface="Gill Sans"/>
                  <a:cs typeface="Gill Sans"/>
                  <a:sym typeface="Gill Sans"/>
                </a:rPr>
                <a:t>to identify why learners do not understand or have difficulty with some topic or idea and to use this information to take appropriate action to correct mistakes or misconceptions.</a:t>
              </a:r>
              <a:br>
                <a:rPr lang="en-US" sz="2000" b="0" i="0" u="none" dirty="0">
                  <a:solidFill>
                    <a:schemeClr val="lt1"/>
                  </a:solidFill>
                  <a:latin typeface="Gill Sans"/>
                  <a:ea typeface="Gill Sans"/>
                  <a:cs typeface="Gill Sans"/>
                  <a:sym typeface="Gill Sans"/>
                </a:rPr>
              </a:br>
              <a:r>
                <a:rPr lang="en-US" sz="2000" b="1" i="0" u="sng" dirty="0">
                  <a:solidFill>
                    <a:schemeClr val="lt1"/>
                  </a:solidFill>
                  <a:latin typeface="Gill Sans"/>
                  <a:ea typeface="Gill Sans"/>
                  <a:cs typeface="Gill Sans"/>
                  <a:sym typeface="Gill Sans"/>
                </a:rPr>
                <a:t>Formative Evaluation: </a:t>
              </a:r>
              <a:r>
                <a:rPr lang="en-US" sz="2000" b="0" i="0" u="none" dirty="0">
                  <a:solidFill>
                    <a:schemeClr val="lt1"/>
                  </a:solidFill>
                  <a:latin typeface="Gill Sans"/>
                  <a:ea typeface="Gill Sans"/>
                  <a:cs typeface="Gill Sans"/>
                  <a:sym typeface="Gill Sans"/>
                </a:rPr>
                <a:t>to determine whether the action following the diagnosis has resolved the learner’s difficulties.</a:t>
              </a:r>
              <a:endParaRPr dirty="0"/>
            </a:p>
            <a:p>
              <a:pPr marL="0" marR="0" lvl="0" indent="0" algn="l" rtl="0">
                <a:lnSpc>
                  <a:spcPct val="100000"/>
                </a:lnSpc>
                <a:spcBef>
                  <a:spcPts val="0"/>
                </a:spcBef>
                <a:spcAft>
                  <a:spcPts val="0"/>
                </a:spcAft>
                <a:buClr>
                  <a:schemeClr val="lt1"/>
                </a:buClr>
                <a:buSzPts val="2000"/>
                <a:buFont typeface="Gill Sans"/>
                <a:buNone/>
              </a:pPr>
              <a:r>
                <a:rPr lang="en-US" sz="2000" b="1" i="0" u="sng" dirty="0">
                  <a:solidFill>
                    <a:schemeClr val="lt1"/>
                  </a:solidFill>
                  <a:latin typeface="Gill Sans"/>
                  <a:ea typeface="Gill Sans"/>
                  <a:cs typeface="Gill Sans"/>
                  <a:sym typeface="Gill Sans"/>
                </a:rPr>
                <a:t>Summative Evaluation: </a:t>
              </a:r>
              <a:r>
                <a:rPr lang="en-US" sz="2000" b="0" i="0" u="none" dirty="0">
                  <a:solidFill>
                    <a:schemeClr val="lt1"/>
                  </a:solidFill>
                  <a:latin typeface="Gill Sans"/>
                  <a:ea typeface="Gill Sans"/>
                  <a:cs typeface="Gill Sans"/>
                  <a:sym typeface="Gill Sans"/>
                </a:rPr>
                <a:t>to establish what general level of ability the learner has attained in terms of understanding, selecting and applying the knowledge and skills they have been taught.</a:t>
              </a:r>
              <a:endParaRPr dirty="0"/>
            </a:p>
          </p:txBody>
        </p:sp>
        <p:sp>
          <p:nvSpPr>
            <p:cNvPr id="305" name="Google Shape;305;p12"/>
            <p:cNvSpPr/>
            <p:nvPr/>
          </p:nvSpPr>
          <p:spPr>
            <a:xfrm>
              <a:off x="7811364" y="1517771"/>
              <a:ext cx="1579214" cy="1179131"/>
            </a:xfrm>
            <a:custGeom>
              <a:avLst/>
              <a:gdLst/>
              <a:ahLst/>
              <a:cxnLst/>
              <a:rect l="l" t="t" r="r" b="b"/>
              <a:pathLst>
                <a:path w="30683" h="30695" extrusionOk="0">
                  <a:moveTo>
                    <a:pt x="15348" y="1"/>
                  </a:moveTo>
                  <a:cubicBezTo>
                    <a:pt x="6871" y="1"/>
                    <a:pt x="1" y="6871"/>
                    <a:pt x="1" y="15348"/>
                  </a:cubicBezTo>
                  <a:cubicBezTo>
                    <a:pt x="1" y="23825"/>
                    <a:pt x="6871" y="30695"/>
                    <a:pt x="15348" y="30695"/>
                  </a:cubicBezTo>
                  <a:cubicBezTo>
                    <a:pt x="23813" y="30695"/>
                    <a:pt x="30683" y="23825"/>
                    <a:pt x="30683" y="15348"/>
                  </a:cubicBezTo>
                  <a:cubicBezTo>
                    <a:pt x="30683" y="6871"/>
                    <a:pt x="23813" y="1"/>
                    <a:pt x="15348" y="1"/>
                  </a:cubicBezTo>
                  <a:close/>
                </a:path>
              </a:pathLst>
            </a:cu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sp>
          <p:nvSpPr>
            <p:cNvPr id="306" name="Google Shape;306;p12"/>
            <p:cNvSpPr/>
            <p:nvPr/>
          </p:nvSpPr>
          <p:spPr>
            <a:xfrm rot="5400000">
              <a:off x="10426169" y="3825670"/>
              <a:ext cx="2781887" cy="31015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sp>
          <p:nvSpPr>
            <p:cNvPr id="307" name="Google Shape;307;p12"/>
            <p:cNvSpPr/>
            <p:nvPr/>
          </p:nvSpPr>
          <p:spPr>
            <a:xfrm rot="5400000">
              <a:off x="4477010" y="3825670"/>
              <a:ext cx="2781887" cy="310150"/>
            </a:xfrm>
            <a:prstGeom prst="triangle">
              <a:avLst>
                <a:gd name="adj" fmla="val 50000"/>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grpSp>
          <p:nvGrpSpPr>
            <p:cNvPr id="308" name="Google Shape;308;p12"/>
            <p:cNvGrpSpPr/>
            <p:nvPr/>
          </p:nvGrpSpPr>
          <p:grpSpPr>
            <a:xfrm>
              <a:off x="8189749" y="1798599"/>
              <a:ext cx="812022" cy="617474"/>
              <a:chOff x="7501800" y="3397913"/>
              <a:chExt cx="394425" cy="401850"/>
            </a:xfrm>
          </p:grpSpPr>
          <p:sp>
            <p:nvSpPr>
              <p:cNvPr id="309" name="Google Shape;309;p12"/>
              <p:cNvSpPr/>
              <p:nvPr/>
            </p:nvSpPr>
            <p:spPr>
              <a:xfrm>
                <a:off x="7501800" y="3691688"/>
                <a:ext cx="394425" cy="108075"/>
              </a:xfrm>
              <a:custGeom>
                <a:avLst/>
                <a:gdLst/>
                <a:ahLst/>
                <a:cxnLst/>
                <a:rect l="l" t="t" r="r" b="b"/>
                <a:pathLst>
                  <a:path w="15777" h="4323" extrusionOk="0">
                    <a:moveTo>
                      <a:pt x="298" y="1"/>
                    </a:moveTo>
                    <a:cubicBezTo>
                      <a:pt x="167" y="1"/>
                      <a:pt x="0" y="72"/>
                      <a:pt x="0" y="203"/>
                    </a:cubicBezTo>
                    <a:lnTo>
                      <a:pt x="0" y="4073"/>
                    </a:lnTo>
                    <a:cubicBezTo>
                      <a:pt x="0" y="4216"/>
                      <a:pt x="167" y="4323"/>
                      <a:pt x="298" y="4323"/>
                    </a:cubicBezTo>
                    <a:lnTo>
                      <a:pt x="15526" y="4323"/>
                    </a:lnTo>
                    <a:cubicBezTo>
                      <a:pt x="15657" y="4323"/>
                      <a:pt x="15776" y="4216"/>
                      <a:pt x="15776" y="4073"/>
                    </a:cubicBezTo>
                    <a:lnTo>
                      <a:pt x="15776" y="203"/>
                    </a:lnTo>
                    <a:cubicBezTo>
                      <a:pt x="15776" y="72"/>
                      <a:pt x="15657" y="1"/>
                      <a:pt x="15526" y="1"/>
                    </a:cubicBezTo>
                    <a:lnTo>
                      <a:pt x="14026" y="1"/>
                    </a:lnTo>
                    <a:cubicBezTo>
                      <a:pt x="13895" y="1"/>
                      <a:pt x="13847" y="72"/>
                      <a:pt x="13847" y="203"/>
                    </a:cubicBezTo>
                    <a:lnTo>
                      <a:pt x="13847" y="2382"/>
                    </a:lnTo>
                    <a:lnTo>
                      <a:pt x="2084" y="2382"/>
                    </a:lnTo>
                    <a:lnTo>
                      <a:pt x="2084" y="203"/>
                    </a:lnTo>
                    <a:cubicBezTo>
                      <a:pt x="2084" y="72"/>
                      <a:pt x="1929" y="1"/>
                      <a:pt x="1798" y="1"/>
                    </a:cubicBezTo>
                    <a:lnTo>
                      <a:pt x="298"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sp>
            <p:nvSpPr>
              <p:cNvPr id="310" name="Google Shape;310;p12"/>
              <p:cNvSpPr/>
              <p:nvPr/>
            </p:nvSpPr>
            <p:spPr>
              <a:xfrm>
                <a:off x="7632175" y="3397913"/>
                <a:ext cx="133975" cy="48250"/>
              </a:xfrm>
              <a:custGeom>
                <a:avLst/>
                <a:gdLst/>
                <a:ahLst/>
                <a:cxnLst/>
                <a:rect l="l" t="t" r="r" b="b"/>
                <a:pathLst>
                  <a:path w="5359" h="1930" extrusionOk="0">
                    <a:moveTo>
                      <a:pt x="346" y="0"/>
                    </a:moveTo>
                    <a:cubicBezTo>
                      <a:pt x="191" y="0"/>
                      <a:pt x="0" y="155"/>
                      <a:pt x="0" y="322"/>
                    </a:cubicBezTo>
                    <a:lnTo>
                      <a:pt x="0" y="1596"/>
                    </a:lnTo>
                    <a:cubicBezTo>
                      <a:pt x="0" y="1751"/>
                      <a:pt x="191" y="1929"/>
                      <a:pt x="346" y="1929"/>
                    </a:cubicBezTo>
                    <a:lnTo>
                      <a:pt x="5049" y="1929"/>
                    </a:lnTo>
                    <a:cubicBezTo>
                      <a:pt x="5203" y="1929"/>
                      <a:pt x="5358" y="1751"/>
                      <a:pt x="5358" y="1596"/>
                    </a:cubicBezTo>
                    <a:lnTo>
                      <a:pt x="5358" y="322"/>
                    </a:lnTo>
                    <a:cubicBezTo>
                      <a:pt x="5358" y="155"/>
                      <a:pt x="5203" y="0"/>
                      <a:pt x="5049" y="0"/>
                    </a:cubicBezTo>
                    <a:lnTo>
                      <a:pt x="34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sp>
            <p:nvSpPr>
              <p:cNvPr id="311" name="Google Shape;311;p12"/>
              <p:cNvSpPr/>
              <p:nvPr/>
            </p:nvSpPr>
            <p:spPr>
              <a:xfrm>
                <a:off x="7545850" y="3457438"/>
                <a:ext cx="307500" cy="249375"/>
              </a:xfrm>
              <a:custGeom>
                <a:avLst/>
                <a:gdLst/>
                <a:ahLst/>
                <a:cxnLst/>
                <a:rect l="l" t="t" r="r" b="b"/>
                <a:pathLst>
                  <a:path w="12300" h="9975" extrusionOk="0">
                    <a:moveTo>
                      <a:pt x="3715" y="1"/>
                    </a:moveTo>
                    <a:cubicBezTo>
                      <a:pt x="3584" y="1"/>
                      <a:pt x="3453" y="60"/>
                      <a:pt x="3453" y="203"/>
                    </a:cubicBezTo>
                    <a:lnTo>
                      <a:pt x="3453" y="2822"/>
                    </a:lnTo>
                    <a:lnTo>
                      <a:pt x="703" y="2822"/>
                    </a:lnTo>
                    <a:cubicBezTo>
                      <a:pt x="274" y="2822"/>
                      <a:pt x="1" y="3144"/>
                      <a:pt x="215" y="3406"/>
                    </a:cubicBezTo>
                    <a:lnTo>
                      <a:pt x="2941" y="6597"/>
                    </a:lnTo>
                    <a:lnTo>
                      <a:pt x="5668" y="9787"/>
                    </a:lnTo>
                    <a:cubicBezTo>
                      <a:pt x="5775" y="9913"/>
                      <a:pt x="5963" y="9975"/>
                      <a:pt x="6152" y="9975"/>
                    </a:cubicBezTo>
                    <a:cubicBezTo>
                      <a:pt x="6341" y="9975"/>
                      <a:pt x="6531" y="9913"/>
                      <a:pt x="6644" y="9787"/>
                    </a:cubicBezTo>
                    <a:lnTo>
                      <a:pt x="9359" y="6597"/>
                    </a:lnTo>
                    <a:lnTo>
                      <a:pt x="12085" y="3406"/>
                    </a:lnTo>
                    <a:cubicBezTo>
                      <a:pt x="12300" y="3144"/>
                      <a:pt x="12026" y="2834"/>
                      <a:pt x="11597" y="2834"/>
                    </a:cubicBezTo>
                    <a:lnTo>
                      <a:pt x="8811" y="2834"/>
                    </a:lnTo>
                    <a:lnTo>
                      <a:pt x="8811" y="203"/>
                    </a:lnTo>
                    <a:cubicBezTo>
                      <a:pt x="8811" y="60"/>
                      <a:pt x="8633" y="1"/>
                      <a:pt x="8502" y="1"/>
                    </a:cubicBezTo>
                    <a:lnTo>
                      <a:pt x="3715"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grpSp>
        <p:sp>
          <p:nvSpPr>
            <p:cNvPr id="312" name="Google Shape;312;p12"/>
            <p:cNvSpPr/>
            <p:nvPr/>
          </p:nvSpPr>
          <p:spPr>
            <a:xfrm rot="5400000">
              <a:off x="10455481" y="3790335"/>
              <a:ext cx="2781887" cy="310150"/>
            </a:xfrm>
            <a:prstGeom prst="triangle">
              <a:avLst>
                <a:gd name="adj" fmla="val 50000"/>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grpSp>
    </p:spTree>
  </p:cSld>
  <p:clrMapOvr>
    <a:masterClrMapping/>
  </p:clrMapOvr>
  <p:transition>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p14"/>
          <p:cNvPicPr preferRelativeResize="0"/>
          <p:nvPr/>
        </p:nvPicPr>
        <p:blipFill rotWithShape="1">
          <a:blip r:embed="rId3">
            <a:alphaModFix/>
          </a:blip>
          <a:srcRect/>
          <a:stretch/>
        </p:blipFill>
        <p:spPr>
          <a:xfrm>
            <a:off x="8657886" y="-107047"/>
            <a:ext cx="3600616" cy="1274618"/>
          </a:xfrm>
          <a:prstGeom prst="rect">
            <a:avLst/>
          </a:prstGeom>
          <a:noFill/>
          <a:ln>
            <a:noFill/>
          </a:ln>
        </p:spPr>
      </p:pic>
      <p:sp>
        <p:nvSpPr>
          <p:cNvPr id="329" name="Google Shape;329;p14"/>
          <p:cNvSpPr txBox="1"/>
          <p:nvPr/>
        </p:nvSpPr>
        <p:spPr>
          <a:xfrm>
            <a:off x="574675" y="444500"/>
            <a:ext cx="9602787" cy="68580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5C0F21"/>
              </a:buClr>
              <a:buSzPts val="4000"/>
              <a:buFont typeface="Gill Sans"/>
              <a:buNone/>
            </a:pPr>
            <a:r>
              <a:rPr lang="en-US" sz="4000" b="1" i="0" u="none">
                <a:solidFill>
                  <a:srgbClr val="5C0F21"/>
                </a:solidFill>
                <a:latin typeface="Gill Sans"/>
                <a:ea typeface="Gill Sans"/>
                <a:cs typeface="Gill Sans"/>
                <a:sym typeface="Gill Sans"/>
              </a:rPr>
              <a:t>ASSESSMENT</a:t>
            </a:r>
            <a:endParaRPr/>
          </a:p>
        </p:txBody>
      </p:sp>
      <p:sp>
        <p:nvSpPr>
          <p:cNvPr id="331" name="Google Shape;331;p14"/>
          <p:cNvSpPr txBox="1"/>
          <p:nvPr/>
        </p:nvSpPr>
        <p:spPr>
          <a:xfrm>
            <a:off x="574675" y="1532696"/>
            <a:ext cx="9932987" cy="52228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222222"/>
              </a:buClr>
              <a:buSzPts val="2800"/>
              <a:buFont typeface="Calibri"/>
              <a:buNone/>
            </a:pPr>
            <a:r>
              <a:rPr lang="en-US" sz="2800" b="1" i="0" u="none" dirty="0">
                <a:solidFill>
                  <a:srgbClr val="222222"/>
                </a:solidFill>
                <a:latin typeface="Calibri"/>
                <a:ea typeface="Calibri"/>
                <a:cs typeface="Calibri"/>
                <a:sym typeface="Calibri"/>
              </a:rPr>
              <a:t>The tests are designed to be flexible and can be used to:</a:t>
            </a:r>
            <a:endParaRPr dirty="0"/>
          </a:p>
        </p:txBody>
      </p:sp>
      <p:pic>
        <p:nvPicPr>
          <p:cNvPr id="332" name="Google Shape;332;p14"/>
          <p:cNvPicPr preferRelativeResize="0"/>
          <p:nvPr/>
        </p:nvPicPr>
        <p:blipFill rotWithShape="1">
          <a:blip r:embed="rId4">
            <a:alphaModFix/>
          </a:blip>
          <a:srcRect/>
          <a:stretch/>
        </p:blipFill>
        <p:spPr>
          <a:xfrm>
            <a:off x="781050" y="2017712"/>
            <a:ext cx="10977562" cy="4949825"/>
          </a:xfrm>
          <a:prstGeom prst="rect">
            <a:avLst/>
          </a:prstGeom>
          <a:noFill/>
          <a:ln>
            <a:noFill/>
          </a:ln>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1"/>
                                        </p:tgtEl>
                                        <p:attrNameLst>
                                          <p:attrName>style.visibility</p:attrName>
                                        </p:attrNameLst>
                                      </p:cBhvr>
                                      <p:to>
                                        <p:strVal val="visible"/>
                                      </p:to>
                                    </p:set>
                                    <p:animEffect transition="in" filter="fade">
                                      <p:cBhvr>
                                        <p:cTn id="7" dur="500"/>
                                        <p:tgtEl>
                                          <p:spTgt spid="3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2"/>
                                        </p:tgtEl>
                                        <p:attrNameLst>
                                          <p:attrName>style.visibility</p:attrName>
                                        </p:attrNameLst>
                                      </p:cBhvr>
                                      <p:to>
                                        <p:strVal val="visible"/>
                                      </p:to>
                                    </p:set>
                                    <p:animEffect transition="in" filter="fade">
                                      <p:cBhvr>
                                        <p:cTn id="12" dur="500"/>
                                        <p:tgtEl>
                                          <p:spTgt spid="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7" name="Google Shape;337;p15"/>
          <p:cNvPicPr preferRelativeResize="0"/>
          <p:nvPr/>
        </p:nvPicPr>
        <p:blipFill rotWithShape="1">
          <a:blip r:embed="rId3">
            <a:alphaModFix/>
          </a:blip>
          <a:srcRect/>
          <a:stretch/>
        </p:blipFill>
        <p:spPr>
          <a:xfrm>
            <a:off x="8657886" y="-107047"/>
            <a:ext cx="3600616" cy="1274618"/>
          </a:xfrm>
          <a:prstGeom prst="rect">
            <a:avLst/>
          </a:prstGeom>
          <a:noFill/>
          <a:ln>
            <a:noFill/>
          </a:ln>
        </p:spPr>
      </p:pic>
      <p:sp>
        <p:nvSpPr>
          <p:cNvPr id="339" name="Google Shape;339;p15"/>
          <p:cNvSpPr txBox="1"/>
          <p:nvPr/>
        </p:nvSpPr>
        <p:spPr>
          <a:xfrm>
            <a:off x="574675" y="444500"/>
            <a:ext cx="9602787" cy="68580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5C0F21"/>
              </a:buClr>
              <a:buSzPts val="4000"/>
              <a:buFont typeface="Gill Sans"/>
              <a:buNone/>
            </a:pPr>
            <a:r>
              <a:rPr lang="en-US" sz="4000" b="1" i="0" u="none">
                <a:solidFill>
                  <a:srgbClr val="5C0F21"/>
                </a:solidFill>
                <a:latin typeface="Gill Sans"/>
                <a:ea typeface="Gill Sans"/>
                <a:cs typeface="Gill Sans"/>
                <a:sym typeface="Gill Sans"/>
              </a:rPr>
              <a:t>ASSESSMENT</a:t>
            </a:r>
            <a:endParaRPr/>
          </a:p>
        </p:txBody>
      </p:sp>
      <p:sp>
        <p:nvSpPr>
          <p:cNvPr id="341" name="Google Shape;341;p15"/>
          <p:cNvSpPr txBox="1"/>
          <p:nvPr/>
        </p:nvSpPr>
        <p:spPr>
          <a:xfrm>
            <a:off x="244475" y="1631950"/>
            <a:ext cx="9932987" cy="52228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222222"/>
              </a:buClr>
              <a:buSzPts val="2800"/>
              <a:buFont typeface="Calibri"/>
              <a:buNone/>
            </a:pPr>
            <a:r>
              <a:rPr lang="en-US" sz="2800" b="1" i="0" u="none">
                <a:solidFill>
                  <a:srgbClr val="222222"/>
                </a:solidFill>
                <a:latin typeface="Calibri"/>
                <a:ea typeface="Calibri"/>
                <a:cs typeface="Calibri"/>
                <a:sym typeface="Calibri"/>
              </a:rPr>
              <a:t>Check out process:</a:t>
            </a:r>
            <a:endParaRPr/>
          </a:p>
        </p:txBody>
      </p:sp>
      <p:pic>
        <p:nvPicPr>
          <p:cNvPr id="342" name="Google Shape;342;p15"/>
          <p:cNvPicPr preferRelativeResize="0"/>
          <p:nvPr/>
        </p:nvPicPr>
        <p:blipFill rotWithShape="1">
          <a:blip r:embed="rId4">
            <a:alphaModFix/>
          </a:blip>
          <a:srcRect/>
          <a:stretch/>
        </p:blipFill>
        <p:spPr>
          <a:xfrm>
            <a:off x="1913226" y="1130300"/>
            <a:ext cx="8126412" cy="5419725"/>
          </a:xfrm>
          <a:prstGeom prst="rect">
            <a:avLst/>
          </a:prstGeom>
          <a:noFill/>
          <a:ln>
            <a:noFill/>
          </a:ln>
        </p:spPr>
      </p:pic>
      <p:sp>
        <p:nvSpPr>
          <p:cNvPr id="343" name="Google Shape;343;p15"/>
          <p:cNvSpPr txBox="1"/>
          <p:nvPr/>
        </p:nvSpPr>
        <p:spPr>
          <a:xfrm>
            <a:off x="809625" y="5543550"/>
            <a:ext cx="5994400" cy="52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Gill Sans"/>
              <a:buNone/>
            </a:pPr>
            <a:r>
              <a:rPr lang="en-US" sz="2800" b="0" i="0" u="none">
                <a:solidFill>
                  <a:schemeClr val="dk1"/>
                </a:solidFill>
                <a:latin typeface="Gill Sans"/>
                <a:ea typeface="Gill Sans"/>
                <a:cs typeface="Gill Sans"/>
                <a:sym typeface="Gill Sans"/>
              </a:rPr>
              <a:t>Refer to the illustrative exam questions.</a:t>
            </a:r>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1"/>
                                        </p:tgtEl>
                                        <p:attrNameLst>
                                          <p:attrName>style.visibility</p:attrName>
                                        </p:attrNameLst>
                                      </p:cBhvr>
                                      <p:to>
                                        <p:strVal val="visible"/>
                                      </p:to>
                                    </p:set>
                                    <p:animEffect transition="in" filter="fade">
                                      <p:cBhvr>
                                        <p:cTn id="7" dur="500"/>
                                        <p:tgtEl>
                                          <p:spTgt spid="3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2"/>
                                        </p:tgtEl>
                                        <p:attrNameLst>
                                          <p:attrName>style.visibility</p:attrName>
                                        </p:attrNameLst>
                                      </p:cBhvr>
                                      <p:to>
                                        <p:strVal val="visible"/>
                                      </p:to>
                                    </p:set>
                                    <p:animEffect transition="in" filter="fade">
                                      <p:cBhvr>
                                        <p:cTn id="12" dur="500"/>
                                        <p:tgtEl>
                                          <p:spTgt spid="3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3"/>
                                        </p:tgtEl>
                                        <p:attrNameLst>
                                          <p:attrName>style.visibility</p:attrName>
                                        </p:attrNameLst>
                                      </p:cBhvr>
                                      <p:to>
                                        <p:strVal val="visible"/>
                                      </p:to>
                                    </p:set>
                                    <p:animEffect transition="in" filter="fade">
                                      <p:cBhvr>
                                        <p:cTn id="17" dur="500"/>
                                        <p:tgtEl>
                                          <p:spTgt spid="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16"/>
          <p:cNvPicPr preferRelativeResize="0"/>
          <p:nvPr/>
        </p:nvPicPr>
        <p:blipFill rotWithShape="1">
          <a:blip r:embed="rId3">
            <a:alphaModFix/>
          </a:blip>
          <a:srcRect/>
          <a:stretch/>
        </p:blipFill>
        <p:spPr>
          <a:xfrm>
            <a:off x="8657886" y="-107047"/>
            <a:ext cx="3600616" cy="1274618"/>
          </a:xfrm>
          <a:prstGeom prst="rect">
            <a:avLst/>
          </a:prstGeom>
          <a:noFill/>
          <a:ln>
            <a:noFill/>
          </a:ln>
        </p:spPr>
      </p:pic>
      <p:sp>
        <p:nvSpPr>
          <p:cNvPr id="350" name="Google Shape;350;p16"/>
          <p:cNvSpPr txBox="1"/>
          <p:nvPr/>
        </p:nvSpPr>
        <p:spPr>
          <a:xfrm>
            <a:off x="385762" y="277812"/>
            <a:ext cx="9602787" cy="68580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5C0F21"/>
              </a:buClr>
              <a:buSzPts val="4000"/>
              <a:buFont typeface="Gill Sans"/>
              <a:buNone/>
            </a:pPr>
            <a:r>
              <a:rPr lang="en-US" sz="4000" b="1" i="0" u="none">
                <a:solidFill>
                  <a:srgbClr val="5C0F21"/>
                </a:solidFill>
                <a:latin typeface="Gill Sans"/>
                <a:ea typeface="Gill Sans"/>
                <a:cs typeface="Gill Sans"/>
                <a:sym typeface="Gill Sans"/>
              </a:rPr>
              <a:t>LEARNING ENVIRONMENT</a:t>
            </a:r>
            <a:endParaRPr/>
          </a:p>
        </p:txBody>
      </p:sp>
      <p:pic>
        <p:nvPicPr>
          <p:cNvPr id="351" name="Google Shape;351;p16"/>
          <p:cNvPicPr preferRelativeResize="0"/>
          <p:nvPr/>
        </p:nvPicPr>
        <p:blipFill rotWithShape="1">
          <a:blip r:embed="rId4">
            <a:alphaModFix/>
          </a:blip>
          <a:srcRect/>
          <a:stretch/>
        </p:blipFill>
        <p:spPr>
          <a:xfrm>
            <a:off x="-360362" y="1590675"/>
            <a:ext cx="12552362" cy="5194300"/>
          </a:xfrm>
          <a:prstGeom prst="rect">
            <a:avLst/>
          </a:prstGeom>
          <a:noFill/>
          <a:ln>
            <a:noFill/>
          </a:ln>
        </p:spPr>
      </p:pic>
      <p:sp>
        <p:nvSpPr>
          <p:cNvPr id="352" name="Google Shape;352;p16"/>
          <p:cNvSpPr txBox="1"/>
          <p:nvPr/>
        </p:nvSpPr>
        <p:spPr>
          <a:xfrm>
            <a:off x="247650" y="962315"/>
            <a:ext cx="10157114" cy="584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22C16"/>
              </a:buClr>
              <a:buSzPts val="3200"/>
              <a:buFont typeface="Calibri"/>
              <a:buNone/>
            </a:pPr>
            <a:r>
              <a:rPr lang="en-US" sz="3200" b="1" i="1" u="sng" dirty="0">
                <a:solidFill>
                  <a:srgbClr val="422C16"/>
                </a:solidFill>
                <a:latin typeface="Calibri"/>
                <a:ea typeface="Calibri"/>
                <a:cs typeface="Calibri"/>
                <a:sym typeface="Calibri"/>
              </a:rPr>
              <a:t>Teachers should create a positive learning environment.</a:t>
            </a:r>
            <a:endParaRPr dirty="0"/>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1"/>
                                        </p:tgtEl>
                                        <p:attrNameLst>
                                          <p:attrName>style.visibility</p:attrName>
                                        </p:attrNameLst>
                                      </p:cBhvr>
                                      <p:to>
                                        <p:strVal val="visible"/>
                                      </p:to>
                                    </p:set>
                                    <p:animEffect transition="in" filter="fade">
                                      <p:cBhvr>
                                        <p:cTn id="7" dur="500"/>
                                        <p:tgtEl>
                                          <p:spTgt spid="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8657886" y="-107047"/>
            <a:ext cx="3600616" cy="1274618"/>
          </a:xfrm>
          <a:prstGeom prst="rect">
            <a:avLst/>
          </a:prstGeom>
          <a:ln>
            <a:noFill/>
          </a:ln>
          <a:effectLst>
            <a:softEdge rad="112500"/>
          </a:effectLst>
        </p:spPr>
      </p:pic>
      <p:grpSp>
        <p:nvGrpSpPr>
          <p:cNvPr id="10" name="Google Shape;376;p22"/>
          <p:cNvGrpSpPr>
            <a:grpSpLocks/>
          </p:cNvGrpSpPr>
          <p:nvPr/>
        </p:nvGrpSpPr>
        <p:grpSpPr bwMode="auto">
          <a:xfrm>
            <a:off x="2668151" y="5444260"/>
            <a:ext cx="9469295" cy="1453860"/>
            <a:chOff x="5631625" y="3400403"/>
            <a:chExt cx="4790883" cy="766322"/>
          </a:xfrm>
        </p:grpSpPr>
        <p:sp>
          <p:nvSpPr>
            <p:cNvPr id="26662" name="Google Shape;377;p22"/>
            <p:cNvSpPr>
              <a:spLocks/>
            </p:cNvSpPr>
            <p:nvPr/>
          </p:nvSpPr>
          <p:spPr bwMode="auto">
            <a:xfrm>
              <a:off x="6297050" y="3724169"/>
              <a:ext cx="309000" cy="80400"/>
            </a:xfrm>
            <a:custGeom>
              <a:avLst/>
              <a:gdLst>
                <a:gd name="T0" fmla="*/ 10752 w 12360"/>
                <a:gd name="T1" fmla="*/ 632 h 3216"/>
                <a:gd name="T2" fmla="*/ 11776 w 12360"/>
                <a:gd name="T3" fmla="*/ 1644 h 3216"/>
                <a:gd name="T4" fmla="*/ 10752 w 12360"/>
                <a:gd name="T5" fmla="*/ 2668 h 3216"/>
                <a:gd name="T6" fmla="*/ 9740 w 12360"/>
                <a:gd name="T7" fmla="*/ 1644 h 3216"/>
                <a:gd name="T8" fmla="*/ 10752 w 12360"/>
                <a:gd name="T9" fmla="*/ 632 h 3216"/>
                <a:gd name="T10" fmla="*/ 10752 w 12360"/>
                <a:gd name="T11" fmla="*/ 1 h 3216"/>
                <a:gd name="T12" fmla="*/ 9264 w 12360"/>
                <a:gd name="T13" fmla="*/ 977 h 3216"/>
                <a:gd name="T14" fmla="*/ 1 w 12360"/>
                <a:gd name="T15" fmla="*/ 977 h 3216"/>
                <a:gd name="T16" fmla="*/ 1 w 12360"/>
                <a:gd name="T17" fmla="*/ 2025 h 3216"/>
                <a:gd name="T18" fmla="*/ 9216 w 12360"/>
                <a:gd name="T19" fmla="*/ 2025 h 3216"/>
                <a:gd name="T20" fmla="*/ 10752 w 12360"/>
                <a:gd name="T21" fmla="*/ 3215 h 3216"/>
                <a:gd name="T22" fmla="*/ 12360 w 12360"/>
                <a:gd name="T23" fmla="*/ 1608 h 3216"/>
                <a:gd name="T24" fmla="*/ 10752 w 12360"/>
                <a:gd name="T25" fmla="*/ 1 h 3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60" h="3216" extrusionOk="0">
                  <a:moveTo>
                    <a:pt x="10752" y="632"/>
                  </a:moveTo>
                  <a:cubicBezTo>
                    <a:pt x="11324" y="632"/>
                    <a:pt x="11776" y="1084"/>
                    <a:pt x="11776" y="1644"/>
                  </a:cubicBezTo>
                  <a:cubicBezTo>
                    <a:pt x="11776" y="2215"/>
                    <a:pt x="11324" y="2668"/>
                    <a:pt x="10752" y="2668"/>
                  </a:cubicBezTo>
                  <a:cubicBezTo>
                    <a:pt x="10193" y="2668"/>
                    <a:pt x="9740" y="2215"/>
                    <a:pt x="9740" y="1644"/>
                  </a:cubicBezTo>
                  <a:cubicBezTo>
                    <a:pt x="9740" y="1084"/>
                    <a:pt x="10193" y="632"/>
                    <a:pt x="10752" y="632"/>
                  </a:cubicBezTo>
                  <a:close/>
                  <a:moveTo>
                    <a:pt x="10752" y="1"/>
                  </a:moveTo>
                  <a:cubicBezTo>
                    <a:pt x="10086" y="1"/>
                    <a:pt x="9502" y="537"/>
                    <a:pt x="9264" y="977"/>
                  </a:cubicBezTo>
                  <a:lnTo>
                    <a:pt x="1" y="977"/>
                  </a:lnTo>
                  <a:lnTo>
                    <a:pt x="1" y="2025"/>
                  </a:lnTo>
                  <a:lnTo>
                    <a:pt x="9216" y="2025"/>
                  </a:lnTo>
                  <a:cubicBezTo>
                    <a:pt x="9407" y="2763"/>
                    <a:pt x="10026" y="3215"/>
                    <a:pt x="10752" y="3215"/>
                  </a:cubicBezTo>
                  <a:cubicBezTo>
                    <a:pt x="11645" y="3215"/>
                    <a:pt x="12360" y="2501"/>
                    <a:pt x="12360" y="1608"/>
                  </a:cubicBezTo>
                  <a:cubicBezTo>
                    <a:pt x="12360" y="727"/>
                    <a:pt x="11645" y="1"/>
                    <a:pt x="10752" y="1"/>
                  </a:cubicBezTo>
                  <a:close/>
                </a:path>
              </a:pathLst>
            </a:custGeom>
            <a:solidFill>
              <a:srgbClr val="4949E7"/>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sp>
          <p:nvSpPr>
            <p:cNvPr id="12" name="Google Shape;378;p22"/>
            <p:cNvSpPr/>
            <p:nvPr/>
          </p:nvSpPr>
          <p:spPr>
            <a:xfrm>
              <a:off x="5631625" y="3483090"/>
              <a:ext cx="683504" cy="683635"/>
            </a:xfrm>
            <a:custGeom>
              <a:avLst/>
              <a:gdLst/>
              <a:ahLst/>
              <a:cxnLst/>
              <a:rect l="l" t="t" r="r" b="b"/>
              <a:pathLst>
                <a:path w="23945" h="23944" extrusionOk="0">
                  <a:moveTo>
                    <a:pt x="11966" y="1084"/>
                  </a:moveTo>
                  <a:cubicBezTo>
                    <a:pt x="17979" y="1084"/>
                    <a:pt x="22861" y="5965"/>
                    <a:pt x="22861" y="11966"/>
                  </a:cubicBezTo>
                  <a:cubicBezTo>
                    <a:pt x="22861" y="17978"/>
                    <a:pt x="17979" y="22860"/>
                    <a:pt x="11966" y="22860"/>
                  </a:cubicBezTo>
                  <a:cubicBezTo>
                    <a:pt x="5966" y="22860"/>
                    <a:pt x="1084" y="17978"/>
                    <a:pt x="1084" y="11966"/>
                  </a:cubicBezTo>
                  <a:cubicBezTo>
                    <a:pt x="1084" y="5965"/>
                    <a:pt x="5966" y="1084"/>
                    <a:pt x="11966" y="1084"/>
                  </a:cubicBezTo>
                  <a:close/>
                  <a:moveTo>
                    <a:pt x="11966" y="0"/>
                  </a:moveTo>
                  <a:cubicBezTo>
                    <a:pt x="5370" y="0"/>
                    <a:pt x="1" y="5370"/>
                    <a:pt x="1" y="11966"/>
                  </a:cubicBezTo>
                  <a:cubicBezTo>
                    <a:pt x="1" y="18574"/>
                    <a:pt x="5370" y="23943"/>
                    <a:pt x="11966" y="23943"/>
                  </a:cubicBezTo>
                  <a:cubicBezTo>
                    <a:pt x="18574" y="23943"/>
                    <a:pt x="23944" y="18574"/>
                    <a:pt x="23944" y="11966"/>
                  </a:cubicBezTo>
                  <a:cubicBezTo>
                    <a:pt x="23944" y="5370"/>
                    <a:pt x="18574" y="0"/>
                    <a:pt x="11966" y="0"/>
                  </a:cubicBezTo>
                  <a:close/>
                </a:path>
              </a:pathLst>
            </a:custGeom>
            <a:solidFill>
              <a:srgbClr val="4949E7"/>
            </a:solidFill>
            <a:ln w="19050" cap="flat" cmpd="sng">
              <a:solidFill>
                <a:schemeClr val="accent4"/>
              </a:solidFill>
              <a:prstDash val="solid"/>
              <a:round/>
              <a:headEnd type="none" w="sm" len="sm"/>
              <a:tailEnd type="none" w="sm" len="sm"/>
            </a:ln>
          </p:spPr>
          <p:txBody>
            <a:bodyPr spcFirstLastPara="1" lIns="91425" tIns="91425" rIns="91425" bIns="91425" anchor="ctr"/>
            <a:lstStyle/>
            <a:p>
              <a:pPr>
                <a:spcBef>
                  <a:spcPts val="0"/>
                </a:spcBef>
                <a:spcAft>
                  <a:spcPts val="0"/>
                </a:spcAft>
                <a:defRPr/>
              </a:pPr>
              <a:endParaRPr sz="2600">
                <a:latin typeface="Gill Sans" panose="020B0604020202020204" charset="0"/>
                <a:cs typeface="Calibri" panose="020F0502020204030204" pitchFamily="34" charset="0"/>
              </a:endParaRPr>
            </a:p>
          </p:txBody>
        </p:sp>
        <p:sp>
          <p:nvSpPr>
            <p:cNvPr id="26664" name="Google Shape;379;p22"/>
            <p:cNvSpPr>
              <a:spLocks/>
            </p:cNvSpPr>
            <p:nvPr/>
          </p:nvSpPr>
          <p:spPr bwMode="auto">
            <a:xfrm>
              <a:off x="6678214" y="3577064"/>
              <a:ext cx="3650531" cy="374610"/>
            </a:xfrm>
            <a:custGeom>
              <a:avLst/>
              <a:gdLst>
                <a:gd name="T0" fmla="*/ 0 w 54829"/>
                <a:gd name="T1" fmla="*/ 0 h 24254"/>
                <a:gd name="T2" fmla="*/ 54829 w 54829"/>
                <a:gd name="T3" fmla="*/ 24254 h 24254"/>
              </a:gdLst>
              <a:ahLst/>
              <a:cxnLst/>
              <a:rect l="T0" t="T1" r="T2" b="T3"/>
              <a:pathLst>
                <a:path w="54829" h="24254" extrusionOk="0">
                  <a:moveTo>
                    <a:pt x="1072" y="0"/>
                  </a:moveTo>
                  <a:cubicBezTo>
                    <a:pt x="477" y="0"/>
                    <a:pt x="1" y="476"/>
                    <a:pt x="1" y="1060"/>
                  </a:cubicBezTo>
                  <a:lnTo>
                    <a:pt x="1" y="23182"/>
                  </a:lnTo>
                  <a:cubicBezTo>
                    <a:pt x="1" y="23777"/>
                    <a:pt x="477" y="24253"/>
                    <a:pt x="1072" y="24253"/>
                  </a:cubicBezTo>
                  <a:lnTo>
                    <a:pt x="53757" y="24253"/>
                  </a:lnTo>
                  <a:cubicBezTo>
                    <a:pt x="54353" y="24253"/>
                    <a:pt x="54829" y="23777"/>
                    <a:pt x="54829" y="23182"/>
                  </a:cubicBezTo>
                  <a:lnTo>
                    <a:pt x="54829" y="1060"/>
                  </a:lnTo>
                  <a:cubicBezTo>
                    <a:pt x="54829" y="476"/>
                    <a:pt x="54353" y="0"/>
                    <a:pt x="53757" y="0"/>
                  </a:cubicBezTo>
                  <a:lnTo>
                    <a:pt x="1072" y="0"/>
                  </a:lnTo>
                  <a:close/>
                </a:path>
              </a:pathLst>
            </a:custGeom>
            <a:solidFill>
              <a:srgbClr val="4949E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ctr">
                <a:buClr>
                  <a:srgbClr val="000000"/>
                </a:buClr>
                <a:buSzPts val="1100"/>
                <a:buFont typeface="Arial" panose="020B0604020202020204" pitchFamily="34" charset="0"/>
                <a:buNone/>
              </a:pPr>
              <a:r>
                <a:rPr lang="en-US" altLang="en-US" sz="2200" b="1" u="sng" dirty="0" smtClean="0">
                  <a:solidFill>
                    <a:srgbClr val="FFFFFF"/>
                  </a:solidFill>
                  <a:latin typeface="Gill Sans" panose="020B0604020202020204" charset="0"/>
                  <a:ea typeface="Roboto" charset="0"/>
                  <a:cs typeface="Calibri" panose="020F0502020204030204" pitchFamily="34" charset="0"/>
                  <a:sym typeface="Roboto" charset="0"/>
                </a:rPr>
                <a:t>Summary:</a:t>
              </a:r>
              <a:r>
                <a:rPr lang="en-US" altLang="en-US" sz="2200" b="1" dirty="0" smtClean="0">
                  <a:solidFill>
                    <a:srgbClr val="FFFFFF"/>
                  </a:solidFill>
                  <a:latin typeface="Gill Sans" panose="020B0604020202020204" charset="0"/>
                  <a:ea typeface="Roboto" charset="0"/>
                  <a:cs typeface="Calibri" panose="020F0502020204030204" pitchFamily="34" charset="0"/>
                  <a:sym typeface="Roboto" charset="0"/>
                </a:rPr>
                <a:t> </a:t>
              </a:r>
              <a:r>
                <a:rPr lang="en-US" altLang="en-US" sz="2200" dirty="0" smtClean="0">
                  <a:solidFill>
                    <a:srgbClr val="FFFFFF"/>
                  </a:solidFill>
                  <a:latin typeface="Gill Sans" panose="020B0604020202020204" charset="0"/>
                  <a:ea typeface="Roboto" charset="0"/>
                  <a:cs typeface="Calibri" panose="020F0502020204030204" pitchFamily="34" charset="0"/>
                  <a:sym typeface="Roboto" charset="0"/>
                </a:rPr>
                <a:t>Students summarize and reflect what they’ve learned.</a:t>
              </a:r>
              <a:endParaRPr lang="en-US" altLang="en-US" sz="2200" dirty="0">
                <a:solidFill>
                  <a:srgbClr val="FFFFFF"/>
                </a:solidFill>
                <a:latin typeface="Gill Sans" panose="020B0604020202020204" charset="0"/>
                <a:ea typeface="Roboto" charset="0"/>
                <a:cs typeface="Calibri" panose="020F0502020204030204" pitchFamily="34" charset="0"/>
                <a:sym typeface="Roboto" charset="0"/>
              </a:endParaRPr>
            </a:p>
          </p:txBody>
        </p:sp>
        <p:sp>
          <p:nvSpPr>
            <p:cNvPr id="26665" name="Google Shape;380;p22"/>
            <p:cNvSpPr>
              <a:spLocks/>
            </p:cNvSpPr>
            <p:nvPr/>
          </p:nvSpPr>
          <p:spPr bwMode="auto">
            <a:xfrm>
              <a:off x="10172158" y="3400403"/>
              <a:ext cx="250350" cy="250350"/>
            </a:xfrm>
            <a:custGeom>
              <a:avLst/>
              <a:gdLst>
                <a:gd name="T0" fmla="*/ 5001 w 10014"/>
                <a:gd name="T1" fmla="*/ 1 h 10014"/>
                <a:gd name="T2" fmla="*/ 1 w 10014"/>
                <a:gd name="T3" fmla="*/ 5013 h 10014"/>
                <a:gd name="T4" fmla="*/ 5001 w 10014"/>
                <a:gd name="T5" fmla="*/ 10014 h 10014"/>
                <a:gd name="T6" fmla="*/ 10014 w 10014"/>
                <a:gd name="T7" fmla="*/ 5013 h 10014"/>
                <a:gd name="T8" fmla="*/ 5001 w 10014"/>
                <a:gd name="T9" fmla="*/ 1 h 10014"/>
              </a:gdLst>
              <a:ahLst/>
              <a:cxnLst>
                <a:cxn ang="0">
                  <a:pos x="T0" y="T1"/>
                </a:cxn>
                <a:cxn ang="0">
                  <a:pos x="T2" y="T3"/>
                </a:cxn>
                <a:cxn ang="0">
                  <a:pos x="T4" y="T5"/>
                </a:cxn>
                <a:cxn ang="0">
                  <a:pos x="T6" y="T7"/>
                </a:cxn>
                <a:cxn ang="0">
                  <a:pos x="T8" y="T9"/>
                </a:cxn>
              </a:cxnLst>
              <a:rect l="0" t="0" r="r" b="b"/>
              <a:pathLst>
                <a:path w="10014" h="10014" extrusionOk="0">
                  <a:moveTo>
                    <a:pt x="5001" y="1"/>
                  </a:moveTo>
                  <a:cubicBezTo>
                    <a:pt x="2239" y="1"/>
                    <a:pt x="1" y="2239"/>
                    <a:pt x="1" y="5013"/>
                  </a:cubicBezTo>
                  <a:cubicBezTo>
                    <a:pt x="1" y="7775"/>
                    <a:pt x="2239" y="10014"/>
                    <a:pt x="5001" y="10014"/>
                  </a:cubicBezTo>
                  <a:cubicBezTo>
                    <a:pt x="7763" y="10014"/>
                    <a:pt x="10014" y="7775"/>
                    <a:pt x="10014" y="5013"/>
                  </a:cubicBezTo>
                  <a:cubicBezTo>
                    <a:pt x="10014" y="2239"/>
                    <a:pt x="7763" y="1"/>
                    <a:pt x="5001" y="1"/>
                  </a:cubicBezTo>
                  <a:close/>
                </a:path>
              </a:pathLst>
            </a:custGeom>
            <a:solidFill>
              <a:srgbClr val="869FB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sp>
          <p:nvSpPr>
            <p:cNvPr id="26666" name="Google Shape;381;p22"/>
            <p:cNvSpPr>
              <a:spLocks/>
            </p:cNvSpPr>
            <p:nvPr/>
          </p:nvSpPr>
          <p:spPr bwMode="auto">
            <a:xfrm>
              <a:off x="10265620" y="3443969"/>
              <a:ext cx="63125" cy="63150"/>
            </a:xfrm>
            <a:custGeom>
              <a:avLst/>
              <a:gdLst>
                <a:gd name="T0" fmla="*/ 1262 w 2525"/>
                <a:gd name="T1" fmla="*/ 1 h 2526"/>
                <a:gd name="T2" fmla="*/ 0 w 2525"/>
                <a:gd name="T3" fmla="*/ 1263 h 2526"/>
                <a:gd name="T4" fmla="*/ 1262 w 2525"/>
                <a:gd name="T5" fmla="*/ 2525 h 2526"/>
                <a:gd name="T6" fmla="*/ 2524 w 2525"/>
                <a:gd name="T7" fmla="*/ 1263 h 2526"/>
                <a:gd name="T8" fmla="*/ 1262 w 2525"/>
                <a:gd name="T9" fmla="*/ 1 h 2526"/>
              </a:gdLst>
              <a:ahLst/>
              <a:cxnLst>
                <a:cxn ang="0">
                  <a:pos x="T0" y="T1"/>
                </a:cxn>
                <a:cxn ang="0">
                  <a:pos x="T2" y="T3"/>
                </a:cxn>
                <a:cxn ang="0">
                  <a:pos x="T4" y="T5"/>
                </a:cxn>
                <a:cxn ang="0">
                  <a:pos x="T6" y="T7"/>
                </a:cxn>
                <a:cxn ang="0">
                  <a:pos x="T8" y="T9"/>
                </a:cxn>
              </a:cxnLst>
              <a:rect l="0" t="0" r="r" b="b"/>
              <a:pathLst>
                <a:path w="2525" h="2526" extrusionOk="0">
                  <a:moveTo>
                    <a:pt x="1262" y="1"/>
                  </a:moveTo>
                  <a:cubicBezTo>
                    <a:pt x="572" y="1"/>
                    <a:pt x="0" y="561"/>
                    <a:pt x="0" y="1263"/>
                  </a:cubicBezTo>
                  <a:cubicBezTo>
                    <a:pt x="0" y="1954"/>
                    <a:pt x="572" y="2525"/>
                    <a:pt x="1262" y="2525"/>
                  </a:cubicBezTo>
                  <a:cubicBezTo>
                    <a:pt x="1965" y="2525"/>
                    <a:pt x="2524" y="1954"/>
                    <a:pt x="2524" y="1263"/>
                  </a:cubicBezTo>
                  <a:cubicBezTo>
                    <a:pt x="2524" y="561"/>
                    <a:pt x="1965" y="1"/>
                    <a:pt x="126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sp>
          <p:nvSpPr>
            <p:cNvPr id="26667" name="Google Shape;382;p22"/>
            <p:cNvSpPr>
              <a:spLocks/>
            </p:cNvSpPr>
            <p:nvPr/>
          </p:nvSpPr>
          <p:spPr bwMode="auto">
            <a:xfrm>
              <a:off x="10244783" y="3529003"/>
              <a:ext cx="104800" cy="48825"/>
            </a:xfrm>
            <a:custGeom>
              <a:avLst/>
              <a:gdLst>
                <a:gd name="T0" fmla="*/ 2096 w 4192"/>
                <a:gd name="T1" fmla="*/ 0 h 1953"/>
                <a:gd name="T2" fmla="*/ 1 w 4192"/>
                <a:gd name="T3" fmla="*/ 1953 h 1953"/>
                <a:gd name="T4" fmla="*/ 4192 w 4192"/>
                <a:gd name="T5" fmla="*/ 1953 h 1953"/>
                <a:gd name="T6" fmla="*/ 2096 w 4192"/>
                <a:gd name="T7" fmla="*/ 0 h 1953"/>
              </a:gdLst>
              <a:ahLst/>
              <a:cxnLst>
                <a:cxn ang="0">
                  <a:pos x="T0" y="T1"/>
                </a:cxn>
                <a:cxn ang="0">
                  <a:pos x="T2" y="T3"/>
                </a:cxn>
                <a:cxn ang="0">
                  <a:pos x="T4" y="T5"/>
                </a:cxn>
                <a:cxn ang="0">
                  <a:pos x="T6" y="T7"/>
                </a:cxn>
              </a:cxnLst>
              <a:rect l="0" t="0" r="r" b="b"/>
              <a:pathLst>
                <a:path w="4192" h="1953" extrusionOk="0">
                  <a:moveTo>
                    <a:pt x="2096" y="0"/>
                  </a:moveTo>
                  <a:cubicBezTo>
                    <a:pt x="989" y="0"/>
                    <a:pt x="72" y="857"/>
                    <a:pt x="1" y="1953"/>
                  </a:cubicBezTo>
                  <a:lnTo>
                    <a:pt x="4192" y="1953"/>
                  </a:lnTo>
                  <a:cubicBezTo>
                    <a:pt x="4120" y="857"/>
                    <a:pt x="3215" y="0"/>
                    <a:pt x="209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sp>
          <p:nvSpPr>
            <p:cNvPr id="26668" name="Google Shape;383;p22"/>
            <p:cNvSpPr txBox="1">
              <a:spLocks noChangeArrowheads="1"/>
            </p:cNvSpPr>
            <p:nvPr/>
          </p:nvSpPr>
          <p:spPr bwMode="auto">
            <a:xfrm>
              <a:off x="5631625" y="3703334"/>
              <a:ext cx="683700" cy="29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ctr"/>
              <a:r>
                <a:rPr lang="en-US" altLang="en-US" sz="3000" b="1" dirty="0">
                  <a:solidFill>
                    <a:schemeClr val="bg1"/>
                  </a:solidFill>
                  <a:latin typeface="Gill Sans" panose="020B0604020202020204" charset="0"/>
                  <a:ea typeface="Fira Sans Extra Condensed Mediu" charset="0"/>
                  <a:cs typeface="Calibri" panose="020F0502020204030204" pitchFamily="34" charset="0"/>
                  <a:sym typeface="Fira Sans Extra Condensed Mediu" charset="0"/>
                </a:rPr>
                <a:t>Step 4</a:t>
              </a:r>
            </a:p>
          </p:txBody>
        </p:sp>
      </p:grpSp>
      <p:grpSp>
        <p:nvGrpSpPr>
          <p:cNvPr id="4" name="Group 3"/>
          <p:cNvGrpSpPr/>
          <p:nvPr/>
        </p:nvGrpSpPr>
        <p:grpSpPr>
          <a:xfrm>
            <a:off x="696479" y="1445104"/>
            <a:ext cx="9506880" cy="1663220"/>
            <a:chOff x="696479" y="1445104"/>
            <a:chExt cx="9506880" cy="1663220"/>
          </a:xfrm>
        </p:grpSpPr>
        <p:sp>
          <p:nvSpPr>
            <p:cNvPr id="26651" name="Google Shape;387;p22"/>
            <p:cNvSpPr>
              <a:spLocks/>
            </p:cNvSpPr>
            <p:nvPr/>
          </p:nvSpPr>
          <p:spPr bwMode="auto">
            <a:xfrm>
              <a:off x="2024112" y="2206500"/>
              <a:ext cx="469015" cy="27736"/>
            </a:xfrm>
            <a:custGeom>
              <a:avLst/>
              <a:gdLst>
                <a:gd name="T0" fmla="*/ 1 w 9491"/>
                <a:gd name="T1" fmla="*/ 0 h 584"/>
                <a:gd name="T2" fmla="*/ 1 w 9491"/>
                <a:gd name="T3" fmla="*/ 584 h 584"/>
                <a:gd name="T4" fmla="*/ 9490 w 9491"/>
                <a:gd name="T5" fmla="*/ 584 h 584"/>
                <a:gd name="T6" fmla="*/ 9490 w 9491"/>
                <a:gd name="T7" fmla="*/ 0 h 584"/>
                <a:gd name="T8" fmla="*/ 1 w 9491"/>
                <a:gd name="T9" fmla="*/ 0 h 584"/>
              </a:gdLst>
              <a:ahLst/>
              <a:cxnLst>
                <a:cxn ang="0">
                  <a:pos x="T0" y="T1"/>
                </a:cxn>
                <a:cxn ang="0">
                  <a:pos x="T2" y="T3"/>
                </a:cxn>
                <a:cxn ang="0">
                  <a:pos x="T4" y="T5"/>
                </a:cxn>
                <a:cxn ang="0">
                  <a:pos x="T6" y="T7"/>
                </a:cxn>
                <a:cxn ang="0">
                  <a:pos x="T8" y="T9"/>
                </a:cxn>
              </a:cxnLst>
              <a:rect l="0" t="0" r="r" b="b"/>
              <a:pathLst>
                <a:path w="9491" h="584" extrusionOk="0">
                  <a:moveTo>
                    <a:pt x="1" y="0"/>
                  </a:moveTo>
                  <a:lnTo>
                    <a:pt x="1" y="584"/>
                  </a:lnTo>
                  <a:lnTo>
                    <a:pt x="9490" y="584"/>
                  </a:lnTo>
                  <a:lnTo>
                    <a:pt x="9490" y="0"/>
                  </a:lnTo>
                  <a:lnTo>
                    <a:pt x="1" y="0"/>
                  </a:lnTo>
                  <a:close/>
                </a:path>
              </a:pathLst>
            </a:custGeom>
            <a:solidFill>
              <a:srgbClr val="FCDF2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sp>
          <p:nvSpPr>
            <p:cNvPr id="26652" name="Google Shape;388;p22"/>
            <p:cNvSpPr>
              <a:spLocks/>
            </p:cNvSpPr>
            <p:nvPr/>
          </p:nvSpPr>
          <p:spPr bwMode="auto">
            <a:xfrm>
              <a:off x="2023519" y="2147086"/>
              <a:ext cx="614350" cy="152738"/>
            </a:xfrm>
            <a:custGeom>
              <a:avLst/>
              <a:gdLst>
                <a:gd name="T0" fmla="*/ 10824 w 12432"/>
                <a:gd name="T1" fmla="*/ 596 h 3216"/>
                <a:gd name="T2" fmla="*/ 11848 w 12432"/>
                <a:gd name="T3" fmla="*/ 1620 h 3216"/>
                <a:gd name="T4" fmla="*/ 10824 w 12432"/>
                <a:gd name="T5" fmla="*/ 2632 h 3216"/>
                <a:gd name="T6" fmla="*/ 9800 w 12432"/>
                <a:gd name="T7" fmla="*/ 1620 h 3216"/>
                <a:gd name="T8" fmla="*/ 10824 w 12432"/>
                <a:gd name="T9" fmla="*/ 596 h 3216"/>
                <a:gd name="T10" fmla="*/ 10824 w 12432"/>
                <a:gd name="T11" fmla="*/ 1 h 3216"/>
                <a:gd name="T12" fmla="*/ 9335 w 12432"/>
                <a:gd name="T13" fmla="*/ 1001 h 3216"/>
                <a:gd name="T14" fmla="*/ 1 w 12432"/>
                <a:gd name="T15" fmla="*/ 1001 h 3216"/>
                <a:gd name="T16" fmla="*/ 1 w 12432"/>
                <a:gd name="T17" fmla="*/ 2037 h 3216"/>
                <a:gd name="T18" fmla="*/ 9276 w 12432"/>
                <a:gd name="T19" fmla="*/ 2037 h 3216"/>
                <a:gd name="T20" fmla="*/ 10824 w 12432"/>
                <a:gd name="T21" fmla="*/ 3216 h 3216"/>
                <a:gd name="T22" fmla="*/ 12431 w 12432"/>
                <a:gd name="T23" fmla="*/ 1608 h 3216"/>
                <a:gd name="T24" fmla="*/ 10824 w 12432"/>
                <a:gd name="T25" fmla="*/ 1 h 3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32" h="3216" extrusionOk="0">
                  <a:moveTo>
                    <a:pt x="10824" y="596"/>
                  </a:moveTo>
                  <a:cubicBezTo>
                    <a:pt x="11383" y="596"/>
                    <a:pt x="11848" y="1049"/>
                    <a:pt x="11848" y="1620"/>
                  </a:cubicBezTo>
                  <a:cubicBezTo>
                    <a:pt x="11848" y="2180"/>
                    <a:pt x="11383" y="2632"/>
                    <a:pt x="10824" y="2632"/>
                  </a:cubicBezTo>
                  <a:cubicBezTo>
                    <a:pt x="10252" y="2632"/>
                    <a:pt x="9800" y="2180"/>
                    <a:pt x="9800" y="1620"/>
                  </a:cubicBezTo>
                  <a:cubicBezTo>
                    <a:pt x="9800" y="1049"/>
                    <a:pt x="10252" y="596"/>
                    <a:pt x="10824" y="596"/>
                  </a:cubicBezTo>
                  <a:close/>
                  <a:moveTo>
                    <a:pt x="10824" y="1"/>
                  </a:moveTo>
                  <a:cubicBezTo>
                    <a:pt x="10145" y="1"/>
                    <a:pt x="9562" y="406"/>
                    <a:pt x="9335" y="1001"/>
                  </a:cubicBezTo>
                  <a:lnTo>
                    <a:pt x="1" y="1001"/>
                  </a:lnTo>
                  <a:lnTo>
                    <a:pt x="1" y="2037"/>
                  </a:lnTo>
                  <a:lnTo>
                    <a:pt x="9276" y="2037"/>
                  </a:lnTo>
                  <a:cubicBezTo>
                    <a:pt x="9478" y="2787"/>
                    <a:pt x="10086" y="3216"/>
                    <a:pt x="10824" y="3216"/>
                  </a:cubicBezTo>
                  <a:cubicBezTo>
                    <a:pt x="11705" y="3216"/>
                    <a:pt x="12431" y="2489"/>
                    <a:pt x="12431" y="1608"/>
                  </a:cubicBezTo>
                  <a:cubicBezTo>
                    <a:pt x="12431" y="715"/>
                    <a:pt x="11705" y="1"/>
                    <a:pt x="10824" y="1"/>
                  </a:cubicBezTo>
                  <a:close/>
                </a:path>
              </a:pathLst>
            </a:custGeom>
            <a:solidFill>
              <a:srgbClr val="FCBD24"/>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sp>
          <p:nvSpPr>
            <p:cNvPr id="21" name="Google Shape;389;p22"/>
            <p:cNvSpPr/>
            <p:nvPr/>
          </p:nvSpPr>
          <p:spPr bwMode="auto">
            <a:xfrm>
              <a:off x="2898342" y="1647824"/>
              <a:ext cx="7090207" cy="870815"/>
            </a:xfrm>
            <a:custGeom>
              <a:avLst/>
              <a:gdLst/>
              <a:ahLst/>
              <a:cxnLst/>
              <a:rect l="l" t="t" r="r" b="b"/>
              <a:pathLst>
                <a:path w="54817" h="24254" extrusionOk="0">
                  <a:moveTo>
                    <a:pt x="1060" y="1"/>
                  </a:moveTo>
                  <a:cubicBezTo>
                    <a:pt x="477" y="1"/>
                    <a:pt x="1" y="477"/>
                    <a:pt x="1" y="1060"/>
                  </a:cubicBezTo>
                  <a:lnTo>
                    <a:pt x="1" y="23194"/>
                  </a:lnTo>
                  <a:cubicBezTo>
                    <a:pt x="1" y="23778"/>
                    <a:pt x="477" y="24254"/>
                    <a:pt x="1060" y="24254"/>
                  </a:cubicBezTo>
                  <a:lnTo>
                    <a:pt x="53757" y="24254"/>
                  </a:lnTo>
                  <a:cubicBezTo>
                    <a:pt x="54341" y="24254"/>
                    <a:pt x="54817" y="23778"/>
                    <a:pt x="54817" y="23194"/>
                  </a:cubicBezTo>
                  <a:lnTo>
                    <a:pt x="54817" y="1060"/>
                  </a:lnTo>
                  <a:cubicBezTo>
                    <a:pt x="54817" y="477"/>
                    <a:pt x="54341" y="1"/>
                    <a:pt x="53757" y="1"/>
                  </a:cubicBezTo>
                  <a:close/>
                </a:path>
              </a:pathLst>
            </a:custGeom>
            <a:solidFill>
              <a:srgbClr val="FCBD24"/>
            </a:solidFill>
            <a:ln>
              <a:noFill/>
            </a:ln>
          </p:spPr>
          <p:txBody>
            <a:bodyPr spcFirstLastPara="1" lIns="91425" tIns="91425" rIns="91425" bIns="91425" anchor="ctr"/>
            <a:lstStyle/>
            <a:p>
              <a:pPr algn="ctr">
                <a:spcBef>
                  <a:spcPts val="0"/>
                </a:spcBef>
                <a:spcAft>
                  <a:spcPts val="0"/>
                </a:spcAft>
                <a:buClr>
                  <a:schemeClr val="dk1"/>
                </a:buClr>
                <a:buSzPts val="1100"/>
                <a:buFont typeface="Arial"/>
                <a:buNone/>
                <a:defRPr/>
              </a:pPr>
              <a:r>
                <a:rPr lang="en" sz="2200" b="1" u="sng" dirty="0" smtClean="0">
                  <a:solidFill>
                    <a:schemeClr val="accent2">
                      <a:lumMod val="50000"/>
                    </a:schemeClr>
                  </a:solidFill>
                  <a:latin typeface="Gill Sans" panose="020B0604020202020204" charset="0"/>
                  <a:ea typeface="Roboto"/>
                  <a:cs typeface="Calibri" panose="020F0502020204030204" pitchFamily="34" charset="0"/>
                  <a:sym typeface="Roboto"/>
                </a:rPr>
                <a:t>Engage:</a:t>
              </a:r>
              <a:r>
                <a:rPr lang="en" sz="2200" dirty="0" smtClean="0">
                  <a:solidFill>
                    <a:schemeClr val="accent2">
                      <a:lumMod val="50000"/>
                    </a:schemeClr>
                  </a:solidFill>
                  <a:latin typeface="Gill Sans" panose="020B0604020202020204" charset="0"/>
                  <a:ea typeface="Roboto"/>
                  <a:cs typeface="Calibri" panose="020F0502020204030204" pitchFamily="34" charset="0"/>
                  <a:sym typeface="Roboto"/>
                </a:rPr>
                <a:t> Teachers open a lesson with an activity or question meant to engage students.</a:t>
              </a:r>
              <a:endParaRPr sz="2200" dirty="0">
                <a:solidFill>
                  <a:schemeClr val="accent2">
                    <a:lumMod val="50000"/>
                  </a:schemeClr>
                </a:solidFill>
                <a:latin typeface="Gill Sans" panose="020B0604020202020204" charset="0"/>
                <a:ea typeface="Roboto"/>
                <a:cs typeface="Calibri" panose="020F0502020204030204" pitchFamily="34" charset="0"/>
                <a:sym typeface="Roboto"/>
              </a:endParaRPr>
            </a:p>
          </p:txBody>
        </p:sp>
        <p:grpSp>
          <p:nvGrpSpPr>
            <p:cNvPr id="26654" name="Group 8"/>
            <p:cNvGrpSpPr>
              <a:grpSpLocks/>
            </p:cNvGrpSpPr>
            <p:nvPr/>
          </p:nvGrpSpPr>
          <p:grpSpPr bwMode="auto">
            <a:xfrm>
              <a:off x="9708499" y="1445104"/>
              <a:ext cx="494860" cy="475596"/>
              <a:chOff x="9946432" y="1272249"/>
              <a:chExt cx="494816" cy="475237"/>
            </a:xfrm>
          </p:grpSpPr>
          <p:sp>
            <p:nvSpPr>
              <p:cNvPr id="26659" name="Google Shape;390;p22"/>
              <p:cNvSpPr>
                <a:spLocks/>
              </p:cNvSpPr>
              <p:nvPr/>
            </p:nvSpPr>
            <p:spPr bwMode="auto">
              <a:xfrm>
                <a:off x="9946432" y="1272249"/>
                <a:ext cx="494816" cy="475237"/>
              </a:xfrm>
              <a:custGeom>
                <a:avLst/>
                <a:gdLst>
                  <a:gd name="T0" fmla="*/ 5013 w 10014"/>
                  <a:gd name="T1" fmla="*/ 0 h 10014"/>
                  <a:gd name="T2" fmla="*/ 0 w 10014"/>
                  <a:gd name="T3" fmla="*/ 5001 h 10014"/>
                  <a:gd name="T4" fmla="*/ 5013 w 10014"/>
                  <a:gd name="T5" fmla="*/ 10013 h 10014"/>
                  <a:gd name="T6" fmla="*/ 10014 w 10014"/>
                  <a:gd name="T7" fmla="*/ 5001 h 10014"/>
                  <a:gd name="T8" fmla="*/ 5013 w 10014"/>
                  <a:gd name="T9" fmla="*/ 0 h 10014"/>
                </a:gdLst>
                <a:ahLst/>
                <a:cxnLst>
                  <a:cxn ang="0">
                    <a:pos x="T0" y="T1"/>
                  </a:cxn>
                  <a:cxn ang="0">
                    <a:pos x="T2" y="T3"/>
                  </a:cxn>
                  <a:cxn ang="0">
                    <a:pos x="T4" y="T5"/>
                  </a:cxn>
                  <a:cxn ang="0">
                    <a:pos x="T6" y="T7"/>
                  </a:cxn>
                  <a:cxn ang="0">
                    <a:pos x="T8" y="T9"/>
                  </a:cxn>
                </a:cxnLst>
                <a:rect l="0" t="0" r="r" b="b"/>
                <a:pathLst>
                  <a:path w="10014" h="10014" extrusionOk="0">
                    <a:moveTo>
                      <a:pt x="5013" y="0"/>
                    </a:moveTo>
                    <a:cubicBezTo>
                      <a:pt x="2239" y="0"/>
                      <a:pt x="0" y="2238"/>
                      <a:pt x="0" y="5001"/>
                    </a:cubicBezTo>
                    <a:cubicBezTo>
                      <a:pt x="0" y="7775"/>
                      <a:pt x="2239" y="10013"/>
                      <a:pt x="5013" y="10013"/>
                    </a:cubicBezTo>
                    <a:cubicBezTo>
                      <a:pt x="7775" y="10013"/>
                      <a:pt x="10014" y="7775"/>
                      <a:pt x="10014" y="5001"/>
                    </a:cubicBezTo>
                    <a:cubicBezTo>
                      <a:pt x="10014" y="2238"/>
                      <a:pt x="7775" y="0"/>
                      <a:pt x="5013" y="0"/>
                    </a:cubicBezTo>
                    <a:close/>
                  </a:path>
                </a:pathLst>
              </a:custGeom>
              <a:solidFill>
                <a:srgbClr val="869FB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sp>
            <p:nvSpPr>
              <p:cNvPr id="26660" name="Google Shape;391;p22"/>
              <p:cNvSpPr>
                <a:spLocks/>
              </p:cNvSpPr>
              <p:nvPr/>
            </p:nvSpPr>
            <p:spPr bwMode="auto">
              <a:xfrm>
                <a:off x="10058796" y="1416899"/>
                <a:ext cx="231843" cy="216026"/>
              </a:xfrm>
              <a:custGeom>
                <a:avLst/>
                <a:gdLst>
                  <a:gd name="T0" fmla="*/ 2417 w 4692"/>
                  <a:gd name="T1" fmla="*/ 0 h 4552"/>
                  <a:gd name="T2" fmla="*/ 155 w 4692"/>
                  <a:gd name="T3" fmla="*/ 2536 h 4552"/>
                  <a:gd name="T4" fmla="*/ 2155 w 4692"/>
                  <a:gd name="T5" fmla="*/ 4536 h 4552"/>
                  <a:gd name="T6" fmla="*/ 2419 w 4692"/>
                  <a:gd name="T7" fmla="*/ 4551 h 4552"/>
                  <a:gd name="T8" fmla="*/ 4692 w 4692"/>
                  <a:gd name="T9" fmla="*/ 2274 h 4552"/>
                  <a:gd name="T10" fmla="*/ 2417 w 4692"/>
                  <a:gd name="T11" fmla="*/ 2274 h 4552"/>
                  <a:gd name="T12" fmla="*/ 2417 w 4692"/>
                  <a:gd name="T13" fmla="*/ 0 h 4552"/>
                </a:gdLst>
                <a:ahLst/>
                <a:cxnLst>
                  <a:cxn ang="0">
                    <a:pos x="T0" y="T1"/>
                  </a:cxn>
                  <a:cxn ang="0">
                    <a:pos x="T2" y="T3"/>
                  </a:cxn>
                  <a:cxn ang="0">
                    <a:pos x="T4" y="T5"/>
                  </a:cxn>
                  <a:cxn ang="0">
                    <a:pos x="T6" y="T7"/>
                  </a:cxn>
                  <a:cxn ang="0">
                    <a:pos x="T8" y="T9"/>
                  </a:cxn>
                  <a:cxn ang="0">
                    <a:pos x="T10" y="T11"/>
                  </a:cxn>
                  <a:cxn ang="0">
                    <a:pos x="T12" y="T13"/>
                  </a:cxn>
                </a:cxnLst>
                <a:rect l="0" t="0" r="r" b="b"/>
                <a:pathLst>
                  <a:path w="4692" h="4552" extrusionOk="0">
                    <a:moveTo>
                      <a:pt x="2417" y="0"/>
                    </a:moveTo>
                    <a:cubicBezTo>
                      <a:pt x="1072" y="0"/>
                      <a:pt x="0" y="1167"/>
                      <a:pt x="155" y="2536"/>
                    </a:cubicBezTo>
                    <a:cubicBezTo>
                      <a:pt x="274" y="3572"/>
                      <a:pt x="1120" y="4417"/>
                      <a:pt x="2155" y="4536"/>
                    </a:cubicBezTo>
                    <a:cubicBezTo>
                      <a:pt x="2244" y="4546"/>
                      <a:pt x="2332" y="4551"/>
                      <a:pt x="2419" y="4551"/>
                    </a:cubicBezTo>
                    <a:cubicBezTo>
                      <a:pt x="3671" y="4551"/>
                      <a:pt x="4692" y="3532"/>
                      <a:pt x="4692" y="2274"/>
                    </a:cubicBezTo>
                    <a:lnTo>
                      <a:pt x="2417" y="2274"/>
                    </a:lnTo>
                    <a:lnTo>
                      <a:pt x="241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sp>
            <p:nvSpPr>
              <p:cNvPr id="26661" name="Google Shape;392;p22"/>
              <p:cNvSpPr>
                <a:spLocks/>
              </p:cNvSpPr>
              <p:nvPr/>
            </p:nvSpPr>
            <p:spPr bwMode="auto">
              <a:xfrm>
                <a:off x="10209405" y="1386906"/>
                <a:ext cx="112413" cy="108013"/>
              </a:xfrm>
              <a:custGeom>
                <a:avLst/>
                <a:gdLst>
                  <a:gd name="T0" fmla="*/ 0 w 2275"/>
                  <a:gd name="T1" fmla="*/ 1 h 2276"/>
                  <a:gd name="T2" fmla="*/ 0 w 2275"/>
                  <a:gd name="T3" fmla="*/ 2275 h 2276"/>
                  <a:gd name="T4" fmla="*/ 2275 w 2275"/>
                  <a:gd name="T5" fmla="*/ 2275 h 2276"/>
                  <a:gd name="T6" fmla="*/ 0 w 2275"/>
                  <a:gd name="T7" fmla="*/ 1 h 2276"/>
                </a:gdLst>
                <a:ahLst/>
                <a:cxnLst>
                  <a:cxn ang="0">
                    <a:pos x="T0" y="T1"/>
                  </a:cxn>
                  <a:cxn ang="0">
                    <a:pos x="T2" y="T3"/>
                  </a:cxn>
                  <a:cxn ang="0">
                    <a:pos x="T4" y="T5"/>
                  </a:cxn>
                  <a:cxn ang="0">
                    <a:pos x="T6" y="T7"/>
                  </a:cxn>
                </a:cxnLst>
                <a:rect l="0" t="0" r="r" b="b"/>
                <a:pathLst>
                  <a:path w="2275" h="2276" extrusionOk="0">
                    <a:moveTo>
                      <a:pt x="0" y="1"/>
                    </a:moveTo>
                    <a:lnTo>
                      <a:pt x="0" y="2275"/>
                    </a:lnTo>
                    <a:lnTo>
                      <a:pt x="2275" y="2275"/>
                    </a:lnTo>
                    <a:cubicBezTo>
                      <a:pt x="2275" y="1013"/>
                      <a:pt x="1263" y="1"/>
                      <a:pt x="0"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grpSp>
        <p:sp>
          <p:nvSpPr>
            <p:cNvPr id="26655" name="Google Shape;393;p22"/>
            <p:cNvSpPr>
              <a:spLocks/>
            </p:cNvSpPr>
            <p:nvPr/>
          </p:nvSpPr>
          <p:spPr bwMode="auto">
            <a:xfrm>
              <a:off x="696479" y="1574317"/>
              <a:ext cx="1351493" cy="1298885"/>
            </a:xfrm>
            <a:custGeom>
              <a:avLst/>
              <a:gdLst>
                <a:gd name="T0" fmla="*/ 11978 w 23944"/>
                <a:gd name="T1" fmla="*/ 1 h 23944"/>
                <a:gd name="T2" fmla="*/ 0 w 23944"/>
                <a:gd name="T3" fmla="*/ 11978 h 23944"/>
                <a:gd name="T4" fmla="*/ 11978 w 23944"/>
                <a:gd name="T5" fmla="*/ 23944 h 23944"/>
                <a:gd name="T6" fmla="*/ 23944 w 23944"/>
                <a:gd name="T7" fmla="*/ 11978 h 23944"/>
                <a:gd name="T8" fmla="*/ 22860 w 23944"/>
                <a:gd name="T9" fmla="*/ 11978 h 23944"/>
                <a:gd name="T10" fmla="*/ 11978 w 23944"/>
                <a:gd name="T11" fmla="*/ 22861 h 23944"/>
                <a:gd name="T12" fmla="*/ 1084 w 23944"/>
                <a:gd name="T13" fmla="*/ 11978 h 23944"/>
                <a:gd name="T14" fmla="*/ 11978 w 23944"/>
                <a:gd name="T15" fmla="*/ 1084 h 23944"/>
                <a:gd name="T16" fmla="*/ 11978 w 23944"/>
                <a:gd name="T17" fmla="*/ 1 h 23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44" h="23944" extrusionOk="0">
                  <a:moveTo>
                    <a:pt x="11978" y="1"/>
                  </a:moveTo>
                  <a:cubicBezTo>
                    <a:pt x="5370" y="1"/>
                    <a:pt x="0" y="5370"/>
                    <a:pt x="0" y="11978"/>
                  </a:cubicBezTo>
                  <a:cubicBezTo>
                    <a:pt x="0" y="18574"/>
                    <a:pt x="5370" y="23944"/>
                    <a:pt x="11978" y="23944"/>
                  </a:cubicBezTo>
                  <a:cubicBezTo>
                    <a:pt x="18574" y="23944"/>
                    <a:pt x="23944" y="18574"/>
                    <a:pt x="23944" y="11978"/>
                  </a:cubicBezTo>
                  <a:lnTo>
                    <a:pt x="22860" y="11978"/>
                  </a:lnTo>
                  <a:cubicBezTo>
                    <a:pt x="22860" y="17979"/>
                    <a:pt x="17979" y="22861"/>
                    <a:pt x="11978" y="22861"/>
                  </a:cubicBezTo>
                  <a:cubicBezTo>
                    <a:pt x="5977" y="22861"/>
                    <a:pt x="1084" y="17979"/>
                    <a:pt x="1084" y="11978"/>
                  </a:cubicBezTo>
                  <a:cubicBezTo>
                    <a:pt x="1084" y="5966"/>
                    <a:pt x="5977" y="1084"/>
                    <a:pt x="11978" y="1084"/>
                  </a:cubicBezTo>
                  <a:lnTo>
                    <a:pt x="11978" y="1"/>
                  </a:lnTo>
                  <a:close/>
                </a:path>
              </a:pathLst>
            </a:custGeom>
            <a:solidFill>
              <a:schemeClr val="bg2"/>
            </a:solidFill>
            <a:ln w="19050" cap="flat" cmpd="sng">
              <a:solidFill>
                <a:schemeClr val="bg2"/>
              </a:solidFill>
              <a:prstDash val="solid"/>
              <a:round/>
              <a:headEnd type="none" w="sm" len="sm"/>
              <a:tailEnd type="none" w="sm" len="sm"/>
            </a:ln>
          </p:spPr>
          <p:txBody>
            <a:bodyPr lIns="91425" tIns="91425" rIns="91425" bIns="91425" anchor="ctr"/>
            <a:lstStyle/>
            <a:p>
              <a:endParaRPr lang="en-US" sz="2600">
                <a:latin typeface="Gill Sans" panose="020B0604020202020204" charset="0"/>
              </a:endParaRPr>
            </a:p>
          </p:txBody>
        </p:sp>
        <p:sp>
          <p:nvSpPr>
            <p:cNvPr id="26" name="Google Shape;394;p22"/>
            <p:cNvSpPr/>
            <p:nvPr/>
          </p:nvSpPr>
          <p:spPr bwMode="auto">
            <a:xfrm>
              <a:off x="1372754" y="1574799"/>
              <a:ext cx="674688" cy="649288"/>
            </a:xfrm>
            <a:custGeom>
              <a:avLst/>
              <a:gdLst/>
              <a:ahLst/>
              <a:cxnLst/>
              <a:rect l="l" t="t" r="r" b="b"/>
              <a:pathLst>
                <a:path w="11967" h="11979" extrusionOk="0">
                  <a:moveTo>
                    <a:pt x="1" y="1"/>
                  </a:moveTo>
                  <a:lnTo>
                    <a:pt x="1" y="1084"/>
                  </a:lnTo>
                  <a:cubicBezTo>
                    <a:pt x="6002" y="1084"/>
                    <a:pt x="10883" y="5966"/>
                    <a:pt x="10883" y="11978"/>
                  </a:cubicBezTo>
                  <a:lnTo>
                    <a:pt x="11967" y="11978"/>
                  </a:lnTo>
                  <a:cubicBezTo>
                    <a:pt x="11967" y="5370"/>
                    <a:pt x="6597" y="1"/>
                    <a:pt x="1" y="1"/>
                  </a:cubicBezTo>
                  <a:close/>
                </a:path>
              </a:pathLst>
            </a:custGeom>
            <a:solidFill>
              <a:srgbClr val="FCBD24"/>
            </a:solidFill>
            <a:ln w="19050" cap="flat" cmpd="sng">
              <a:solidFill>
                <a:schemeClr val="accent5"/>
              </a:solidFill>
              <a:prstDash val="solid"/>
              <a:round/>
              <a:headEnd type="none" w="sm" len="sm"/>
              <a:tailEnd type="none" w="sm" len="sm"/>
            </a:ln>
          </p:spPr>
          <p:txBody>
            <a:bodyPr spcFirstLastPara="1" lIns="91425" tIns="91425" rIns="91425" bIns="91425" anchor="ctr"/>
            <a:lstStyle/>
            <a:p>
              <a:pPr>
                <a:spcBef>
                  <a:spcPts val="0"/>
                </a:spcBef>
                <a:spcAft>
                  <a:spcPts val="0"/>
                </a:spcAft>
                <a:defRPr/>
              </a:pPr>
              <a:endParaRPr sz="2600">
                <a:latin typeface="Gill Sans" panose="020B0604020202020204" charset="0"/>
                <a:cs typeface="Calibri" panose="020F0502020204030204" pitchFamily="34" charset="0"/>
              </a:endParaRPr>
            </a:p>
          </p:txBody>
        </p:sp>
        <p:sp>
          <p:nvSpPr>
            <p:cNvPr id="26657" name="Google Shape;395;p22"/>
            <p:cNvSpPr txBox="1">
              <a:spLocks noChangeArrowheads="1"/>
            </p:cNvSpPr>
            <p:nvPr/>
          </p:nvSpPr>
          <p:spPr bwMode="auto">
            <a:xfrm>
              <a:off x="696505" y="1939325"/>
              <a:ext cx="1351452" cy="56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ctr"/>
              <a:r>
                <a:rPr lang="en-US" altLang="en-US" sz="3000" b="1" dirty="0">
                  <a:solidFill>
                    <a:srgbClr val="434343"/>
                  </a:solidFill>
                  <a:latin typeface="Gill Sans" panose="020B0604020202020204" charset="0"/>
                  <a:ea typeface="Fira Sans Extra Condensed Mediu" charset="0"/>
                  <a:cs typeface="Calibri" panose="020F0502020204030204" pitchFamily="34" charset="0"/>
                  <a:sym typeface="Fira Sans Extra Condensed Mediu" charset="0"/>
                </a:rPr>
                <a:t>Step 1</a:t>
              </a:r>
            </a:p>
          </p:txBody>
        </p:sp>
        <p:sp>
          <p:nvSpPr>
            <p:cNvPr id="28" name="Google Shape;396;p22"/>
            <p:cNvSpPr/>
            <p:nvPr/>
          </p:nvSpPr>
          <p:spPr bwMode="auto">
            <a:xfrm rot="5400000">
              <a:off x="1236230" y="2836861"/>
              <a:ext cx="273050" cy="269875"/>
            </a:xfrm>
            <a:custGeom>
              <a:avLst/>
              <a:gdLst/>
              <a:ahLst/>
              <a:cxnLst/>
              <a:rect l="l" t="t" r="r" b="b"/>
              <a:pathLst>
                <a:path w="5763" h="5454" extrusionOk="0">
                  <a:moveTo>
                    <a:pt x="2959" y="0"/>
                  </a:moveTo>
                  <a:cubicBezTo>
                    <a:pt x="2771" y="0"/>
                    <a:pt x="2584" y="71"/>
                    <a:pt x="2441" y="214"/>
                  </a:cubicBezTo>
                  <a:cubicBezTo>
                    <a:pt x="2167" y="500"/>
                    <a:pt x="2167" y="964"/>
                    <a:pt x="2441" y="1250"/>
                  </a:cubicBezTo>
                  <a:lnTo>
                    <a:pt x="3203" y="2000"/>
                  </a:lnTo>
                  <a:lnTo>
                    <a:pt x="726" y="2000"/>
                  </a:lnTo>
                  <a:cubicBezTo>
                    <a:pt x="322" y="2000"/>
                    <a:pt x="0" y="2322"/>
                    <a:pt x="0" y="2727"/>
                  </a:cubicBezTo>
                  <a:cubicBezTo>
                    <a:pt x="0" y="3131"/>
                    <a:pt x="322" y="3453"/>
                    <a:pt x="726" y="3453"/>
                  </a:cubicBezTo>
                  <a:lnTo>
                    <a:pt x="3203" y="3453"/>
                  </a:lnTo>
                  <a:lnTo>
                    <a:pt x="2441" y="4215"/>
                  </a:lnTo>
                  <a:cubicBezTo>
                    <a:pt x="2167" y="4501"/>
                    <a:pt x="2167" y="4953"/>
                    <a:pt x="2441" y="5239"/>
                  </a:cubicBezTo>
                  <a:cubicBezTo>
                    <a:pt x="2584" y="5382"/>
                    <a:pt x="2774" y="5453"/>
                    <a:pt x="2965" y="5453"/>
                  </a:cubicBezTo>
                  <a:cubicBezTo>
                    <a:pt x="3143" y="5453"/>
                    <a:pt x="3334" y="5382"/>
                    <a:pt x="3477" y="5239"/>
                  </a:cubicBezTo>
                  <a:lnTo>
                    <a:pt x="5477" y="3239"/>
                  </a:lnTo>
                  <a:cubicBezTo>
                    <a:pt x="5763" y="2953"/>
                    <a:pt x="5763" y="2500"/>
                    <a:pt x="5477" y="2215"/>
                  </a:cubicBezTo>
                  <a:lnTo>
                    <a:pt x="3477" y="214"/>
                  </a:lnTo>
                  <a:cubicBezTo>
                    <a:pt x="3334" y="71"/>
                    <a:pt x="3146" y="0"/>
                    <a:pt x="2959" y="0"/>
                  </a:cubicBezTo>
                  <a:close/>
                </a:path>
              </a:pathLst>
            </a:custGeom>
            <a:solidFill>
              <a:schemeClr val="accent5"/>
            </a:solidFill>
            <a:ln>
              <a:noFill/>
            </a:ln>
          </p:spPr>
          <p:txBody>
            <a:bodyPr spcFirstLastPara="1" lIns="91425" tIns="91425" rIns="91425" bIns="91425" anchor="ctr"/>
            <a:lstStyle/>
            <a:p>
              <a:pPr>
                <a:spcBef>
                  <a:spcPts val="0"/>
                </a:spcBef>
                <a:spcAft>
                  <a:spcPts val="0"/>
                </a:spcAft>
                <a:defRPr/>
              </a:pPr>
              <a:endParaRPr sz="2600">
                <a:latin typeface="Gill Sans" panose="020B0604020202020204" charset="0"/>
                <a:cs typeface="Calibri" panose="020F0502020204030204" pitchFamily="34" charset="0"/>
              </a:endParaRPr>
            </a:p>
          </p:txBody>
        </p:sp>
      </p:grpSp>
      <p:grpSp>
        <p:nvGrpSpPr>
          <p:cNvPr id="29" name="Google Shape;397;p22"/>
          <p:cNvGrpSpPr>
            <a:grpSpLocks/>
          </p:cNvGrpSpPr>
          <p:nvPr/>
        </p:nvGrpSpPr>
        <p:grpSpPr bwMode="auto">
          <a:xfrm>
            <a:off x="1263217" y="2744353"/>
            <a:ext cx="9701498" cy="1773670"/>
            <a:chOff x="4634313" y="1749422"/>
            <a:chExt cx="4909269" cy="934803"/>
          </a:xfrm>
        </p:grpSpPr>
        <p:sp>
          <p:nvSpPr>
            <p:cNvPr id="26643" name="Google Shape;398;p22"/>
            <p:cNvSpPr>
              <a:spLocks/>
            </p:cNvSpPr>
            <p:nvPr/>
          </p:nvSpPr>
          <p:spPr bwMode="auto">
            <a:xfrm>
              <a:off x="5305375" y="2011194"/>
              <a:ext cx="310775" cy="80400"/>
            </a:xfrm>
            <a:custGeom>
              <a:avLst/>
              <a:gdLst>
                <a:gd name="T0" fmla="*/ 10836 w 12431"/>
                <a:gd name="T1" fmla="*/ 584 h 3216"/>
                <a:gd name="T2" fmla="*/ 11848 w 12431"/>
                <a:gd name="T3" fmla="*/ 1596 h 3216"/>
                <a:gd name="T4" fmla="*/ 10836 w 12431"/>
                <a:gd name="T5" fmla="*/ 2620 h 3216"/>
                <a:gd name="T6" fmla="*/ 9812 w 12431"/>
                <a:gd name="T7" fmla="*/ 1596 h 3216"/>
                <a:gd name="T8" fmla="*/ 10836 w 12431"/>
                <a:gd name="T9" fmla="*/ 584 h 3216"/>
                <a:gd name="T10" fmla="*/ 10836 w 12431"/>
                <a:gd name="T11" fmla="*/ 1 h 3216"/>
                <a:gd name="T12" fmla="*/ 9335 w 12431"/>
                <a:gd name="T13" fmla="*/ 1013 h 3216"/>
                <a:gd name="T14" fmla="*/ 1 w 12431"/>
                <a:gd name="T15" fmla="*/ 1013 h 3216"/>
                <a:gd name="T16" fmla="*/ 1 w 12431"/>
                <a:gd name="T17" fmla="*/ 2048 h 3216"/>
                <a:gd name="T18" fmla="*/ 9288 w 12431"/>
                <a:gd name="T19" fmla="*/ 2048 h 3216"/>
                <a:gd name="T20" fmla="*/ 10836 w 12431"/>
                <a:gd name="T21" fmla="*/ 3215 h 3216"/>
                <a:gd name="T22" fmla="*/ 12431 w 12431"/>
                <a:gd name="T23" fmla="*/ 1608 h 3216"/>
                <a:gd name="T24" fmla="*/ 10836 w 12431"/>
                <a:gd name="T25" fmla="*/ 1 h 3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31" h="3216" extrusionOk="0">
                  <a:moveTo>
                    <a:pt x="10836" y="584"/>
                  </a:moveTo>
                  <a:cubicBezTo>
                    <a:pt x="11395" y="584"/>
                    <a:pt x="11848" y="1036"/>
                    <a:pt x="11848" y="1596"/>
                  </a:cubicBezTo>
                  <a:cubicBezTo>
                    <a:pt x="11848" y="2167"/>
                    <a:pt x="11395" y="2620"/>
                    <a:pt x="10836" y="2620"/>
                  </a:cubicBezTo>
                  <a:cubicBezTo>
                    <a:pt x="10264" y="2620"/>
                    <a:pt x="9812" y="2167"/>
                    <a:pt x="9812" y="1596"/>
                  </a:cubicBezTo>
                  <a:cubicBezTo>
                    <a:pt x="9812" y="1036"/>
                    <a:pt x="10264" y="584"/>
                    <a:pt x="10836" y="584"/>
                  </a:cubicBezTo>
                  <a:close/>
                  <a:moveTo>
                    <a:pt x="10836" y="1"/>
                  </a:moveTo>
                  <a:cubicBezTo>
                    <a:pt x="10157" y="1"/>
                    <a:pt x="9574" y="417"/>
                    <a:pt x="9335" y="1013"/>
                  </a:cubicBezTo>
                  <a:lnTo>
                    <a:pt x="1" y="1013"/>
                  </a:lnTo>
                  <a:lnTo>
                    <a:pt x="1" y="2048"/>
                  </a:lnTo>
                  <a:lnTo>
                    <a:pt x="9288" y="2048"/>
                  </a:lnTo>
                  <a:cubicBezTo>
                    <a:pt x="9478" y="2644"/>
                    <a:pt x="10097" y="3215"/>
                    <a:pt x="10836" y="3215"/>
                  </a:cubicBezTo>
                  <a:cubicBezTo>
                    <a:pt x="11717" y="3215"/>
                    <a:pt x="12431" y="2489"/>
                    <a:pt x="12431" y="1608"/>
                  </a:cubicBezTo>
                  <a:cubicBezTo>
                    <a:pt x="12431" y="715"/>
                    <a:pt x="11717" y="1"/>
                    <a:pt x="10836" y="1"/>
                  </a:cubicBezTo>
                  <a:close/>
                </a:path>
              </a:pathLst>
            </a:custGeom>
            <a:solidFill>
              <a:srgbClr val="69E78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sp>
          <p:nvSpPr>
            <p:cNvPr id="26644" name="Google Shape;399;p22"/>
            <p:cNvSpPr>
              <a:spLocks/>
            </p:cNvSpPr>
            <p:nvPr/>
          </p:nvSpPr>
          <p:spPr bwMode="auto">
            <a:xfrm>
              <a:off x="4634313" y="1870025"/>
              <a:ext cx="341689" cy="683721"/>
            </a:xfrm>
            <a:custGeom>
              <a:avLst/>
              <a:gdLst>
                <a:gd name="T0" fmla="*/ 11966 w 11966"/>
                <a:gd name="T1" fmla="*/ 0 h 23944"/>
                <a:gd name="T2" fmla="*/ 0 w 11966"/>
                <a:gd name="T3" fmla="*/ 11966 h 23944"/>
                <a:gd name="T4" fmla="*/ 11966 w 11966"/>
                <a:gd name="T5" fmla="*/ 23944 h 23944"/>
                <a:gd name="T6" fmla="*/ 11966 w 11966"/>
                <a:gd name="T7" fmla="*/ 22860 h 23944"/>
                <a:gd name="T8" fmla="*/ 1084 w 11966"/>
                <a:gd name="T9" fmla="*/ 11966 h 23944"/>
                <a:gd name="T10" fmla="*/ 11966 w 11966"/>
                <a:gd name="T11" fmla="*/ 1084 h 23944"/>
                <a:gd name="T12" fmla="*/ 11966 w 11966"/>
                <a:gd name="T13" fmla="*/ 0 h 23944"/>
              </a:gdLst>
              <a:ahLst/>
              <a:cxnLst>
                <a:cxn ang="0">
                  <a:pos x="T0" y="T1"/>
                </a:cxn>
                <a:cxn ang="0">
                  <a:pos x="T2" y="T3"/>
                </a:cxn>
                <a:cxn ang="0">
                  <a:pos x="T4" y="T5"/>
                </a:cxn>
                <a:cxn ang="0">
                  <a:pos x="T6" y="T7"/>
                </a:cxn>
                <a:cxn ang="0">
                  <a:pos x="T8" y="T9"/>
                </a:cxn>
                <a:cxn ang="0">
                  <a:pos x="T10" y="T11"/>
                </a:cxn>
                <a:cxn ang="0">
                  <a:pos x="T12" y="T13"/>
                </a:cxn>
              </a:cxnLst>
              <a:rect l="0" t="0" r="r" b="b"/>
              <a:pathLst>
                <a:path w="11966" h="23944" extrusionOk="0">
                  <a:moveTo>
                    <a:pt x="11966" y="0"/>
                  </a:moveTo>
                  <a:cubicBezTo>
                    <a:pt x="5370" y="0"/>
                    <a:pt x="0" y="5370"/>
                    <a:pt x="0" y="11966"/>
                  </a:cubicBezTo>
                  <a:cubicBezTo>
                    <a:pt x="0" y="18574"/>
                    <a:pt x="5370" y="23944"/>
                    <a:pt x="11966" y="23944"/>
                  </a:cubicBezTo>
                  <a:lnTo>
                    <a:pt x="11966" y="22860"/>
                  </a:lnTo>
                  <a:cubicBezTo>
                    <a:pt x="5965" y="22860"/>
                    <a:pt x="1084" y="17979"/>
                    <a:pt x="1084" y="11966"/>
                  </a:cubicBezTo>
                  <a:cubicBezTo>
                    <a:pt x="1084" y="5965"/>
                    <a:pt x="5965" y="1084"/>
                    <a:pt x="11966" y="1084"/>
                  </a:cubicBezTo>
                  <a:lnTo>
                    <a:pt x="11966" y="0"/>
                  </a:lnTo>
                  <a:close/>
                </a:path>
              </a:pathLst>
            </a:custGeom>
            <a:solidFill>
              <a:schemeClr val="bg2"/>
            </a:solidFill>
            <a:ln w="19050" cap="flat" cmpd="sng">
              <a:solidFill>
                <a:schemeClr val="bg2"/>
              </a:solidFill>
              <a:prstDash val="solid"/>
              <a:round/>
              <a:headEnd type="none" w="sm" len="sm"/>
              <a:tailEnd type="none" w="sm" len="sm"/>
            </a:ln>
          </p:spPr>
          <p:txBody>
            <a:bodyPr lIns="91425" tIns="91425" rIns="91425" bIns="91425" anchor="ctr"/>
            <a:lstStyle/>
            <a:p>
              <a:endParaRPr lang="en-US" sz="2600">
                <a:latin typeface="Gill Sans" panose="020B0604020202020204" charset="0"/>
              </a:endParaRPr>
            </a:p>
          </p:txBody>
        </p:sp>
        <p:sp>
          <p:nvSpPr>
            <p:cNvPr id="26645" name="Google Shape;400;p22"/>
            <p:cNvSpPr>
              <a:spLocks/>
            </p:cNvSpPr>
            <p:nvPr/>
          </p:nvSpPr>
          <p:spPr bwMode="auto">
            <a:xfrm>
              <a:off x="4975975" y="1870025"/>
              <a:ext cx="342060" cy="683721"/>
            </a:xfrm>
            <a:custGeom>
              <a:avLst/>
              <a:gdLst>
                <a:gd name="T0" fmla="*/ 1 w 11979"/>
                <a:gd name="T1" fmla="*/ 0 h 23944"/>
                <a:gd name="T2" fmla="*/ 1 w 11979"/>
                <a:gd name="T3" fmla="*/ 1084 h 23944"/>
                <a:gd name="T4" fmla="*/ 10895 w 11979"/>
                <a:gd name="T5" fmla="*/ 11966 h 23944"/>
                <a:gd name="T6" fmla="*/ 1 w 11979"/>
                <a:gd name="T7" fmla="*/ 22860 h 23944"/>
                <a:gd name="T8" fmla="*/ 1 w 11979"/>
                <a:gd name="T9" fmla="*/ 23944 h 23944"/>
                <a:gd name="T10" fmla="*/ 11979 w 11979"/>
                <a:gd name="T11" fmla="*/ 11966 h 23944"/>
                <a:gd name="T12" fmla="*/ 1 w 11979"/>
                <a:gd name="T13" fmla="*/ 0 h 23944"/>
              </a:gdLst>
              <a:ahLst/>
              <a:cxnLst>
                <a:cxn ang="0">
                  <a:pos x="T0" y="T1"/>
                </a:cxn>
                <a:cxn ang="0">
                  <a:pos x="T2" y="T3"/>
                </a:cxn>
                <a:cxn ang="0">
                  <a:pos x="T4" y="T5"/>
                </a:cxn>
                <a:cxn ang="0">
                  <a:pos x="T6" y="T7"/>
                </a:cxn>
                <a:cxn ang="0">
                  <a:pos x="T8" y="T9"/>
                </a:cxn>
                <a:cxn ang="0">
                  <a:pos x="T10" y="T11"/>
                </a:cxn>
                <a:cxn ang="0">
                  <a:pos x="T12" y="T13"/>
                </a:cxn>
              </a:cxnLst>
              <a:rect l="0" t="0" r="r" b="b"/>
              <a:pathLst>
                <a:path w="11979" h="23944" extrusionOk="0">
                  <a:moveTo>
                    <a:pt x="1" y="0"/>
                  </a:moveTo>
                  <a:lnTo>
                    <a:pt x="1" y="1084"/>
                  </a:lnTo>
                  <a:cubicBezTo>
                    <a:pt x="6014" y="1084"/>
                    <a:pt x="10895" y="5965"/>
                    <a:pt x="10895" y="11966"/>
                  </a:cubicBezTo>
                  <a:cubicBezTo>
                    <a:pt x="10895" y="17979"/>
                    <a:pt x="6014" y="22860"/>
                    <a:pt x="1" y="22860"/>
                  </a:cubicBezTo>
                  <a:lnTo>
                    <a:pt x="1" y="23944"/>
                  </a:lnTo>
                  <a:cubicBezTo>
                    <a:pt x="6609" y="23944"/>
                    <a:pt x="11979" y="18574"/>
                    <a:pt x="11979" y="11966"/>
                  </a:cubicBezTo>
                  <a:cubicBezTo>
                    <a:pt x="11979" y="5370"/>
                    <a:pt x="6609" y="0"/>
                    <a:pt x="1" y="0"/>
                  </a:cubicBezTo>
                  <a:close/>
                </a:path>
              </a:pathLst>
            </a:custGeom>
            <a:solidFill>
              <a:srgbClr val="69E781"/>
            </a:solidFill>
            <a:ln w="19050" cap="flat" cmpd="sng">
              <a:solidFill>
                <a:schemeClr val="accent2"/>
              </a:solidFill>
              <a:prstDash val="solid"/>
              <a:round/>
              <a:headEnd type="none" w="sm" len="sm"/>
              <a:tailEnd type="none" w="sm" len="sm"/>
            </a:ln>
          </p:spPr>
          <p:txBody>
            <a:bodyPr lIns="91425" tIns="91425" rIns="91425" bIns="91425" anchor="ctr"/>
            <a:lstStyle/>
            <a:p>
              <a:endParaRPr lang="en-US" sz="2600">
                <a:latin typeface="Gill Sans" panose="020B0604020202020204" charset="0"/>
              </a:endParaRPr>
            </a:p>
          </p:txBody>
        </p:sp>
        <p:sp>
          <p:nvSpPr>
            <p:cNvPr id="33" name="Google Shape;401;p22"/>
            <p:cNvSpPr/>
            <p:nvPr/>
          </p:nvSpPr>
          <p:spPr>
            <a:xfrm>
              <a:off x="5616150" y="1804297"/>
              <a:ext cx="3729842" cy="443098"/>
            </a:xfrm>
            <a:custGeom>
              <a:avLst/>
              <a:gdLst/>
              <a:ahLst/>
              <a:cxnLst/>
              <a:rect l="l" t="t" r="r" b="b"/>
              <a:pathLst>
                <a:path w="54817" h="24254" extrusionOk="0">
                  <a:moveTo>
                    <a:pt x="1060" y="1"/>
                  </a:moveTo>
                  <a:cubicBezTo>
                    <a:pt x="476" y="1"/>
                    <a:pt x="0" y="477"/>
                    <a:pt x="0" y="1060"/>
                  </a:cubicBezTo>
                  <a:lnTo>
                    <a:pt x="0" y="23194"/>
                  </a:lnTo>
                  <a:cubicBezTo>
                    <a:pt x="0" y="23777"/>
                    <a:pt x="476" y="24254"/>
                    <a:pt x="1060" y="24254"/>
                  </a:cubicBezTo>
                  <a:lnTo>
                    <a:pt x="53757" y="24254"/>
                  </a:lnTo>
                  <a:cubicBezTo>
                    <a:pt x="54340" y="24254"/>
                    <a:pt x="54817" y="23777"/>
                    <a:pt x="54817" y="23194"/>
                  </a:cubicBezTo>
                  <a:lnTo>
                    <a:pt x="54817" y="1060"/>
                  </a:lnTo>
                  <a:cubicBezTo>
                    <a:pt x="54817" y="477"/>
                    <a:pt x="54340" y="1"/>
                    <a:pt x="53757" y="1"/>
                  </a:cubicBezTo>
                  <a:close/>
                </a:path>
              </a:pathLst>
            </a:custGeom>
            <a:solidFill>
              <a:srgbClr val="69E781"/>
            </a:solidFill>
            <a:ln>
              <a:noFill/>
            </a:ln>
          </p:spPr>
          <p:txBody>
            <a:bodyPr spcFirstLastPara="1" lIns="91425" tIns="91425" rIns="91425" bIns="91425" anchor="ctr"/>
            <a:lstStyle/>
            <a:p>
              <a:pPr algn="ctr">
                <a:spcBef>
                  <a:spcPts val="0"/>
                </a:spcBef>
                <a:spcAft>
                  <a:spcPts val="0"/>
                </a:spcAft>
                <a:buClr>
                  <a:schemeClr val="dk1"/>
                </a:buClr>
                <a:buSzPts val="1100"/>
                <a:buFont typeface="Arial"/>
                <a:buNone/>
                <a:defRPr/>
              </a:pPr>
              <a:r>
                <a:rPr lang="en" sz="2200" b="1" u="sng" dirty="0" smtClean="0">
                  <a:solidFill>
                    <a:schemeClr val="accent2">
                      <a:lumMod val="50000"/>
                    </a:schemeClr>
                  </a:solidFill>
                  <a:latin typeface="Gill Sans" panose="020B0604020202020204" charset="0"/>
                  <a:ea typeface="Roboto"/>
                  <a:cs typeface="Calibri" panose="020F0502020204030204" pitchFamily="34" charset="0"/>
                  <a:sym typeface="Roboto"/>
                </a:rPr>
                <a:t>Introduction: </a:t>
              </a:r>
              <a:r>
                <a:rPr lang="en" sz="2200" dirty="0" smtClean="0">
                  <a:solidFill>
                    <a:schemeClr val="accent2">
                      <a:lumMod val="50000"/>
                    </a:schemeClr>
                  </a:solidFill>
                  <a:latin typeface="Gill Sans" panose="020B0604020202020204" charset="0"/>
                  <a:ea typeface="Roboto"/>
                  <a:cs typeface="Calibri" panose="020F0502020204030204" pitchFamily="34" charset="0"/>
                  <a:sym typeface="Roboto"/>
                </a:rPr>
                <a:t>Teachers introduce topic, titles of the lesson, repeat science class rules.</a:t>
              </a:r>
              <a:endParaRPr sz="2200" dirty="0">
                <a:solidFill>
                  <a:schemeClr val="accent2">
                    <a:lumMod val="50000"/>
                  </a:schemeClr>
                </a:solidFill>
                <a:latin typeface="Gill Sans" panose="020B0604020202020204" charset="0"/>
                <a:ea typeface="Roboto"/>
                <a:cs typeface="Calibri" panose="020F0502020204030204" pitchFamily="34" charset="0"/>
                <a:sym typeface="Roboto"/>
              </a:endParaRPr>
            </a:p>
          </p:txBody>
        </p:sp>
        <p:sp>
          <p:nvSpPr>
            <p:cNvPr id="26647" name="Google Shape;402;p22"/>
            <p:cNvSpPr>
              <a:spLocks/>
            </p:cNvSpPr>
            <p:nvPr/>
          </p:nvSpPr>
          <p:spPr bwMode="auto">
            <a:xfrm>
              <a:off x="9293207" y="1749422"/>
              <a:ext cx="250375" cy="250350"/>
            </a:xfrm>
            <a:custGeom>
              <a:avLst/>
              <a:gdLst>
                <a:gd name="T0" fmla="*/ 5013 w 10015"/>
                <a:gd name="T1" fmla="*/ 1 h 10014"/>
                <a:gd name="T2" fmla="*/ 1 w 10015"/>
                <a:gd name="T3" fmla="*/ 5001 h 10014"/>
                <a:gd name="T4" fmla="*/ 5013 w 10015"/>
                <a:gd name="T5" fmla="*/ 10014 h 10014"/>
                <a:gd name="T6" fmla="*/ 10014 w 10015"/>
                <a:gd name="T7" fmla="*/ 5001 h 10014"/>
                <a:gd name="T8" fmla="*/ 5013 w 10015"/>
                <a:gd name="T9" fmla="*/ 1 h 10014"/>
              </a:gdLst>
              <a:ahLst/>
              <a:cxnLst>
                <a:cxn ang="0">
                  <a:pos x="T0" y="T1"/>
                </a:cxn>
                <a:cxn ang="0">
                  <a:pos x="T2" y="T3"/>
                </a:cxn>
                <a:cxn ang="0">
                  <a:pos x="T4" y="T5"/>
                </a:cxn>
                <a:cxn ang="0">
                  <a:pos x="T6" y="T7"/>
                </a:cxn>
                <a:cxn ang="0">
                  <a:pos x="T8" y="T9"/>
                </a:cxn>
              </a:cxnLst>
              <a:rect l="0" t="0" r="r" b="b"/>
              <a:pathLst>
                <a:path w="10015" h="10014" extrusionOk="0">
                  <a:moveTo>
                    <a:pt x="5013" y="1"/>
                  </a:moveTo>
                  <a:cubicBezTo>
                    <a:pt x="2251" y="1"/>
                    <a:pt x="1" y="2239"/>
                    <a:pt x="1" y="5001"/>
                  </a:cubicBezTo>
                  <a:cubicBezTo>
                    <a:pt x="1" y="7764"/>
                    <a:pt x="2251" y="10014"/>
                    <a:pt x="5013" y="10014"/>
                  </a:cubicBezTo>
                  <a:cubicBezTo>
                    <a:pt x="7776" y="10014"/>
                    <a:pt x="10014" y="7764"/>
                    <a:pt x="10014" y="5001"/>
                  </a:cubicBezTo>
                  <a:cubicBezTo>
                    <a:pt x="10014" y="2239"/>
                    <a:pt x="7776" y="1"/>
                    <a:pt x="5013" y="1"/>
                  </a:cubicBezTo>
                  <a:close/>
                </a:path>
              </a:pathLst>
            </a:custGeom>
            <a:solidFill>
              <a:srgbClr val="869FB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sp>
          <p:nvSpPr>
            <p:cNvPr id="26648" name="Google Shape;403;p22"/>
            <p:cNvSpPr>
              <a:spLocks/>
            </p:cNvSpPr>
            <p:nvPr/>
          </p:nvSpPr>
          <p:spPr bwMode="auto">
            <a:xfrm>
              <a:off x="9352153" y="1807774"/>
              <a:ext cx="132775" cy="133675"/>
            </a:xfrm>
            <a:custGeom>
              <a:avLst/>
              <a:gdLst>
                <a:gd name="T0" fmla="*/ 3715 w 5311"/>
                <a:gd name="T1" fmla="*/ 2667 h 5347"/>
                <a:gd name="T2" fmla="*/ 1596 w 5311"/>
                <a:gd name="T3" fmla="*/ 2667 h 5347"/>
                <a:gd name="T4" fmla="*/ 2120 w 5311"/>
                <a:gd name="T5" fmla="*/ 0 h 5347"/>
                <a:gd name="T6" fmla="*/ 1846 w 5311"/>
                <a:gd name="T7" fmla="*/ 596 h 5347"/>
                <a:gd name="T8" fmla="*/ 1179 w 5311"/>
                <a:gd name="T9" fmla="*/ 1024 h 5347"/>
                <a:gd name="T10" fmla="*/ 1096 w 5311"/>
                <a:gd name="T11" fmla="*/ 1036 h 5347"/>
                <a:gd name="T12" fmla="*/ 767 w 5311"/>
                <a:gd name="T13" fmla="*/ 884 h 5347"/>
                <a:gd name="T14" fmla="*/ 72 w 5311"/>
                <a:gd name="T15" fmla="*/ 1798 h 5347"/>
                <a:gd name="T16" fmla="*/ 405 w 5311"/>
                <a:gd name="T17" fmla="*/ 2310 h 5347"/>
                <a:gd name="T18" fmla="*/ 417 w 5311"/>
                <a:gd name="T19" fmla="*/ 2667 h 5347"/>
                <a:gd name="T20" fmla="*/ 441 w 5311"/>
                <a:gd name="T21" fmla="*/ 3215 h 5347"/>
                <a:gd name="T22" fmla="*/ 155 w 5311"/>
                <a:gd name="T23" fmla="*/ 3691 h 5347"/>
                <a:gd name="T24" fmla="*/ 856 w 5311"/>
                <a:gd name="T25" fmla="*/ 4606 h 5347"/>
                <a:gd name="T26" fmla="*/ 1251 w 5311"/>
                <a:gd name="T27" fmla="*/ 4418 h 5347"/>
                <a:gd name="T28" fmla="*/ 1322 w 5311"/>
                <a:gd name="T29" fmla="*/ 4418 h 5347"/>
                <a:gd name="T30" fmla="*/ 2013 w 5311"/>
                <a:gd name="T31" fmla="*/ 4799 h 5347"/>
                <a:gd name="T32" fmla="*/ 2298 w 5311"/>
                <a:gd name="T33" fmla="*/ 5346 h 5347"/>
                <a:gd name="T34" fmla="*/ 3465 w 5311"/>
                <a:gd name="T35" fmla="*/ 5061 h 5347"/>
                <a:gd name="T36" fmla="*/ 3501 w 5311"/>
                <a:gd name="T37" fmla="*/ 4608 h 5347"/>
                <a:gd name="T38" fmla="*/ 4073 w 5311"/>
                <a:gd name="T39" fmla="*/ 4237 h 5347"/>
                <a:gd name="T40" fmla="*/ 4406 w 5311"/>
                <a:gd name="T41" fmla="*/ 4418 h 5347"/>
                <a:gd name="T42" fmla="*/ 4787 w 5311"/>
                <a:gd name="T43" fmla="*/ 4322 h 5347"/>
                <a:gd name="T44" fmla="*/ 5132 w 5311"/>
                <a:gd name="T45" fmla="*/ 3167 h 5347"/>
                <a:gd name="T46" fmla="*/ 4715 w 5311"/>
                <a:gd name="T47" fmla="*/ 2882 h 5347"/>
                <a:gd name="T48" fmla="*/ 4691 w 5311"/>
                <a:gd name="T49" fmla="*/ 2286 h 5347"/>
                <a:gd name="T50" fmla="*/ 5049 w 5311"/>
                <a:gd name="T51" fmla="*/ 2024 h 5347"/>
                <a:gd name="T52" fmla="*/ 4703 w 5311"/>
                <a:gd name="T53" fmla="*/ 870 h 5347"/>
                <a:gd name="T54" fmla="*/ 4322 w 5311"/>
                <a:gd name="T55" fmla="*/ 774 h 5347"/>
                <a:gd name="T56" fmla="*/ 3929 w 5311"/>
                <a:gd name="T57" fmla="*/ 986 h 5347"/>
                <a:gd name="T58" fmla="*/ 3334 w 5311"/>
                <a:gd name="T59" fmla="*/ 655 h 5347"/>
                <a:gd name="T60" fmla="*/ 3287 w 5311"/>
                <a:gd name="T61" fmla="*/ 274 h 5347"/>
                <a:gd name="T62" fmla="*/ 2120 w 5311"/>
                <a:gd name="T63" fmla="*/ 0 h 5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311" h="5347" extrusionOk="0">
                  <a:moveTo>
                    <a:pt x="2655" y="1620"/>
                  </a:moveTo>
                  <a:cubicBezTo>
                    <a:pt x="3239" y="1620"/>
                    <a:pt x="3715" y="2084"/>
                    <a:pt x="3715" y="2667"/>
                  </a:cubicBezTo>
                  <a:cubicBezTo>
                    <a:pt x="3715" y="3251"/>
                    <a:pt x="3239" y="3727"/>
                    <a:pt x="2655" y="3727"/>
                  </a:cubicBezTo>
                  <a:cubicBezTo>
                    <a:pt x="2072" y="3727"/>
                    <a:pt x="1596" y="3251"/>
                    <a:pt x="1596" y="2667"/>
                  </a:cubicBezTo>
                  <a:cubicBezTo>
                    <a:pt x="1596" y="2084"/>
                    <a:pt x="2072" y="1620"/>
                    <a:pt x="2655" y="1620"/>
                  </a:cubicBezTo>
                  <a:close/>
                  <a:moveTo>
                    <a:pt x="2120" y="0"/>
                  </a:moveTo>
                  <a:cubicBezTo>
                    <a:pt x="1965" y="0"/>
                    <a:pt x="1846" y="119"/>
                    <a:pt x="1846" y="274"/>
                  </a:cubicBezTo>
                  <a:lnTo>
                    <a:pt x="1846" y="596"/>
                  </a:lnTo>
                  <a:cubicBezTo>
                    <a:pt x="1846" y="620"/>
                    <a:pt x="1822" y="655"/>
                    <a:pt x="1798" y="655"/>
                  </a:cubicBezTo>
                  <a:cubicBezTo>
                    <a:pt x="1572" y="751"/>
                    <a:pt x="1358" y="870"/>
                    <a:pt x="1179" y="1024"/>
                  </a:cubicBezTo>
                  <a:cubicBezTo>
                    <a:pt x="1165" y="1038"/>
                    <a:pt x="1147" y="1044"/>
                    <a:pt x="1130" y="1044"/>
                  </a:cubicBezTo>
                  <a:cubicBezTo>
                    <a:pt x="1118" y="1044"/>
                    <a:pt x="1106" y="1041"/>
                    <a:pt x="1096" y="1036"/>
                  </a:cubicBezTo>
                  <a:lnTo>
                    <a:pt x="905" y="917"/>
                  </a:lnTo>
                  <a:cubicBezTo>
                    <a:pt x="860" y="895"/>
                    <a:pt x="813" y="884"/>
                    <a:pt x="767" y="884"/>
                  </a:cubicBezTo>
                  <a:cubicBezTo>
                    <a:pt x="667" y="884"/>
                    <a:pt x="573" y="935"/>
                    <a:pt x="524" y="1024"/>
                  </a:cubicBezTo>
                  <a:lnTo>
                    <a:pt x="72" y="1798"/>
                  </a:lnTo>
                  <a:cubicBezTo>
                    <a:pt x="0" y="1929"/>
                    <a:pt x="48" y="2096"/>
                    <a:pt x="179" y="2179"/>
                  </a:cubicBezTo>
                  <a:lnTo>
                    <a:pt x="405" y="2310"/>
                  </a:lnTo>
                  <a:cubicBezTo>
                    <a:pt x="429" y="2322"/>
                    <a:pt x="441" y="2346"/>
                    <a:pt x="441" y="2370"/>
                  </a:cubicBezTo>
                  <a:cubicBezTo>
                    <a:pt x="417" y="2477"/>
                    <a:pt x="417" y="2572"/>
                    <a:pt x="417" y="2667"/>
                  </a:cubicBezTo>
                  <a:cubicBezTo>
                    <a:pt x="417" y="2834"/>
                    <a:pt x="429" y="2989"/>
                    <a:pt x="465" y="3144"/>
                  </a:cubicBezTo>
                  <a:cubicBezTo>
                    <a:pt x="477" y="3167"/>
                    <a:pt x="465" y="3203"/>
                    <a:pt x="441" y="3215"/>
                  </a:cubicBezTo>
                  <a:lnTo>
                    <a:pt x="262" y="3310"/>
                  </a:lnTo>
                  <a:cubicBezTo>
                    <a:pt x="131" y="3394"/>
                    <a:pt x="84" y="3560"/>
                    <a:pt x="155" y="3691"/>
                  </a:cubicBezTo>
                  <a:lnTo>
                    <a:pt x="608" y="4465"/>
                  </a:lnTo>
                  <a:cubicBezTo>
                    <a:pt x="657" y="4555"/>
                    <a:pt x="756" y="4606"/>
                    <a:pt x="856" y="4606"/>
                  </a:cubicBezTo>
                  <a:cubicBezTo>
                    <a:pt x="901" y="4606"/>
                    <a:pt x="947" y="4595"/>
                    <a:pt x="989" y="4572"/>
                  </a:cubicBezTo>
                  <a:lnTo>
                    <a:pt x="1251" y="4418"/>
                  </a:lnTo>
                  <a:cubicBezTo>
                    <a:pt x="1262" y="4412"/>
                    <a:pt x="1274" y="4409"/>
                    <a:pt x="1286" y="4409"/>
                  </a:cubicBezTo>
                  <a:cubicBezTo>
                    <a:pt x="1298" y="4409"/>
                    <a:pt x="1310" y="4412"/>
                    <a:pt x="1322" y="4418"/>
                  </a:cubicBezTo>
                  <a:cubicBezTo>
                    <a:pt x="1512" y="4561"/>
                    <a:pt x="1727" y="4668"/>
                    <a:pt x="1965" y="4739"/>
                  </a:cubicBezTo>
                  <a:cubicBezTo>
                    <a:pt x="2001" y="4751"/>
                    <a:pt x="2013" y="4775"/>
                    <a:pt x="2013" y="4799"/>
                  </a:cubicBezTo>
                  <a:lnTo>
                    <a:pt x="2013" y="5061"/>
                  </a:lnTo>
                  <a:cubicBezTo>
                    <a:pt x="2013" y="5215"/>
                    <a:pt x="2144" y="5346"/>
                    <a:pt x="2298" y="5346"/>
                  </a:cubicBezTo>
                  <a:lnTo>
                    <a:pt x="3191" y="5346"/>
                  </a:lnTo>
                  <a:cubicBezTo>
                    <a:pt x="3334" y="5346"/>
                    <a:pt x="3465" y="5215"/>
                    <a:pt x="3465" y="5061"/>
                  </a:cubicBezTo>
                  <a:lnTo>
                    <a:pt x="3465" y="4668"/>
                  </a:lnTo>
                  <a:cubicBezTo>
                    <a:pt x="3465" y="4644"/>
                    <a:pt x="3477" y="4620"/>
                    <a:pt x="3501" y="4608"/>
                  </a:cubicBezTo>
                  <a:cubicBezTo>
                    <a:pt x="3691" y="4513"/>
                    <a:pt x="3870" y="4394"/>
                    <a:pt x="4025" y="4251"/>
                  </a:cubicBezTo>
                  <a:cubicBezTo>
                    <a:pt x="4038" y="4244"/>
                    <a:pt x="4056" y="4237"/>
                    <a:pt x="4073" y="4237"/>
                  </a:cubicBezTo>
                  <a:cubicBezTo>
                    <a:pt x="4086" y="4237"/>
                    <a:pt x="4098" y="4241"/>
                    <a:pt x="4108" y="4251"/>
                  </a:cubicBezTo>
                  <a:lnTo>
                    <a:pt x="4406" y="4418"/>
                  </a:lnTo>
                  <a:cubicBezTo>
                    <a:pt x="4450" y="4446"/>
                    <a:pt x="4500" y="4459"/>
                    <a:pt x="4549" y="4459"/>
                  </a:cubicBezTo>
                  <a:cubicBezTo>
                    <a:pt x="4645" y="4459"/>
                    <a:pt x="4739" y="4409"/>
                    <a:pt x="4787" y="4322"/>
                  </a:cubicBezTo>
                  <a:lnTo>
                    <a:pt x="5239" y="3548"/>
                  </a:lnTo>
                  <a:cubicBezTo>
                    <a:pt x="5311" y="3418"/>
                    <a:pt x="5263" y="3239"/>
                    <a:pt x="5132" y="3167"/>
                  </a:cubicBezTo>
                  <a:lnTo>
                    <a:pt x="4751" y="2941"/>
                  </a:lnTo>
                  <a:cubicBezTo>
                    <a:pt x="4727" y="2929"/>
                    <a:pt x="4715" y="2906"/>
                    <a:pt x="4715" y="2882"/>
                  </a:cubicBezTo>
                  <a:cubicBezTo>
                    <a:pt x="4715" y="2810"/>
                    <a:pt x="4727" y="2739"/>
                    <a:pt x="4727" y="2667"/>
                  </a:cubicBezTo>
                  <a:cubicBezTo>
                    <a:pt x="4727" y="2536"/>
                    <a:pt x="4715" y="2405"/>
                    <a:pt x="4691" y="2286"/>
                  </a:cubicBezTo>
                  <a:cubicBezTo>
                    <a:pt x="4680" y="2251"/>
                    <a:pt x="4691" y="2227"/>
                    <a:pt x="4715" y="2215"/>
                  </a:cubicBezTo>
                  <a:lnTo>
                    <a:pt x="5049" y="2024"/>
                  </a:lnTo>
                  <a:cubicBezTo>
                    <a:pt x="5180" y="1953"/>
                    <a:pt x="5227" y="1774"/>
                    <a:pt x="5144" y="1643"/>
                  </a:cubicBezTo>
                  <a:lnTo>
                    <a:pt x="4703" y="870"/>
                  </a:lnTo>
                  <a:cubicBezTo>
                    <a:pt x="4648" y="783"/>
                    <a:pt x="4557" y="733"/>
                    <a:pt x="4463" y="733"/>
                  </a:cubicBezTo>
                  <a:cubicBezTo>
                    <a:pt x="4415" y="733"/>
                    <a:pt x="4367" y="746"/>
                    <a:pt x="4322" y="774"/>
                  </a:cubicBezTo>
                  <a:lnTo>
                    <a:pt x="3965" y="977"/>
                  </a:lnTo>
                  <a:cubicBezTo>
                    <a:pt x="3953" y="983"/>
                    <a:pt x="3941" y="986"/>
                    <a:pt x="3929" y="986"/>
                  </a:cubicBezTo>
                  <a:cubicBezTo>
                    <a:pt x="3918" y="986"/>
                    <a:pt x="3906" y="983"/>
                    <a:pt x="3894" y="977"/>
                  </a:cubicBezTo>
                  <a:cubicBezTo>
                    <a:pt x="3727" y="846"/>
                    <a:pt x="3537" y="739"/>
                    <a:pt x="3334" y="655"/>
                  </a:cubicBezTo>
                  <a:cubicBezTo>
                    <a:pt x="3310" y="655"/>
                    <a:pt x="3287" y="620"/>
                    <a:pt x="3287" y="596"/>
                  </a:cubicBezTo>
                  <a:lnTo>
                    <a:pt x="3287" y="274"/>
                  </a:lnTo>
                  <a:cubicBezTo>
                    <a:pt x="3287" y="119"/>
                    <a:pt x="3167" y="0"/>
                    <a:pt x="3013" y="0"/>
                  </a:cubicBezTo>
                  <a:lnTo>
                    <a:pt x="212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sp>
          <p:nvSpPr>
            <p:cNvPr id="26649" name="Google Shape;404;p22"/>
            <p:cNvSpPr txBox="1">
              <a:spLocks noChangeArrowheads="1"/>
            </p:cNvSpPr>
            <p:nvPr/>
          </p:nvSpPr>
          <p:spPr bwMode="auto">
            <a:xfrm>
              <a:off x="4634313" y="2058175"/>
              <a:ext cx="683700" cy="29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ctr"/>
              <a:r>
                <a:rPr lang="en-US" altLang="en-US" sz="3000" b="1" dirty="0">
                  <a:solidFill>
                    <a:srgbClr val="434343"/>
                  </a:solidFill>
                  <a:latin typeface="Gill Sans" panose="020B0604020202020204" charset="0"/>
                  <a:ea typeface="Fira Sans Extra Condensed Mediu" charset="0"/>
                  <a:cs typeface="Calibri" panose="020F0502020204030204" pitchFamily="34" charset="0"/>
                  <a:sym typeface="Fira Sans Extra Condensed Mediu" charset="0"/>
                </a:rPr>
                <a:t>Step 2</a:t>
              </a:r>
            </a:p>
          </p:txBody>
        </p:sp>
        <p:sp>
          <p:nvSpPr>
            <p:cNvPr id="26650" name="Google Shape;405;p22"/>
            <p:cNvSpPr>
              <a:spLocks/>
            </p:cNvSpPr>
            <p:nvPr/>
          </p:nvSpPr>
          <p:spPr bwMode="auto">
            <a:xfrm rot="5400000">
              <a:off x="4904127" y="2543984"/>
              <a:ext cx="144104" cy="136377"/>
            </a:xfrm>
            <a:custGeom>
              <a:avLst/>
              <a:gdLst>
                <a:gd name="T0" fmla="*/ 2959 w 5763"/>
                <a:gd name="T1" fmla="*/ 0 h 5454"/>
                <a:gd name="T2" fmla="*/ 2441 w 5763"/>
                <a:gd name="T3" fmla="*/ 214 h 5454"/>
                <a:gd name="T4" fmla="*/ 2441 w 5763"/>
                <a:gd name="T5" fmla="*/ 1250 h 5454"/>
                <a:gd name="T6" fmla="*/ 3203 w 5763"/>
                <a:gd name="T7" fmla="*/ 2000 h 5454"/>
                <a:gd name="T8" fmla="*/ 726 w 5763"/>
                <a:gd name="T9" fmla="*/ 2000 h 5454"/>
                <a:gd name="T10" fmla="*/ 0 w 5763"/>
                <a:gd name="T11" fmla="*/ 2727 h 5454"/>
                <a:gd name="T12" fmla="*/ 726 w 5763"/>
                <a:gd name="T13" fmla="*/ 3453 h 5454"/>
                <a:gd name="T14" fmla="*/ 3203 w 5763"/>
                <a:gd name="T15" fmla="*/ 3453 h 5454"/>
                <a:gd name="T16" fmla="*/ 2441 w 5763"/>
                <a:gd name="T17" fmla="*/ 4215 h 5454"/>
                <a:gd name="T18" fmla="*/ 2441 w 5763"/>
                <a:gd name="T19" fmla="*/ 5239 h 5454"/>
                <a:gd name="T20" fmla="*/ 2965 w 5763"/>
                <a:gd name="T21" fmla="*/ 5453 h 5454"/>
                <a:gd name="T22" fmla="*/ 3477 w 5763"/>
                <a:gd name="T23" fmla="*/ 5239 h 5454"/>
                <a:gd name="T24" fmla="*/ 5477 w 5763"/>
                <a:gd name="T25" fmla="*/ 3239 h 5454"/>
                <a:gd name="T26" fmla="*/ 5477 w 5763"/>
                <a:gd name="T27" fmla="*/ 2215 h 5454"/>
                <a:gd name="T28" fmla="*/ 3477 w 5763"/>
                <a:gd name="T29" fmla="*/ 214 h 5454"/>
                <a:gd name="T30" fmla="*/ 2959 w 5763"/>
                <a:gd name="T31" fmla="*/ 0 h 5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63" h="5454" extrusionOk="0">
                  <a:moveTo>
                    <a:pt x="2959" y="0"/>
                  </a:moveTo>
                  <a:cubicBezTo>
                    <a:pt x="2771" y="0"/>
                    <a:pt x="2584" y="71"/>
                    <a:pt x="2441" y="214"/>
                  </a:cubicBezTo>
                  <a:cubicBezTo>
                    <a:pt x="2167" y="500"/>
                    <a:pt x="2167" y="964"/>
                    <a:pt x="2441" y="1250"/>
                  </a:cubicBezTo>
                  <a:lnTo>
                    <a:pt x="3203" y="2000"/>
                  </a:lnTo>
                  <a:lnTo>
                    <a:pt x="726" y="2000"/>
                  </a:lnTo>
                  <a:cubicBezTo>
                    <a:pt x="322" y="2000"/>
                    <a:pt x="0" y="2322"/>
                    <a:pt x="0" y="2727"/>
                  </a:cubicBezTo>
                  <a:cubicBezTo>
                    <a:pt x="0" y="3131"/>
                    <a:pt x="322" y="3453"/>
                    <a:pt x="726" y="3453"/>
                  </a:cubicBezTo>
                  <a:lnTo>
                    <a:pt x="3203" y="3453"/>
                  </a:lnTo>
                  <a:lnTo>
                    <a:pt x="2441" y="4215"/>
                  </a:lnTo>
                  <a:cubicBezTo>
                    <a:pt x="2167" y="4501"/>
                    <a:pt x="2167" y="4953"/>
                    <a:pt x="2441" y="5239"/>
                  </a:cubicBezTo>
                  <a:cubicBezTo>
                    <a:pt x="2584" y="5382"/>
                    <a:pt x="2774" y="5453"/>
                    <a:pt x="2965" y="5453"/>
                  </a:cubicBezTo>
                  <a:cubicBezTo>
                    <a:pt x="3143" y="5453"/>
                    <a:pt x="3334" y="5382"/>
                    <a:pt x="3477" y="5239"/>
                  </a:cubicBezTo>
                  <a:lnTo>
                    <a:pt x="5477" y="3239"/>
                  </a:lnTo>
                  <a:cubicBezTo>
                    <a:pt x="5763" y="2953"/>
                    <a:pt x="5763" y="2500"/>
                    <a:pt x="5477" y="2215"/>
                  </a:cubicBezTo>
                  <a:lnTo>
                    <a:pt x="3477" y="214"/>
                  </a:lnTo>
                  <a:cubicBezTo>
                    <a:pt x="3334" y="71"/>
                    <a:pt x="3146" y="0"/>
                    <a:pt x="2959"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grpSp>
      <p:grpSp>
        <p:nvGrpSpPr>
          <p:cNvPr id="38" name="Google Shape;406;p22"/>
          <p:cNvGrpSpPr>
            <a:grpSpLocks/>
          </p:cNvGrpSpPr>
          <p:nvPr/>
        </p:nvGrpSpPr>
        <p:grpSpPr bwMode="auto">
          <a:xfrm>
            <a:off x="1952192" y="4135434"/>
            <a:ext cx="9839471" cy="1697037"/>
            <a:chOff x="5068625" y="2587791"/>
            <a:chExt cx="4979004" cy="893809"/>
          </a:xfrm>
        </p:grpSpPr>
        <p:sp>
          <p:nvSpPr>
            <p:cNvPr id="26635" name="Google Shape;407;p22"/>
            <p:cNvSpPr>
              <a:spLocks/>
            </p:cNvSpPr>
            <p:nvPr/>
          </p:nvSpPr>
          <p:spPr bwMode="auto">
            <a:xfrm>
              <a:off x="5068638" y="2672527"/>
              <a:ext cx="683690" cy="683661"/>
            </a:xfrm>
            <a:custGeom>
              <a:avLst/>
              <a:gdLst>
                <a:gd name="T0" fmla="*/ 11978 w 23945"/>
                <a:gd name="T1" fmla="*/ 0 h 23944"/>
                <a:gd name="T2" fmla="*/ 1 w 23945"/>
                <a:gd name="T3" fmla="*/ 11978 h 23944"/>
                <a:gd name="T4" fmla="*/ 1084 w 23945"/>
                <a:gd name="T5" fmla="*/ 11978 h 23944"/>
                <a:gd name="T6" fmla="*/ 11978 w 23945"/>
                <a:gd name="T7" fmla="*/ 1084 h 23944"/>
                <a:gd name="T8" fmla="*/ 22861 w 23945"/>
                <a:gd name="T9" fmla="*/ 11978 h 23944"/>
                <a:gd name="T10" fmla="*/ 11978 w 23945"/>
                <a:gd name="T11" fmla="*/ 22860 h 23944"/>
                <a:gd name="T12" fmla="*/ 11978 w 23945"/>
                <a:gd name="T13" fmla="*/ 23944 h 23944"/>
                <a:gd name="T14" fmla="*/ 23944 w 23945"/>
                <a:gd name="T15" fmla="*/ 11978 h 23944"/>
                <a:gd name="T16" fmla="*/ 11978 w 23945"/>
                <a:gd name="T17" fmla="*/ 0 h 23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45" h="23944" extrusionOk="0">
                  <a:moveTo>
                    <a:pt x="11978" y="0"/>
                  </a:moveTo>
                  <a:cubicBezTo>
                    <a:pt x="5370" y="0"/>
                    <a:pt x="1" y="5370"/>
                    <a:pt x="1" y="11978"/>
                  </a:cubicBezTo>
                  <a:lnTo>
                    <a:pt x="1084" y="11978"/>
                  </a:lnTo>
                  <a:cubicBezTo>
                    <a:pt x="1084" y="5965"/>
                    <a:pt x="5966" y="1084"/>
                    <a:pt x="11978" y="1084"/>
                  </a:cubicBezTo>
                  <a:cubicBezTo>
                    <a:pt x="17979" y="1084"/>
                    <a:pt x="22861" y="5965"/>
                    <a:pt x="22861" y="11978"/>
                  </a:cubicBezTo>
                  <a:cubicBezTo>
                    <a:pt x="22861" y="17979"/>
                    <a:pt x="17979" y="22860"/>
                    <a:pt x="11978" y="22860"/>
                  </a:cubicBezTo>
                  <a:lnTo>
                    <a:pt x="11978" y="23944"/>
                  </a:lnTo>
                  <a:cubicBezTo>
                    <a:pt x="18575" y="23944"/>
                    <a:pt x="23944" y="18574"/>
                    <a:pt x="23944" y="11978"/>
                  </a:cubicBezTo>
                  <a:cubicBezTo>
                    <a:pt x="23944" y="5370"/>
                    <a:pt x="18575" y="0"/>
                    <a:pt x="11978" y="0"/>
                  </a:cubicBezTo>
                  <a:close/>
                </a:path>
              </a:pathLst>
            </a:custGeom>
            <a:solidFill>
              <a:schemeClr val="bg2"/>
            </a:solidFill>
            <a:ln w="19050" cap="flat" cmpd="sng">
              <a:solidFill>
                <a:schemeClr val="bg2"/>
              </a:solidFill>
              <a:prstDash val="solid"/>
              <a:round/>
              <a:headEnd type="none" w="sm" len="sm"/>
              <a:tailEnd type="none" w="sm" len="sm"/>
            </a:ln>
          </p:spPr>
          <p:txBody>
            <a:bodyPr lIns="91425" tIns="91425" rIns="91425" bIns="91425" anchor="ctr"/>
            <a:lstStyle/>
            <a:p>
              <a:endParaRPr lang="en-US" sz="2600">
                <a:latin typeface="Gill Sans" panose="020B0604020202020204" charset="0"/>
              </a:endParaRPr>
            </a:p>
          </p:txBody>
        </p:sp>
        <p:sp>
          <p:nvSpPr>
            <p:cNvPr id="26636" name="Google Shape;408;p22"/>
            <p:cNvSpPr>
              <a:spLocks/>
            </p:cNvSpPr>
            <p:nvPr/>
          </p:nvSpPr>
          <p:spPr bwMode="auto">
            <a:xfrm>
              <a:off x="5068638" y="2672527"/>
              <a:ext cx="683690" cy="683661"/>
            </a:xfrm>
            <a:custGeom>
              <a:avLst/>
              <a:gdLst>
                <a:gd name="T0" fmla="*/ 11978 w 23945"/>
                <a:gd name="T1" fmla="*/ 0 h 23944"/>
                <a:gd name="T2" fmla="*/ 11978 w 23945"/>
                <a:gd name="T3" fmla="*/ 1084 h 23944"/>
                <a:gd name="T4" fmla="*/ 22861 w 23945"/>
                <a:gd name="T5" fmla="*/ 11978 h 23944"/>
                <a:gd name="T6" fmla="*/ 11978 w 23945"/>
                <a:gd name="T7" fmla="*/ 22860 h 23944"/>
                <a:gd name="T8" fmla="*/ 1084 w 23945"/>
                <a:gd name="T9" fmla="*/ 11978 h 23944"/>
                <a:gd name="T10" fmla="*/ 1 w 23945"/>
                <a:gd name="T11" fmla="*/ 11978 h 23944"/>
                <a:gd name="T12" fmla="*/ 11978 w 23945"/>
                <a:gd name="T13" fmla="*/ 23944 h 23944"/>
                <a:gd name="T14" fmla="*/ 23944 w 23945"/>
                <a:gd name="T15" fmla="*/ 11978 h 23944"/>
                <a:gd name="T16" fmla="*/ 11978 w 23945"/>
                <a:gd name="T17" fmla="*/ 0 h 23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45" h="23944" extrusionOk="0">
                  <a:moveTo>
                    <a:pt x="11978" y="0"/>
                  </a:moveTo>
                  <a:lnTo>
                    <a:pt x="11978" y="1084"/>
                  </a:lnTo>
                  <a:cubicBezTo>
                    <a:pt x="17979" y="1084"/>
                    <a:pt x="22861" y="5965"/>
                    <a:pt x="22861" y="11978"/>
                  </a:cubicBezTo>
                  <a:cubicBezTo>
                    <a:pt x="22861" y="17979"/>
                    <a:pt x="17979" y="22860"/>
                    <a:pt x="11978" y="22860"/>
                  </a:cubicBezTo>
                  <a:cubicBezTo>
                    <a:pt x="5966" y="22860"/>
                    <a:pt x="1084" y="17979"/>
                    <a:pt x="1084" y="11978"/>
                  </a:cubicBezTo>
                  <a:lnTo>
                    <a:pt x="1" y="11978"/>
                  </a:lnTo>
                  <a:cubicBezTo>
                    <a:pt x="1" y="18574"/>
                    <a:pt x="5370" y="23944"/>
                    <a:pt x="11978" y="23944"/>
                  </a:cubicBezTo>
                  <a:cubicBezTo>
                    <a:pt x="18575" y="23944"/>
                    <a:pt x="23944" y="18574"/>
                    <a:pt x="23944" y="11978"/>
                  </a:cubicBezTo>
                  <a:cubicBezTo>
                    <a:pt x="23944" y="5370"/>
                    <a:pt x="18575" y="0"/>
                    <a:pt x="11978" y="0"/>
                  </a:cubicBezTo>
                  <a:close/>
                </a:path>
              </a:pathLst>
            </a:custGeom>
            <a:solidFill>
              <a:srgbClr val="5EB2FC"/>
            </a:solidFill>
            <a:ln w="19050" cap="flat" cmpd="sng">
              <a:solidFill>
                <a:schemeClr val="accent1"/>
              </a:solidFill>
              <a:prstDash val="solid"/>
              <a:round/>
              <a:headEnd type="none" w="sm" len="sm"/>
              <a:tailEnd type="none" w="sm" len="sm"/>
            </a:ln>
          </p:spPr>
          <p:txBody>
            <a:bodyPr lIns="91425" tIns="91425" rIns="91425" bIns="91425" anchor="ctr"/>
            <a:lstStyle/>
            <a:p>
              <a:endParaRPr lang="en-US" sz="2600">
                <a:latin typeface="Gill Sans" panose="020B0604020202020204" charset="0"/>
              </a:endParaRPr>
            </a:p>
          </p:txBody>
        </p:sp>
        <p:sp>
          <p:nvSpPr>
            <p:cNvPr id="26637" name="Google Shape;409;p22"/>
            <p:cNvSpPr>
              <a:spLocks/>
            </p:cNvSpPr>
            <p:nvPr/>
          </p:nvSpPr>
          <p:spPr bwMode="auto">
            <a:xfrm>
              <a:off x="5741775" y="2843566"/>
              <a:ext cx="309000" cy="80400"/>
            </a:xfrm>
            <a:custGeom>
              <a:avLst/>
              <a:gdLst>
                <a:gd name="T0" fmla="*/ 10752 w 12360"/>
                <a:gd name="T1" fmla="*/ 560 h 3216"/>
                <a:gd name="T2" fmla="*/ 11776 w 12360"/>
                <a:gd name="T3" fmla="*/ 1584 h 3216"/>
                <a:gd name="T4" fmla="*/ 10752 w 12360"/>
                <a:gd name="T5" fmla="*/ 2596 h 3216"/>
                <a:gd name="T6" fmla="*/ 9728 w 12360"/>
                <a:gd name="T7" fmla="*/ 1584 h 3216"/>
                <a:gd name="T8" fmla="*/ 10752 w 12360"/>
                <a:gd name="T9" fmla="*/ 560 h 3216"/>
                <a:gd name="T10" fmla="*/ 10752 w 12360"/>
                <a:gd name="T11" fmla="*/ 1 h 3216"/>
                <a:gd name="T12" fmla="*/ 9252 w 12360"/>
                <a:gd name="T13" fmla="*/ 1036 h 3216"/>
                <a:gd name="T14" fmla="*/ 1 w 12360"/>
                <a:gd name="T15" fmla="*/ 1036 h 3216"/>
                <a:gd name="T16" fmla="*/ 1 w 12360"/>
                <a:gd name="T17" fmla="*/ 2072 h 3216"/>
                <a:gd name="T18" fmla="*/ 9204 w 12360"/>
                <a:gd name="T19" fmla="*/ 2072 h 3216"/>
                <a:gd name="T20" fmla="*/ 10752 w 12360"/>
                <a:gd name="T21" fmla="*/ 3215 h 3216"/>
                <a:gd name="T22" fmla="*/ 12360 w 12360"/>
                <a:gd name="T23" fmla="*/ 1608 h 3216"/>
                <a:gd name="T24" fmla="*/ 10752 w 12360"/>
                <a:gd name="T25" fmla="*/ 1 h 3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60" h="3216" extrusionOk="0">
                  <a:moveTo>
                    <a:pt x="10752" y="560"/>
                  </a:moveTo>
                  <a:cubicBezTo>
                    <a:pt x="11312" y="560"/>
                    <a:pt x="11776" y="1013"/>
                    <a:pt x="11776" y="1584"/>
                  </a:cubicBezTo>
                  <a:cubicBezTo>
                    <a:pt x="11776" y="2144"/>
                    <a:pt x="11312" y="2596"/>
                    <a:pt x="10752" y="2596"/>
                  </a:cubicBezTo>
                  <a:cubicBezTo>
                    <a:pt x="10181" y="2596"/>
                    <a:pt x="9728" y="2144"/>
                    <a:pt x="9728" y="1584"/>
                  </a:cubicBezTo>
                  <a:cubicBezTo>
                    <a:pt x="9728" y="1013"/>
                    <a:pt x="10181" y="560"/>
                    <a:pt x="10752" y="560"/>
                  </a:cubicBezTo>
                  <a:close/>
                  <a:moveTo>
                    <a:pt x="10752" y="1"/>
                  </a:moveTo>
                  <a:cubicBezTo>
                    <a:pt x="10074" y="1"/>
                    <a:pt x="9490" y="441"/>
                    <a:pt x="9252" y="1036"/>
                  </a:cubicBezTo>
                  <a:lnTo>
                    <a:pt x="1" y="1036"/>
                  </a:lnTo>
                  <a:lnTo>
                    <a:pt x="1" y="2072"/>
                  </a:lnTo>
                  <a:lnTo>
                    <a:pt x="9204" y="2072"/>
                  </a:lnTo>
                  <a:cubicBezTo>
                    <a:pt x="9407" y="2668"/>
                    <a:pt x="10014" y="3215"/>
                    <a:pt x="10752" y="3215"/>
                  </a:cubicBezTo>
                  <a:cubicBezTo>
                    <a:pt x="11633" y="3215"/>
                    <a:pt x="12360" y="2489"/>
                    <a:pt x="12360" y="1608"/>
                  </a:cubicBezTo>
                  <a:cubicBezTo>
                    <a:pt x="12360" y="715"/>
                    <a:pt x="11633" y="1"/>
                    <a:pt x="10752" y="1"/>
                  </a:cubicBezTo>
                  <a:close/>
                </a:path>
              </a:pathLst>
            </a:custGeom>
            <a:solidFill>
              <a:srgbClr val="5EB2FC"/>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sp>
          <p:nvSpPr>
            <p:cNvPr id="42" name="Google Shape;410;p22"/>
            <p:cNvSpPr/>
            <p:nvPr/>
          </p:nvSpPr>
          <p:spPr>
            <a:xfrm>
              <a:off x="6059774" y="2604056"/>
              <a:ext cx="3781557" cy="656899"/>
            </a:xfrm>
            <a:custGeom>
              <a:avLst/>
              <a:gdLst/>
              <a:ahLst/>
              <a:cxnLst/>
              <a:rect l="l" t="t" r="r" b="b"/>
              <a:pathLst>
                <a:path w="54817" h="24254" extrusionOk="0">
                  <a:moveTo>
                    <a:pt x="1060" y="0"/>
                  </a:moveTo>
                  <a:cubicBezTo>
                    <a:pt x="477" y="0"/>
                    <a:pt x="1" y="477"/>
                    <a:pt x="1" y="1060"/>
                  </a:cubicBezTo>
                  <a:lnTo>
                    <a:pt x="1" y="23194"/>
                  </a:lnTo>
                  <a:cubicBezTo>
                    <a:pt x="1" y="23777"/>
                    <a:pt x="477" y="24253"/>
                    <a:pt x="1060" y="24253"/>
                  </a:cubicBezTo>
                  <a:lnTo>
                    <a:pt x="53757" y="24253"/>
                  </a:lnTo>
                  <a:cubicBezTo>
                    <a:pt x="54341" y="24253"/>
                    <a:pt x="54817" y="23777"/>
                    <a:pt x="54817" y="23194"/>
                  </a:cubicBezTo>
                  <a:lnTo>
                    <a:pt x="54817" y="1060"/>
                  </a:lnTo>
                  <a:cubicBezTo>
                    <a:pt x="54817" y="477"/>
                    <a:pt x="54341" y="0"/>
                    <a:pt x="53757" y="0"/>
                  </a:cubicBezTo>
                  <a:close/>
                </a:path>
              </a:pathLst>
            </a:custGeom>
            <a:solidFill>
              <a:srgbClr val="5EB2FC"/>
            </a:solidFill>
            <a:ln>
              <a:noFill/>
            </a:ln>
          </p:spPr>
          <p:txBody>
            <a:bodyPr spcFirstLastPara="1" lIns="91425" tIns="91425" rIns="91425" bIns="91425" anchor="ctr"/>
            <a:lstStyle/>
            <a:p>
              <a:pPr algn="ctr">
                <a:buClr>
                  <a:schemeClr val="dk1"/>
                </a:buClr>
                <a:buSzPts val="1100"/>
                <a:defRPr/>
              </a:pPr>
              <a:r>
                <a:rPr lang="en-US" altLang="en-US" sz="2200" b="1" u="sng" dirty="0" smtClean="0">
                  <a:solidFill>
                    <a:schemeClr val="accent2">
                      <a:lumMod val="50000"/>
                    </a:schemeClr>
                  </a:solidFill>
                  <a:latin typeface="Gill Sans" panose="020B0604020202020204" charset="0"/>
                  <a:ea typeface="Roboto" charset="0"/>
                  <a:cs typeface="Calibri" panose="020F0502020204030204" pitchFamily="34" charset="0"/>
                  <a:sym typeface="Roboto" charset="0"/>
                </a:rPr>
                <a:t>Practice:</a:t>
              </a:r>
            </a:p>
            <a:p>
              <a:pPr marL="342900" indent="-342900" algn="just">
                <a:buClr>
                  <a:schemeClr val="dk1"/>
                </a:buClr>
                <a:buSzPts val="1100"/>
                <a:buFontTx/>
                <a:buChar char="-"/>
                <a:defRPr/>
              </a:pPr>
              <a:r>
                <a:rPr lang="en" sz="2200" dirty="0" smtClean="0">
                  <a:solidFill>
                    <a:schemeClr val="accent2">
                      <a:lumMod val="50000"/>
                    </a:schemeClr>
                  </a:solidFill>
                  <a:latin typeface="Gill Sans" panose="020B0604020202020204" charset="0"/>
                  <a:ea typeface="Roboto"/>
                  <a:cs typeface="Calibri" panose="020F0502020204030204" pitchFamily="34" charset="0"/>
                  <a:sym typeface="Roboto"/>
                </a:rPr>
                <a:t>Students carry out hands-on activities. </a:t>
              </a:r>
            </a:p>
            <a:p>
              <a:pPr marL="342900" indent="-342900" algn="just">
                <a:buClr>
                  <a:schemeClr val="dk1"/>
                </a:buClr>
                <a:buSzPts val="1100"/>
                <a:buFontTx/>
                <a:buChar char="-"/>
                <a:defRPr/>
              </a:pPr>
              <a:r>
                <a:rPr lang="en-US" altLang="en-US" sz="2200" dirty="0" smtClean="0">
                  <a:solidFill>
                    <a:schemeClr val="accent2">
                      <a:lumMod val="50000"/>
                    </a:schemeClr>
                  </a:solidFill>
                  <a:latin typeface="Gill Sans" panose="020B0604020202020204" charset="0"/>
                  <a:ea typeface="Roboto" charset="0"/>
                  <a:cs typeface="Calibri" panose="020F0502020204030204" pitchFamily="34" charset="0"/>
                  <a:sym typeface="Roboto" charset="0"/>
                </a:rPr>
                <a:t>Students applying what they’ve learned to new situations.</a:t>
              </a:r>
              <a:endParaRPr sz="2200" dirty="0">
                <a:solidFill>
                  <a:schemeClr val="accent2">
                    <a:lumMod val="50000"/>
                  </a:schemeClr>
                </a:solidFill>
                <a:latin typeface="Gill Sans" panose="020B0604020202020204" charset="0"/>
                <a:ea typeface="Roboto"/>
                <a:cs typeface="Calibri" panose="020F0502020204030204" pitchFamily="34" charset="0"/>
                <a:sym typeface="Roboto"/>
              </a:endParaRPr>
            </a:p>
          </p:txBody>
        </p:sp>
        <p:sp>
          <p:nvSpPr>
            <p:cNvPr id="26639" name="Google Shape;411;p22"/>
            <p:cNvSpPr>
              <a:spLocks/>
            </p:cNvSpPr>
            <p:nvPr/>
          </p:nvSpPr>
          <p:spPr bwMode="auto">
            <a:xfrm>
              <a:off x="9797279" y="2587791"/>
              <a:ext cx="250350" cy="250350"/>
            </a:xfrm>
            <a:custGeom>
              <a:avLst/>
              <a:gdLst>
                <a:gd name="T0" fmla="*/ 5013 w 10014"/>
                <a:gd name="T1" fmla="*/ 1 h 10014"/>
                <a:gd name="T2" fmla="*/ 0 w 10014"/>
                <a:gd name="T3" fmla="*/ 5001 h 10014"/>
                <a:gd name="T4" fmla="*/ 5013 w 10014"/>
                <a:gd name="T5" fmla="*/ 10014 h 10014"/>
                <a:gd name="T6" fmla="*/ 10013 w 10014"/>
                <a:gd name="T7" fmla="*/ 5001 h 10014"/>
                <a:gd name="T8" fmla="*/ 5013 w 10014"/>
                <a:gd name="T9" fmla="*/ 1 h 10014"/>
              </a:gdLst>
              <a:ahLst/>
              <a:cxnLst>
                <a:cxn ang="0">
                  <a:pos x="T0" y="T1"/>
                </a:cxn>
                <a:cxn ang="0">
                  <a:pos x="T2" y="T3"/>
                </a:cxn>
                <a:cxn ang="0">
                  <a:pos x="T4" y="T5"/>
                </a:cxn>
                <a:cxn ang="0">
                  <a:pos x="T6" y="T7"/>
                </a:cxn>
                <a:cxn ang="0">
                  <a:pos x="T8" y="T9"/>
                </a:cxn>
              </a:cxnLst>
              <a:rect l="0" t="0" r="r" b="b"/>
              <a:pathLst>
                <a:path w="10014" h="10014" extrusionOk="0">
                  <a:moveTo>
                    <a:pt x="5013" y="1"/>
                  </a:moveTo>
                  <a:cubicBezTo>
                    <a:pt x="2251" y="1"/>
                    <a:pt x="0" y="2239"/>
                    <a:pt x="0" y="5001"/>
                  </a:cubicBezTo>
                  <a:cubicBezTo>
                    <a:pt x="0" y="7763"/>
                    <a:pt x="2251" y="10014"/>
                    <a:pt x="5013" y="10014"/>
                  </a:cubicBezTo>
                  <a:cubicBezTo>
                    <a:pt x="7775" y="10014"/>
                    <a:pt x="10013" y="7763"/>
                    <a:pt x="10013" y="5001"/>
                  </a:cubicBezTo>
                  <a:cubicBezTo>
                    <a:pt x="10013" y="2239"/>
                    <a:pt x="7775" y="1"/>
                    <a:pt x="5013" y="1"/>
                  </a:cubicBezTo>
                  <a:close/>
                </a:path>
              </a:pathLst>
            </a:custGeom>
            <a:solidFill>
              <a:srgbClr val="869FB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sp>
          <p:nvSpPr>
            <p:cNvPr id="26640" name="Google Shape;412;p22"/>
            <p:cNvSpPr>
              <a:spLocks/>
            </p:cNvSpPr>
            <p:nvPr/>
          </p:nvSpPr>
          <p:spPr bwMode="auto">
            <a:xfrm>
              <a:off x="9841331" y="2631541"/>
              <a:ext cx="162550" cy="162550"/>
            </a:xfrm>
            <a:custGeom>
              <a:avLst/>
              <a:gdLst>
                <a:gd name="T0" fmla="*/ 4894 w 6502"/>
                <a:gd name="T1" fmla="*/ 1 h 6502"/>
                <a:gd name="T2" fmla="*/ 3822 w 6502"/>
                <a:gd name="T3" fmla="*/ 465 h 6502"/>
                <a:gd name="T4" fmla="*/ 3441 w 6502"/>
                <a:gd name="T5" fmla="*/ 2061 h 6502"/>
                <a:gd name="T6" fmla="*/ 3406 w 6502"/>
                <a:gd name="T7" fmla="*/ 2263 h 6502"/>
                <a:gd name="T8" fmla="*/ 2251 w 6502"/>
                <a:gd name="T9" fmla="*/ 3418 h 6502"/>
                <a:gd name="T10" fmla="*/ 2122 w 6502"/>
                <a:gd name="T11" fmla="*/ 3466 h 6502"/>
                <a:gd name="T12" fmla="*/ 2048 w 6502"/>
                <a:gd name="T13" fmla="*/ 3454 h 6502"/>
                <a:gd name="T14" fmla="*/ 1561 w 6502"/>
                <a:gd name="T15" fmla="*/ 3378 h 6502"/>
                <a:gd name="T16" fmla="*/ 489 w 6502"/>
                <a:gd name="T17" fmla="*/ 3799 h 6502"/>
                <a:gd name="T18" fmla="*/ 0 w 6502"/>
                <a:gd name="T19" fmla="*/ 4894 h 6502"/>
                <a:gd name="T20" fmla="*/ 190 w 6502"/>
                <a:gd name="T21" fmla="*/ 5098 h 6502"/>
                <a:gd name="T22" fmla="*/ 322 w 6502"/>
                <a:gd name="T23" fmla="*/ 5037 h 6502"/>
                <a:gd name="T24" fmla="*/ 905 w 6502"/>
                <a:gd name="T25" fmla="*/ 4466 h 6502"/>
                <a:gd name="T26" fmla="*/ 1036 w 6502"/>
                <a:gd name="T27" fmla="*/ 4403 h 6502"/>
                <a:gd name="T28" fmla="*/ 1167 w 6502"/>
                <a:gd name="T29" fmla="*/ 4466 h 6502"/>
                <a:gd name="T30" fmla="*/ 2036 w 6502"/>
                <a:gd name="T31" fmla="*/ 5323 h 6502"/>
                <a:gd name="T32" fmla="*/ 2036 w 6502"/>
                <a:gd name="T33" fmla="*/ 5597 h 6502"/>
                <a:gd name="T34" fmla="*/ 1453 w 6502"/>
                <a:gd name="T35" fmla="*/ 6180 h 6502"/>
                <a:gd name="T36" fmla="*/ 1596 w 6502"/>
                <a:gd name="T37" fmla="*/ 6502 h 6502"/>
                <a:gd name="T38" fmla="*/ 2667 w 6502"/>
                <a:gd name="T39" fmla="*/ 6049 h 6502"/>
                <a:gd name="T40" fmla="*/ 3048 w 6502"/>
                <a:gd name="T41" fmla="*/ 4442 h 6502"/>
                <a:gd name="T42" fmla="*/ 3096 w 6502"/>
                <a:gd name="T43" fmla="*/ 4239 h 6502"/>
                <a:gd name="T44" fmla="*/ 4239 w 6502"/>
                <a:gd name="T45" fmla="*/ 3096 h 6502"/>
                <a:gd name="T46" fmla="*/ 4374 w 6502"/>
                <a:gd name="T47" fmla="*/ 3037 h 6502"/>
                <a:gd name="T48" fmla="*/ 4441 w 6502"/>
                <a:gd name="T49" fmla="*/ 3049 h 6502"/>
                <a:gd name="T50" fmla="*/ 4937 w 6502"/>
                <a:gd name="T51" fmla="*/ 3124 h 6502"/>
                <a:gd name="T52" fmla="*/ 6001 w 6502"/>
                <a:gd name="T53" fmla="*/ 2704 h 6502"/>
                <a:gd name="T54" fmla="*/ 6501 w 6502"/>
                <a:gd name="T55" fmla="*/ 1608 h 6502"/>
                <a:gd name="T56" fmla="*/ 6307 w 6502"/>
                <a:gd name="T57" fmla="*/ 1410 h 6502"/>
                <a:gd name="T58" fmla="*/ 6168 w 6502"/>
                <a:gd name="T59" fmla="*/ 1465 h 6502"/>
                <a:gd name="T60" fmla="*/ 5644 w 6502"/>
                <a:gd name="T61" fmla="*/ 1989 h 6502"/>
                <a:gd name="T62" fmla="*/ 5437 w 6502"/>
                <a:gd name="T63" fmla="*/ 2096 h 6502"/>
                <a:gd name="T64" fmla="*/ 5322 w 6502"/>
                <a:gd name="T65" fmla="*/ 2049 h 6502"/>
                <a:gd name="T66" fmla="*/ 4453 w 6502"/>
                <a:gd name="T67" fmla="*/ 1180 h 6502"/>
                <a:gd name="T68" fmla="*/ 4453 w 6502"/>
                <a:gd name="T69" fmla="*/ 906 h 6502"/>
                <a:gd name="T70" fmla="*/ 5037 w 6502"/>
                <a:gd name="T71" fmla="*/ 334 h 6502"/>
                <a:gd name="T72" fmla="*/ 4894 w 6502"/>
                <a:gd name="T73" fmla="*/ 1 h 6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02" h="6502" extrusionOk="0">
                  <a:moveTo>
                    <a:pt x="4894" y="1"/>
                  </a:moveTo>
                  <a:cubicBezTo>
                    <a:pt x="4501" y="13"/>
                    <a:pt x="4120" y="167"/>
                    <a:pt x="3822" y="465"/>
                  </a:cubicBezTo>
                  <a:cubicBezTo>
                    <a:pt x="3394" y="894"/>
                    <a:pt x="3263" y="1513"/>
                    <a:pt x="3441" y="2061"/>
                  </a:cubicBezTo>
                  <a:cubicBezTo>
                    <a:pt x="3465" y="2132"/>
                    <a:pt x="3453" y="2203"/>
                    <a:pt x="3406" y="2263"/>
                  </a:cubicBezTo>
                  <a:lnTo>
                    <a:pt x="2251" y="3418"/>
                  </a:lnTo>
                  <a:cubicBezTo>
                    <a:pt x="2219" y="3450"/>
                    <a:pt x="2171" y="3466"/>
                    <a:pt x="2122" y="3466"/>
                  </a:cubicBezTo>
                  <a:cubicBezTo>
                    <a:pt x="2097" y="3466"/>
                    <a:pt x="2072" y="3462"/>
                    <a:pt x="2048" y="3454"/>
                  </a:cubicBezTo>
                  <a:cubicBezTo>
                    <a:pt x="1891" y="3404"/>
                    <a:pt x="1726" y="3378"/>
                    <a:pt x="1561" y="3378"/>
                  </a:cubicBezTo>
                  <a:cubicBezTo>
                    <a:pt x="1176" y="3378"/>
                    <a:pt x="788" y="3516"/>
                    <a:pt x="489" y="3799"/>
                  </a:cubicBezTo>
                  <a:cubicBezTo>
                    <a:pt x="167" y="4097"/>
                    <a:pt x="12" y="4501"/>
                    <a:pt x="0" y="4894"/>
                  </a:cubicBezTo>
                  <a:cubicBezTo>
                    <a:pt x="0" y="5015"/>
                    <a:pt x="93" y="5098"/>
                    <a:pt x="190" y="5098"/>
                  </a:cubicBezTo>
                  <a:cubicBezTo>
                    <a:pt x="236" y="5098"/>
                    <a:pt x="283" y="5079"/>
                    <a:pt x="322" y="5037"/>
                  </a:cubicBezTo>
                  <a:lnTo>
                    <a:pt x="905" y="4466"/>
                  </a:lnTo>
                  <a:cubicBezTo>
                    <a:pt x="941" y="4424"/>
                    <a:pt x="989" y="4403"/>
                    <a:pt x="1036" y="4403"/>
                  </a:cubicBezTo>
                  <a:cubicBezTo>
                    <a:pt x="1084" y="4403"/>
                    <a:pt x="1131" y="4424"/>
                    <a:pt x="1167" y="4466"/>
                  </a:cubicBezTo>
                  <a:lnTo>
                    <a:pt x="2036" y="5323"/>
                  </a:lnTo>
                  <a:cubicBezTo>
                    <a:pt x="2120" y="5406"/>
                    <a:pt x="2120" y="5525"/>
                    <a:pt x="2036" y="5597"/>
                  </a:cubicBezTo>
                  <a:lnTo>
                    <a:pt x="1453" y="6180"/>
                  </a:lnTo>
                  <a:cubicBezTo>
                    <a:pt x="1334" y="6299"/>
                    <a:pt x="1429" y="6502"/>
                    <a:pt x="1596" y="6502"/>
                  </a:cubicBezTo>
                  <a:cubicBezTo>
                    <a:pt x="1989" y="6490"/>
                    <a:pt x="2370" y="6335"/>
                    <a:pt x="2667" y="6049"/>
                  </a:cubicBezTo>
                  <a:cubicBezTo>
                    <a:pt x="3096" y="5609"/>
                    <a:pt x="3227" y="4990"/>
                    <a:pt x="3048" y="4442"/>
                  </a:cubicBezTo>
                  <a:cubicBezTo>
                    <a:pt x="3025" y="4370"/>
                    <a:pt x="3036" y="4299"/>
                    <a:pt x="3096" y="4239"/>
                  </a:cubicBezTo>
                  <a:lnTo>
                    <a:pt x="4239" y="3096"/>
                  </a:lnTo>
                  <a:cubicBezTo>
                    <a:pt x="4280" y="3056"/>
                    <a:pt x="4326" y="3037"/>
                    <a:pt x="4374" y="3037"/>
                  </a:cubicBezTo>
                  <a:cubicBezTo>
                    <a:pt x="4396" y="3037"/>
                    <a:pt x="4419" y="3041"/>
                    <a:pt x="4441" y="3049"/>
                  </a:cubicBezTo>
                  <a:cubicBezTo>
                    <a:pt x="4602" y="3099"/>
                    <a:pt x="4770" y="3124"/>
                    <a:pt x="4937" y="3124"/>
                  </a:cubicBezTo>
                  <a:cubicBezTo>
                    <a:pt x="5325" y="3124"/>
                    <a:pt x="5710" y="2987"/>
                    <a:pt x="6001" y="2704"/>
                  </a:cubicBezTo>
                  <a:cubicBezTo>
                    <a:pt x="6323" y="2406"/>
                    <a:pt x="6489" y="2013"/>
                    <a:pt x="6501" y="1608"/>
                  </a:cubicBezTo>
                  <a:cubicBezTo>
                    <a:pt x="6501" y="1487"/>
                    <a:pt x="6408" y="1410"/>
                    <a:pt x="6307" y="1410"/>
                  </a:cubicBezTo>
                  <a:cubicBezTo>
                    <a:pt x="6259" y="1410"/>
                    <a:pt x="6210" y="1427"/>
                    <a:pt x="6168" y="1465"/>
                  </a:cubicBezTo>
                  <a:lnTo>
                    <a:pt x="5644" y="1989"/>
                  </a:lnTo>
                  <a:cubicBezTo>
                    <a:pt x="5569" y="2064"/>
                    <a:pt x="5497" y="2096"/>
                    <a:pt x="5437" y="2096"/>
                  </a:cubicBezTo>
                  <a:cubicBezTo>
                    <a:pt x="5392" y="2096"/>
                    <a:pt x="5353" y="2079"/>
                    <a:pt x="5322" y="2049"/>
                  </a:cubicBezTo>
                  <a:lnTo>
                    <a:pt x="4453" y="1180"/>
                  </a:lnTo>
                  <a:cubicBezTo>
                    <a:pt x="4382" y="1108"/>
                    <a:pt x="4382" y="989"/>
                    <a:pt x="4453" y="906"/>
                  </a:cubicBezTo>
                  <a:lnTo>
                    <a:pt x="5037" y="334"/>
                  </a:lnTo>
                  <a:cubicBezTo>
                    <a:pt x="5156" y="203"/>
                    <a:pt x="5061" y="1"/>
                    <a:pt x="4894"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sp>
          <p:nvSpPr>
            <p:cNvPr id="26641" name="Google Shape;413;p22"/>
            <p:cNvSpPr txBox="1">
              <a:spLocks noChangeArrowheads="1"/>
            </p:cNvSpPr>
            <p:nvPr/>
          </p:nvSpPr>
          <p:spPr bwMode="auto">
            <a:xfrm>
              <a:off x="5068625" y="2868688"/>
              <a:ext cx="683700" cy="29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ctr"/>
              <a:r>
                <a:rPr lang="en-US" altLang="en-US" sz="3000" b="1" dirty="0">
                  <a:solidFill>
                    <a:srgbClr val="434343"/>
                  </a:solidFill>
                  <a:latin typeface="Gill Sans" panose="020B0604020202020204" charset="0"/>
                  <a:ea typeface="Fira Sans Extra Condensed Mediu" charset="0"/>
                  <a:cs typeface="Calibri" panose="020F0502020204030204" pitchFamily="34" charset="0"/>
                  <a:sym typeface="Fira Sans Extra Condensed Mediu" charset="0"/>
                </a:rPr>
                <a:t>Step 3</a:t>
              </a:r>
            </a:p>
          </p:txBody>
        </p:sp>
        <p:sp>
          <p:nvSpPr>
            <p:cNvPr id="26642" name="Google Shape;414;p22"/>
            <p:cNvSpPr>
              <a:spLocks/>
            </p:cNvSpPr>
            <p:nvPr/>
          </p:nvSpPr>
          <p:spPr bwMode="auto">
            <a:xfrm rot="5400000">
              <a:off x="5338415" y="3341359"/>
              <a:ext cx="144104" cy="136377"/>
            </a:xfrm>
            <a:custGeom>
              <a:avLst/>
              <a:gdLst>
                <a:gd name="T0" fmla="*/ 2959 w 5763"/>
                <a:gd name="T1" fmla="*/ 0 h 5454"/>
                <a:gd name="T2" fmla="*/ 2441 w 5763"/>
                <a:gd name="T3" fmla="*/ 214 h 5454"/>
                <a:gd name="T4" fmla="*/ 2441 w 5763"/>
                <a:gd name="T5" fmla="*/ 1250 h 5454"/>
                <a:gd name="T6" fmla="*/ 3203 w 5763"/>
                <a:gd name="T7" fmla="*/ 2000 h 5454"/>
                <a:gd name="T8" fmla="*/ 726 w 5763"/>
                <a:gd name="T9" fmla="*/ 2000 h 5454"/>
                <a:gd name="T10" fmla="*/ 0 w 5763"/>
                <a:gd name="T11" fmla="*/ 2727 h 5454"/>
                <a:gd name="T12" fmla="*/ 726 w 5763"/>
                <a:gd name="T13" fmla="*/ 3453 h 5454"/>
                <a:gd name="T14" fmla="*/ 3203 w 5763"/>
                <a:gd name="T15" fmla="*/ 3453 h 5454"/>
                <a:gd name="T16" fmla="*/ 2441 w 5763"/>
                <a:gd name="T17" fmla="*/ 4215 h 5454"/>
                <a:gd name="T18" fmla="*/ 2441 w 5763"/>
                <a:gd name="T19" fmla="*/ 5239 h 5454"/>
                <a:gd name="T20" fmla="*/ 2965 w 5763"/>
                <a:gd name="T21" fmla="*/ 5453 h 5454"/>
                <a:gd name="T22" fmla="*/ 3477 w 5763"/>
                <a:gd name="T23" fmla="*/ 5239 h 5454"/>
                <a:gd name="T24" fmla="*/ 5477 w 5763"/>
                <a:gd name="T25" fmla="*/ 3239 h 5454"/>
                <a:gd name="T26" fmla="*/ 5477 w 5763"/>
                <a:gd name="T27" fmla="*/ 2215 h 5454"/>
                <a:gd name="T28" fmla="*/ 3477 w 5763"/>
                <a:gd name="T29" fmla="*/ 214 h 5454"/>
                <a:gd name="T30" fmla="*/ 2959 w 5763"/>
                <a:gd name="T31" fmla="*/ 0 h 5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63" h="5454" extrusionOk="0">
                  <a:moveTo>
                    <a:pt x="2959" y="0"/>
                  </a:moveTo>
                  <a:cubicBezTo>
                    <a:pt x="2771" y="0"/>
                    <a:pt x="2584" y="71"/>
                    <a:pt x="2441" y="214"/>
                  </a:cubicBezTo>
                  <a:cubicBezTo>
                    <a:pt x="2167" y="500"/>
                    <a:pt x="2167" y="964"/>
                    <a:pt x="2441" y="1250"/>
                  </a:cubicBezTo>
                  <a:lnTo>
                    <a:pt x="3203" y="2000"/>
                  </a:lnTo>
                  <a:lnTo>
                    <a:pt x="726" y="2000"/>
                  </a:lnTo>
                  <a:cubicBezTo>
                    <a:pt x="322" y="2000"/>
                    <a:pt x="0" y="2322"/>
                    <a:pt x="0" y="2727"/>
                  </a:cubicBezTo>
                  <a:cubicBezTo>
                    <a:pt x="0" y="3131"/>
                    <a:pt x="322" y="3453"/>
                    <a:pt x="726" y="3453"/>
                  </a:cubicBezTo>
                  <a:lnTo>
                    <a:pt x="3203" y="3453"/>
                  </a:lnTo>
                  <a:lnTo>
                    <a:pt x="2441" y="4215"/>
                  </a:lnTo>
                  <a:cubicBezTo>
                    <a:pt x="2167" y="4501"/>
                    <a:pt x="2167" y="4953"/>
                    <a:pt x="2441" y="5239"/>
                  </a:cubicBezTo>
                  <a:cubicBezTo>
                    <a:pt x="2584" y="5382"/>
                    <a:pt x="2774" y="5453"/>
                    <a:pt x="2965" y="5453"/>
                  </a:cubicBezTo>
                  <a:cubicBezTo>
                    <a:pt x="3143" y="5453"/>
                    <a:pt x="3334" y="5382"/>
                    <a:pt x="3477" y="5239"/>
                  </a:cubicBezTo>
                  <a:lnTo>
                    <a:pt x="5477" y="3239"/>
                  </a:lnTo>
                  <a:cubicBezTo>
                    <a:pt x="5763" y="2953"/>
                    <a:pt x="5763" y="2500"/>
                    <a:pt x="5477" y="2215"/>
                  </a:cubicBezTo>
                  <a:lnTo>
                    <a:pt x="3477" y="214"/>
                  </a:lnTo>
                  <a:cubicBezTo>
                    <a:pt x="3334" y="71"/>
                    <a:pt x="3146" y="0"/>
                    <a:pt x="2959"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p>
              <a:endParaRPr lang="en-US" sz="2600">
                <a:latin typeface="Gill Sans" panose="020B0604020202020204" charset="0"/>
              </a:endParaRPr>
            </a:p>
          </p:txBody>
        </p:sp>
      </p:grpSp>
      <p:sp>
        <p:nvSpPr>
          <p:cNvPr id="46" name="Google Shape;350;p16"/>
          <p:cNvSpPr txBox="1"/>
          <p:nvPr/>
        </p:nvSpPr>
        <p:spPr>
          <a:xfrm>
            <a:off x="754856" y="395055"/>
            <a:ext cx="9602787" cy="6858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5C0F21"/>
              </a:buClr>
              <a:buSzPts val="4000"/>
              <a:buFont typeface="Gill Sans"/>
              <a:buNone/>
            </a:pPr>
            <a:r>
              <a:rPr lang="en-US" sz="3600" b="1" i="0" u="none" dirty="0" smtClean="0">
                <a:solidFill>
                  <a:srgbClr val="5C0F21"/>
                </a:solidFill>
                <a:latin typeface="Gill Sans"/>
                <a:ea typeface="Gill Sans"/>
                <a:cs typeface="Gill Sans"/>
                <a:sym typeface="Gill Sans"/>
              </a:rPr>
              <a:t>LESSON PROGRESS</a:t>
            </a:r>
            <a:endParaRPr sz="3600" dirty="0"/>
          </a:p>
        </p:txBody>
      </p:sp>
      <p:sp>
        <p:nvSpPr>
          <p:cNvPr id="48" name="Google Shape;352;p16"/>
          <p:cNvSpPr txBox="1"/>
          <p:nvPr/>
        </p:nvSpPr>
        <p:spPr>
          <a:xfrm>
            <a:off x="1263217" y="881394"/>
            <a:ext cx="4589817" cy="584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22C16"/>
              </a:buClr>
              <a:buSzPts val="3200"/>
              <a:buFont typeface="Calibri"/>
              <a:buNone/>
            </a:pPr>
            <a:r>
              <a:rPr lang="en-US" sz="3200" b="1" i="1" u="sng" dirty="0" smtClean="0">
                <a:solidFill>
                  <a:srgbClr val="422C16"/>
                </a:solidFill>
                <a:latin typeface="Calibri"/>
                <a:ea typeface="Calibri"/>
                <a:cs typeface="Calibri"/>
                <a:sym typeface="Calibri"/>
              </a:rPr>
              <a:t>Suggest a lesson progress</a:t>
            </a:r>
            <a:endParaRPr dirty="0"/>
          </a:p>
        </p:txBody>
      </p:sp>
    </p:spTree>
    <p:extLst>
      <p:ext uri="{BB962C8B-B14F-4D97-AF65-F5344CB8AC3E}">
        <p14:creationId xmlns:p14="http://schemas.microsoft.com/office/powerpoint/2010/main" val="419748133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arn(inVertical)">
                                      <p:cBhvr>
                                        <p:cTn id="7" dur="500"/>
                                        <p:tgtEl>
                                          <p:spTgt spid="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arn(inVertical)">
                                      <p:cBhvr>
                                        <p:cTn id="12" dur="500"/>
                                        <p:tgtEl>
                                          <p:spTgt spid="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16"/>
          <p:cNvPicPr preferRelativeResize="0"/>
          <p:nvPr/>
        </p:nvPicPr>
        <p:blipFill rotWithShape="1">
          <a:blip r:embed="rId3">
            <a:alphaModFix/>
          </a:blip>
          <a:srcRect/>
          <a:stretch/>
        </p:blipFill>
        <p:spPr>
          <a:xfrm>
            <a:off x="8657886" y="-107047"/>
            <a:ext cx="3600616" cy="1274618"/>
          </a:xfrm>
          <a:prstGeom prst="rect">
            <a:avLst/>
          </a:prstGeom>
          <a:noFill/>
          <a:ln>
            <a:noFill/>
          </a:ln>
        </p:spPr>
      </p:pic>
      <p:sp>
        <p:nvSpPr>
          <p:cNvPr id="8" name="Google Shape;350;p16"/>
          <p:cNvSpPr txBox="1"/>
          <p:nvPr/>
        </p:nvSpPr>
        <p:spPr>
          <a:xfrm>
            <a:off x="754856" y="395055"/>
            <a:ext cx="9602787" cy="6858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5C0F21"/>
              </a:buClr>
              <a:buSzPts val="4000"/>
              <a:buFont typeface="Gill Sans"/>
              <a:buNone/>
            </a:pPr>
            <a:r>
              <a:rPr lang="en-US" sz="3600" b="1" i="0" u="none" dirty="0" smtClean="0">
                <a:solidFill>
                  <a:srgbClr val="5C0F21"/>
                </a:solidFill>
                <a:latin typeface="Gill Sans"/>
                <a:ea typeface="Gill Sans"/>
                <a:cs typeface="Gill Sans"/>
                <a:sym typeface="Gill Sans"/>
              </a:rPr>
              <a:t>LESSON PROGRESS</a:t>
            </a:r>
            <a:endParaRPr sz="3600" dirty="0"/>
          </a:p>
        </p:txBody>
      </p:sp>
      <p:sp>
        <p:nvSpPr>
          <p:cNvPr id="9" name="Google Shape;352;p16"/>
          <p:cNvSpPr txBox="1"/>
          <p:nvPr/>
        </p:nvSpPr>
        <p:spPr>
          <a:xfrm>
            <a:off x="1263217" y="881394"/>
            <a:ext cx="4589817" cy="584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22C16"/>
              </a:buClr>
              <a:buSzPts val="3200"/>
              <a:buFont typeface="Calibri"/>
              <a:buNone/>
            </a:pPr>
            <a:r>
              <a:rPr lang="en-US" sz="3200" b="1" i="1" u="sng" dirty="0" smtClean="0">
                <a:solidFill>
                  <a:srgbClr val="422C16"/>
                </a:solidFill>
                <a:latin typeface="Calibri"/>
                <a:ea typeface="Calibri"/>
                <a:cs typeface="Calibri"/>
                <a:sym typeface="Calibri"/>
              </a:rPr>
              <a:t>ICT activities</a:t>
            </a:r>
            <a:endParaRPr dirty="0"/>
          </a:p>
        </p:txBody>
      </p:sp>
      <p:graphicFrame>
        <p:nvGraphicFramePr>
          <p:cNvPr id="2" name="Diagram 1"/>
          <p:cNvGraphicFramePr/>
          <p:nvPr>
            <p:extLst>
              <p:ext uri="{D42A27DB-BD31-4B8C-83A1-F6EECF244321}">
                <p14:modId xmlns:p14="http://schemas.microsoft.com/office/powerpoint/2010/main" val="2890377202"/>
              </p:ext>
            </p:extLst>
          </p:nvPr>
        </p:nvGraphicFramePr>
        <p:xfrm>
          <a:off x="1520894" y="1668988"/>
          <a:ext cx="9668019" cy="51890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41706362"/>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pic>
        <p:nvPicPr>
          <p:cNvPr id="357" name="Google Shape;357;p17"/>
          <p:cNvPicPr preferRelativeResize="0">
            <a:picLocks noGrp="1"/>
          </p:cNvPicPr>
          <p:nvPr>
            <p:ph type="body" idx="1"/>
          </p:nvPr>
        </p:nvPicPr>
        <p:blipFill rotWithShape="1">
          <a:blip r:embed="rId3">
            <a:alphaModFix/>
          </a:blip>
          <a:srcRect/>
          <a:stretch/>
        </p:blipFill>
        <p:spPr>
          <a:xfrm>
            <a:off x="679450" y="169862"/>
            <a:ext cx="10933112" cy="5761037"/>
          </a:xfrm>
          <a:prstGeom prst="rect">
            <a:avLst/>
          </a:prstGeom>
          <a:noFill/>
          <a:ln>
            <a:noFill/>
          </a:ln>
        </p:spPr>
      </p:pic>
    </p:spTree>
  </p:cSld>
  <p:clrMapOvr>
    <a:masterClrMapping/>
  </p:clrMapOvr>
  <p:transition>
    <p:wipe/>
  </p:transition>
  <p:timing>
    <p:tnLst>
      <p:par>
        <p:cTn id="1" dur="indefinite" restart="never" nodeType="tmRoot"/>
      </p:par>
    </p:tnLst>
  </p:timing>
</p:sld>
</file>

<file path=ppt/theme/theme1.xml><?xml version="1.0" encoding="utf-8"?>
<a:theme xmlns:a="http://schemas.openxmlformats.org/drawingml/2006/main" name="1_Gallery">
  <a:themeElements>
    <a:clrScheme name="Custom 10">
      <a:dk1>
        <a:srgbClr val="000000"/>
      </a:dk1>
      <a:lt1>
        <a:srgbClr val="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Gallery">
  <a:themeElements>
    <a:clrScheme name="Custom 10">
      <a:dk1>
        <a:srgbClr val="000000"/>
      </a:dk1>
      <a:lt1>
        <a:srgbClr val="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9_Gallery">
  <a:themeElements>
    <a:clrScheme name="Custom 10">
      <a:dk1>
        <a:srgbClr val="000000"/>
      </a:dk1>
      <a:lt1>
        <a:srgbClr val="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Gallery">
  <a:themeElements>
    <a:clrScheme name="Custom 10">
      <a:dk1>
        <a:srgbClr val="000000"/>
      </a:dk1>
      <a:lt1>
        <a:srgbClr val="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Gallery">
  <a:themeElements>
    <a:clrScheme name="Custom 10">
      <a:dk1>
        <a:srgbClr val="000000"/>
      </a:dk1>
      <a:lt1>
        <a:srgbClr val="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Gallery">
  <a:themeElements>
    <a:clrScheme name="Custom 10">
      <a:dk1>
        <a:srgbClr val="000000"/>
      </a:dk1>
      <a:lt1>
        <a:srgbClr val="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5_Gallery">
  <a:themeElements>
    <a:clrScheme name="Custom 10">
      <a:dk1>
        <a:srgbClr val="000000"/>
      </a:dk1>
      <a:lt1>
        <a:srgbClr val="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6_Gallery">
  <a:themeElements>
    <a:clrScheme name="Custom 10">
      <a:dk1>
        <a:srgbClr val="000000"/>
      </a:dk1>
      <a:lt1>
        <a:srgbClr val="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7_Gallery">
  <a:themeElements>
    <a:clrScheme name="Custom 10">
      <a:dk1>
        <a:srgbClr val="000000"/>
      </a:dk1>
      <a:lt1>
        <a:srgbClr val="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8_Gallery">
  <a:themeElements>
    <a:clrScheme name="Custom 10">
      <a:dk1>
        <a:srgbClr val="000000"/>
      </a:dk1>
      <a:lt1>
        <a:srgbClr val="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0_Gallery">
  <a:themeElements>
    <a:clrScheme name="Custom 10">
      <a:dk1>
        <a:srgbClr val="000000"/>
      </a:dk1>
      <a:lt1>
        <a:srgbClr val="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11_Gallery">
  <a:themeElements>
    <a:clrScheme name="Custom 10">
      <a:dk1>
        <a:srgbClr val="000000"/>
      </a:dk1>
      <a:lt1>
        <a:srgbClr val="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347</TotalTime>
  <Words>825</Words>
  <Application>Microsoft Office PowerPoint</Application>
  <PresentationFormat>Custom</PresentationFormat>
  <Paragraphs>107</Paragraphs>
  <Slides>16</Slides>
  <Notes>16</Notes>
  <HiddenSlides>0</HiddenSlides>
  <MMClips>0</MMClips>
  <ScaleCrop>false</ScaleCrop>
  <HeadingPairs>
    <vt:vector size="6" baseType="variant">
      <vt:variant>
        <vt:lpstr>Fonts Used</vt:lpstr>
      </vt:variant>
      <vt:variant>
        <vt:i4>9</vt:i4>
      </vt:variant>
      <vt:variant>
        <vt:lpstr>Theme</vt:lpstr>
      </vt:variant>
      <vt:variant>
        <vt:i4>12</vt:i4>
      </vt:variant>
      <vt:variant>
        <vt:lpstr>Slide Titles</vt:lpstr>
      </vt:variant>
      <vt:variant>
        <vt:i4>16</vt:i4>
      </vt:variant>
    </vt:vector>
  </HeadingPairs>
  <TitlesOfParts>
    <vt:vector size="37" baseType="lpstr">
      <vt:lpstr>Arial</vt:lpstr>
      <vt:lpstr>Fira Sans Extra Condensed Mediu</vt:lpstr>
      <vt:lpstr>Verdana</vt:lpstr>
      <vt:lpstr>Symbol</vt:lpstr>
      <vt:lpstr>Calibri</vt:lpstr>
      <vt:lpstr>Roboto</vt:lpstr>
      <vt:lpstr>Gill Sans</vt:lpstr>
      <vt:lpstr>Algerian</vt:lpstr>
      <vt:lpstr>Times New Roman</vt:lpstr>
      <vt:lpstr>1_Gallery</vt:lpstr>
      <vt:lpstr>2_Gallery</vt:lpstr>
      <vt:lpstr>9_Gallery</vt:lpstr>
      <vt:lpstr>Gallery</vt:lpstr>
      <vt:lpstr>3_Gallery</vt:lpstr>
      <vt:lpstr>4_Gallery</vt:lpstr>
      <vt:lpstr>5_Gallery</vt:lpstr>
      <vt:lpstr>6_Gallery</vt:lpstr>
      <vt:lpstr>7_Gallery</vt:lpstr>
      <vt:lpstr>8_Gallery</vt:lpstr>
      <vt:lpstr>10_Gallery</vt:lpstr>
      <vt:lpstr>11_Gallery</vt:lpstr>
      <vt:lpstr>CAMBRIDGE PRIMARY ICT  TEACHERS TRAINING</vt:lpstr>
      <vt:lpstr>CONTENTS</vt:lpstr>
      <vt:lpstr>INTRODUCTION</vt:lpstr>
      <vt:lpstr>PowerPoint Presentation</vt:lpstr>
      <vt:lpstr>PowerPoint Presentation</vt:lpstr>
      <vt:lpstr>INTRODUCTION</vt:lpstr>
      <vt:lpstr>USING RESOURCES</vt:lpstr>
      <vt:lpstr>USING RESOURCES</vt:lpstr>
      <vt:lpstr>USING RESOURCES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CAMBRIDGE PRIMARY science TEACHERS GUIDE</dc:title>
  <dc:creator>LAPVIET</dc:creator>
  <cp:lastModifiedBy>ismail - [2010]</cp:lastModifiedBy>
  <cp:revision>35</cp:revision>
  <dcterms:created xsi:type="dcterms:W3CDTF">2020-07-02T01:25:22Z</dcterms:created>
  <dcterms:modified xsi:type="dcterms:W3CDTF">2021-03-31T04:38:28Z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KeyPoints">
    <vt:lpwstr/>
  </property>
</Properties>
</file>